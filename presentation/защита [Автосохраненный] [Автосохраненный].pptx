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66" y="450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3164856"/>
        <c:axId val="601874384"/>
      </c:barChart>
      <c:catAx>
        <c:axId val="583164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4384"/>
        <c:crosses val="autoZero"/>
        <c:auto val="1"/>
        <c:lblAlgn val="ctr"/>
        <c:lblOffset val="100"/>
        <c:noMultiLvlLbl val="0"/>
      </c:catAx>
      <c:valAx>
        <c:axId val="601874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83164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6344"/>
        <c:axId val="601873992"/>
      </c:barChart>
      <c:catAx>
        <c:axId val="601876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3992"/>
        <c:crosses val="autoZero"/>
        <c:auto val="1"/>
        <c:lblAlgn val="ctr"/>
        <c:lblOffset val="100"/>
        <c:noMultiLvlLbl val="0"/>
      </c:catAx>
      <c:valAx>
        <c:axId val="601873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6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3600"/>
        <c:axId val="601872816"/>
      </c:barChart>
      <c:catAx>
        <c:axId val="601873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2816"/>
        <c:crosses val="autoZero"/>
        <c:auto val="1"/>
        <c:lblAlgn val="ctr"/>
        <c:lblOffset val="100"/>
        <c:noMultiLvlLbl val="0"/>
      </c:catAx>
      <c:valAx>
        <c:axId val="601872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3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4776"/>
        <c:axId val="601875168"/>
      </c:barChart>
      <c:catAx>
        <c:axId val="601874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5168"/>
        <c:crosses val="autoZero"/>
        <c:auto val="1"/>
        <c:lblAlgn val="ctr"/>
        <c:lblOffset val="100"/>
        <c:noMultiLvlLbl val="0"/>
      </c:catAx>
      <c:valAx>
        <c:axId val="601875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47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5952"/>
        <c:axId val="601872032"/>
      </c:barChart>
      <c:catAx>
        <c:axId val="601875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2032"/>
        <c:crosses val="autoZero"/>
        <c:auto val="1"/>
        <c:lblAlgn val="ctr"/>
        <c:lblOffset val="100"/>
        <c:noMultiLvlLbl val="0"/>
      </c:catAx>
      <c:valAx>
        <c:axId val="601872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5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9088"/>
        <c:axId val="601877520"/>
      </c:barChart>
      <c:catAx>
        <c:axId val="6018790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7520"/>
        <c:crosses val="autoZero"/>
        <c:auto val="1"/>
        <c:lblAlgn val="ctr"/>
        <c:lblOffset val="100"/>
        <c:noMultiLvlLbl val="0"/>
      </c:catAx>
      <c:valAx>
        <c:axId val="601877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90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0464"/>
        <c:axId val="601877128"/>
      </c:barChart>
      <c:catAx>
        <c:axId val="6018704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7128"/>
        <c:crosses val="autoZero"/>
        <c:auto val="1"/>
        <c:lblAlgn val="ctr"/>
        <c:lblOffset val="100"/>
        <c:noMultiLvlLbl val="0"/>
      </c:catAx>
      <c:valAx>
        <c:axId val="601877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04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8304"/>
        <c:axId val="601877912"/>
      </c:barChart>
      <c:catAx>
        <c:axId val="601878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7912"/>
        <c:crosses val="autoZero"/>
        <c:auto val="1"/>
        <c:lblAlgn val="ctr"/>
        <c:lblOffset val="100"/>
        <c:noMultiLvlLbl val="0"/>
      </c:catAx>
      <c:valAx>
        <c:axId val="601877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8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71248"/>
        <c:axId val="601871640"/>
      </c:barChart>
      <c:catAx>
        <c:axId val="6018712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1640"/>
        <c:crosses val="autoZero"/>
        <c:auto val="1"/>
        <c:lblAlgn val="ctr"/>
        <c:lblOffset val="100"/>
        <c:noMultiLvlLbl val="0"/>
      </c:catAx>
      <c:valAx>
        <c:axId val="601871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71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0656"/>
        <c:axId val="601881048"/>
      </c:barChart>
      <c:catAx>
        <c:axId val="601880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1048"/>
        <c:crosses val="autoZero"/>
        <c:auto val="1"/>
        <c:lblAlgn val="ctr"/>
        <c:lblOffset val="100"/>
        <c:noMultiLvlLbl val="0"/>
      </c:catAx>
      <c:valAx>
        <c:axId val="601881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0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1832"/>
        <c:axId val="601884576"/>
      </c:barChart>
      <c:catAx>
        <c:axId val="6018818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4576"/>
        <c:crosses val="autoZero"/>
        <c:auto val="1"/>
        <c:lblAlgn val="ctr"/>
        <c:lblOffset val="100"/>
        <c:noMultiLvlLbl val="0"/>
      </c:catAx>
      <c:valAx>
        <c:axId val="6018845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1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3400"/>
        <c:axId val="601884184"/>
      </c:barChart>
      <c:catAx>
        <c:axId val="601883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4184"/>
        <c:crosses val="autoZero"/>
        <c:auto val="1"/>
        <c:lblAlgn val="ctr"/>
        <c:lblOffset val="100"/>
        <c:noMultiLvlLbl val="0"/>
      </c:catAx>
      <c:valAx>
        <c:axId val="601884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3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4968"/>
        <c:axId val="601885752"/>
      </c:barChart>
      <c:catAx>
        <c:axId val="601884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5752"/>
        <c:crosses val="autoZero"/>
        <c:auto val="1"/>
        <c:lblAlgn val="ctr"/>
        <c:lblOffset val="100"/>
        <c:noMultiLvlLbl val="0"/>
      </c:catAx>
      <c:valAx>
        <c:axId val="601885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4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1883008"/>
        <c:axId val="604299272"/>
      </c:barChart>
      <c:catAx>
        <c:axId val="6018830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299272"/>
        <c:crosses val="autoZero"/>
        <c:auto val="1"/>
        <c:lblAlgn val="ctr"/>
        <c:lblOffset val="100"/>
        <c:noMultiLvlLbl val="0"/>
      </c:catAx>
      <c:valAx>
        <c:axId val="6042992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18830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4293000"/>
        <c:axId val="604294568"/>
      </c:barChart>
      <c:catAx>
        <c:axId val="6042930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294568"/>
        <c:crosses val="autoZero"/>
        <c:auto val="1"/>
        <c:lblAlgn val="ctr"/>
        <c:lblOffset val="100"/>
        <c:noMultiLvlLbl val="0"/>
      </c:catAx>
      <c:valAx>
        <c:axId val="604294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4293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11.02.2026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err="1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11.02.2026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11.02.2026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11.02.2026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11.02.2026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841243" y="5274170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563469"/>
              </p:ext>
            </p:extLst>
          </p:nvPr>
        </p:nvGraphicFramePr>
        <p:xfrm>
          <a:off x="9309688" y="3853110"/>
          <a:ext cx="2493579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kav_fileOperations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66% files, 67%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kav_logger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69%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056024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65%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785052"/>
              </p:ext>
            </p:extLst>
          </p:nvPr>
        </p:nvGraphicFramePr>
        <p:xfrm>
          <a:off x="6304909" y="3853110"/>
          <a:ext cx="2493579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kav_fileOperations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28%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46%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948576"/>
              </p:ext>
            </p:extLst>
          </p:nvPr>
        </p:nvGraphicFramePr>
        <p:xfrm>
          <a:off x="3305705" y="3860800"/>
          <a:ext cx="2493579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kav_fileOperations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67%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83%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48%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</a:t>
            </a:r>
            <a:r>
              <a:rPr lang="ru-RU" sz="2400" dirty="0" smtClean="0"/>
              <a:t>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сложная логика работы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4805" y="4256397"/>
            <a:ext cx="2876274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11.02.2026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11.02.2026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4830489"/>
            <a:ext cx="1789957" cy="978996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4991086"/>
            <a:ext cx="1540875" cy="81787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706199"/>
            <a:ext cx="1415007" cy="82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21660</TotalTime>
  <Words>2514</Words>
  <Application>Microsoft Office PowerPoint</Application>
  <PresentationFormat>Широкоэкранный</PresentationFormat>
  <Paragraphs>798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762</cp:revision>
  <dcterms:created xsi:type="dcterms:W3CDTF">2025-10-14T05:54:15Z</dcterms:created>
  <dcterms:modified xsi:type="dcterms:W3CDTF">2026-02-11T13:49:26Z</dcterms:modified>
</cp:coreProperties>
</file>
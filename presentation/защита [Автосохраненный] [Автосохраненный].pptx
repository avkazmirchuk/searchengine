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57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6720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112" d="100"/>
          <a:sy n="112" d="100"/>
        </p:scale>
        <p:origin x="240" y="108"/>
      </p:cViewPr>
      <p:guideLst>
        <p:guide orient="horz" pos="2273"/>
        <p:guide pos="6720"/>
        <p:guide pos="4089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1785864"/>
        <c:axId val="571783904"/>
      </c:barChart>
      <c:catAx>
        <c:axId val="571785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1783904"/>
        <c:crosses val="autoZero"/>
        <c:auto val="1"/>
        <c:lblAlgn val="ctr"/>
        <c:lblOffset val="100"/>
        <c:noMultiLvlLbl val="0"/>
      </c:catAx>
      <c:valAx>
        <c:axId val="5717839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1785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1782728"/>
        <c:axId val="571783512"/>
      </c:barChart>
      <c:catAx>
        <c:axId val="571782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1783512"/>
        <c:crosses val="autoZero"/>
        <c:auto val="1"/>
        <c:lblAlgn val="ctr"/>
        <c:lblOffset val="100"/>
        <c:noMultiLvlLbl val="0"/>
      </c:catAx>
      <c:valAx>
        <c:axId val="5717835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17827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1787432"/>
        <c:axId val="571784688"/>
      </c:barChart>
      <c:catAx>
        <c:axId val="5717874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1784688"/>
        <c:crosses val="autoZero"/>
        <c:auto val="1"/>
        <c:lblAlgn val="ctr"/>
        <c:lblOffset val="100"/>
        <c:noMultiLvlLbl val="0"/>
      </c:catAx>
      <c:valAx>
        <c:axId val="571784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17874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1787040"/>
        <c:axId val="208717608"/>
      </c:barChart>
      <c:catAx>
        <c:axId val="571787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08717608"/>
        <c:crosses val="autoZero"/>
        <c:auto val="1"/>
        <c:lblAlgn val="ctr"/>
        <c:lblOffset val="100"/>
        <c:noMultiLvlLbl val="0"/>
      </c:catAx>
      <c:valAx>
        <c:axId val="208717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17870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08714864"/>
        <c:axId val="208716040"/>
      </c:barChart>
      <c:catAx>
        <c:axId val="208714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08716040"/>
        <c:crosses val="autoZero"/>
        <c:auto val="1"/>
        <c:lblAlgn val="ctr"/>
        <c:lblOffset val="100"/>
        <c:noMultiLvlLbl val="0"/>
      </c:catAx>
      <c:valAx>
        <c:axId val="2087160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08714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7111520"/>
        <c:axId val="577111128"/>
      </c:barChart>
      <c:catAx>
        <c:axId val="5771115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11128"/>
        <c:crosses val="autoZero"/>
        <c:auto val="1"/>
        <c:lblAlgn val="ctr"/>
        <c:lblOffset val="100"/>
        <c:noMultiLvlLbl val="0"/>
      </c:catAx>
      <c:valAx>
        <c:axId val="577111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115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7109952"/>
        <c:axId val="577109168"/>
      </c:barChart>
      <c:catAx>
        <c:axId val="5771099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9168"/>
        <c:crosses val="autoZero"/>
        <c:auto val="1"/>
        <c:lblAlgn val="ctr"/>
        <c:lblOffset val="100"/>
        <c:noMultiLvlLbl val="0"/>
      </c:catAx>
      <c:valAx>
        <c:axId val="577109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99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7108776"/>
        <c:axId val="577107992"/>
      </c:barChart>
      <c:catAx>
        <c:axId val="5771087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7992"/>
        <c:crosses val="autoZero"/>
        <c:auto val="1"/>
        <c:lblAlgn val="ctr"/>
        <c:lblOffset val="100"/>
        <c:noMultiLvlLbl val="0"/>
      </c:catAx>
      <c:valAx>
        <c:axId val="577107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87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7105640"/>
        <c:axId val="577106424"/>
      </c:barChart>
      <c:catAx>
        <c:axId val="577105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6424"/>
        <c:crosses val="autoZero"/>
        <c:auto val="1"/>
        <c:lblAlgn val="ctr"/>
        <c:lblOffset val="100"/>
        <c:noMultiLvlLbl val="0"/>
      </c:catAx>
      <c:valAx>
        <c:axId val="5771064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5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7106816"/>
        <c:axId val="577105248"/>
      </c:barChart>
      <c:catAx>
        <c:axId val="5771068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5248"/>
        <c:crosses val="autoZero"/>
        <c:auto val="1"/>
        <c:lblAlgn val="ctr"/>
        <c:lblOffset val="100"/>
        <c:noMultiLvlLbl val="0"/>
      </c:catAx>
      <c:valAx>
        <c:axId val="577105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6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7107600"/>
        <c:axId val="577108384"/>
      </c:barChart>
      <c:catAx>
        <c:axId val="577107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8384"/>
        <c:crosses val="autoZero"/>
        <c:auto val="1"/>
        <c:lblAlgn val="ctr"/>
        <c:lblOffset val="100"/>
        <c:noMultiLvlLbl val="0"/>
      </c:catAx>
      <c:valAx>
        <c:axId val="577108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7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7104856"/>
        <c:axId val="576884056"/>
      </c:barChart>
      <c:catAx>
        <c:axId val="5771048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6884056"/>
        <c:crosses val="autoZero"/>
        <c:auto val="1"/>
        <c:lblAlgn val="ctr"/>
        <c:lblOffset val="100"/>
        <c:noMultiLvlLbl val="0"/>
      </c:catAx>
      <c:valAx>
        <c:axId val="5768840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71048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6884448"/>
        <c:axId val="576880528"/>
      </c:barChart>
      <c:catAx>
        <c:axId val="576884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6880528"/>
        <c:crosses val="autoZero"/>
        <c:auto val="1"/>
        <c:lblAlgn val="ctr"/>
        <c:lblOffset val="100"/>
        <c:noMultiLvlLbl val="0"/>
      </c:catAx>
      <c:valAx>
        <c:axId val="576880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6884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6885232"/>
        <c:axId val="576886016"/>
      </c:barChart>
      <c:catAx>
        <c:axId val="5768852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6886016"/>
        <c:crosses val="autoZero"/>
        <c:auto val="1"/>
        <c:lblAlgn val="ctr"/>
        <c:lblOffset val="100"/>
        <c:noMultiLvlLbl val="0"/>
      </c:catAx>
      <c:valAx>
        <c:axId val="576886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68852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76883664"/>
        <c:axId val="576878960"/>
      </c:barChart>
      <c:catAx>
        <c:axId val="57688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6878960"/>
        <c:crosses val="autoZero"/>
        <c:auto val="1"/>
        <c:lblAlgn val="ctr"/>
        <c:lblOffset val="100"/>
        <c:noMultiLvlLbl val="0"/>
      </c:catAx>
      <c:valAx>
        <c:axId val="5768789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768836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12.02.2026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12.02.2026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12.02.2026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12.02.2026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12.02.2026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err="1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12.02.2026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972000"/>
            <a:chOff x="25306" y="4006835"/>
            <a:chExt cx="1924271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744491"/>
              <a:chOff x="205921" y="3650153"/>
              <a:chExt cx="1872546" cy="74449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5598553" y="3672278"/>
            <a:ext cx="1817203" cy="694126"/>
            <a:chOff x="2249053" y="5542333"/>
            <a:chExt cx="181720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84065" cy="653144"/>
              <a:chOff x="2312464" y="5535330"/>
              <a:chExt cx="178406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u="sng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u="sng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911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основные шаги </a:t>
                </a:r>
              </a:p>
              <a:p>
                <a:r>
                  <a:rPr lang="ru-RU" sz="1400" dirty="0" smtClean="0"/>
                  <a:t>алгоритма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824439" y="1777171"/>
            <a:ext cx="1889878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8" y="1654446"/>
              <a:ext cx="1692000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68353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запроса</a:t>
              </a:r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запроса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66337" y="147525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57653" y="1586947"/>
            <a:ext cx="3534347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Необходимо добавить контейнер соответствия вызывающей функции уровню логирования.</a:t>
            </a:r>
          </a:p>
          <a:p>
            <a:endParaRPr lang="ru-RU" sz="1400" dirty="0"/>
          </a:p>
          <a:p>
            <a:r>
              <a:rPr lang="ru-RU" sz="1400" dirty="0"/>
              <a:t>П</a:t>
            </a:r>
            <a:r>
              <a:rPr lang="ru-RU" sz="1400" dirty="0" smtClean="0"/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меньше аргументов использовать;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/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12.02.2026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12.02.2026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841243" y="5274170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563469"/>
              </p:ext>
            </p:extLst>
          </p:nvPr>
        </p:nvGraphicFramePr>
        <p:xfrm>
          <a:off x="9309688" y="3853110"/>
          <a:ext cx="2493579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kav_fileOperations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66% files, 67%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kav_logger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69%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320647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97%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51%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785052"/>
              </p:ext>
            </p:extLst>
          </p:nvPr>
        </p:nvGraphicFramePr>
        <p:xfrm>
          <a:off x="6304909" y="3853110"/>
          <a:ext cx="2493579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kav_fileOperations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28%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46%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948576"/>
              </p:ext>
            </p:extLst>
          </p:nvPr>
        </p:nvGraphicFramePr>
        <p:xfrm>
          <a:off x="3305705" y="3860800"/>
          <a:ext cx="2493579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kav_fileOperations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67%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83%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48%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</a:t>
            </a:r>
            <a:r>
              <a:rPr lang="ru-RU" smtClean="0"/>
              <a:t>сложные функции </a:t>
            </a:r>
            <a:r>
              <a:rPr lang="ru-RU" dirty="0" smtClean="0"/>
              <a:t>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3405" y="4270252"/>
            <a:ext cx="2893042" cy="1620000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84805" y="4256397"/>
            <a:ext cx="2876274" cy="1620000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4830489"/>
            <a:ext cx="1789957" cy="978996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4991086"/>
            <a:ext cx="1540875" cy="81787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706199"/>
            <a:ext cx="1415007" cy="82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21664</TotalTime>
  <Words>2514</Words>
  <Application>Microsoft Office PowerPoint</Application>
  <PresentationFormat>Широкоэкранный</PresentationFormat>
  <Paragraphs>798</Paragraphs>
  <Slides>30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763</cp:revision>
  <dcterms:created xsi:type="dcterms:W3CDTF">2025-10-14T05:54:15Z</dcterms:created>
  <dcterms:modified xsi:type="dcterms:W3CDTF">2026-02-12T07:55:02Z</dcterms:modified>
</cp:coreProperties>
</file>
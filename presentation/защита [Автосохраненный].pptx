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8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9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291" r:id="rId11"/>
    <p:sldId id="279" r:id="rId12"/>
    <p:sldId id="292" r:id="rId13"/>
    <p:sldId id="293" r:id="rId14"/>
    <p:sldId id="280" r:id="rId15"/>
    <p:sldId id="281" r:id="rId16"/>
    <p:sldId id="294" r:id="rId17"/>
    <p:sldId id="295" r:id="rId18"/>
    <p:sldId id="296" r:id="rId19"/>
    <p:sldId id="300" r:id="rId20"/>
    <p:sldId id="298" r:id="rId21"/>
    <p:sldId id="283" r:id="rId22"/>
    <p:sldId id="272" r:id="rId23"/>
    <p:sldId id="259" r:id="rId24"/>
    <p:sldId id="271" r:id="rId25"/>
    <p:sldId id="287" r:id="rId26"/>
    <p:sldId id="285" r:id="rId27"/>
    <p:sldId id="290" r:id="rId28"/>
    <p:sldId id="297" r:id="rId29"/>
    <p:sldId id="257" r:id="rId30"/>
    <p:sldId id="269" r:id="rId31"/>
    <p:sldId id="289" r:id="rId32"/>
    <p:sldId id="278" r:id="rId33"/>
    <p:sldId id="258" r:id="rId34"/>
    <p:sldId id="276" r:id="rId35"/>
    <p:sldId id="277" r:id="rId36"/>
    <p:sldId id="288" r:id="rId37"/>
    <p:sldId id="263" r:id="rId3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96" d="100"/>
          <a:sy n="96" d="100"/>
        </p:scale>
        <p:origin x="90" y="432"/>
      </p:cViewPr>
      <p:guideLst>
        <p:guide orient="horz" pos="3748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43544"/>
        <c:axId val="408050992"/>
      </c:barChart>
      <c:catAx>
        <c:axId val="408043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50992"/>
        <c:crosses val="autoZero"/>
        <c:auto val="1"/>
        <c:lblAlgn val="ctr"/>
        <c:lblOffset val="100"/>
        <c:noMultiLvlLbl val="0"/>
      </c:catAx>
      <c:valAx>
        <c:axId val="408050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35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50600"/>
        <c:axId val="408043936"/>
      </c:barChart>
      <c:catAx>
        <c:axId val="408050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3936"/>
        <c:crosses val="autoZero"/>
        <c:auto val="1"/>
        <c:lblAlgn val="ctr"/>
        <c:lblOffset val="100"/>
        <c:noMultiLvlLbl val="0"/>
      </c:catAx>
      <c:valAx>
        <c:axId val="408043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50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45112"/>
        <c:axId val="319705504"/>
      </c:barChart>
      <c:catAx>
        <c:axId val="408045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9705504"/>
        <c:crosses val="autoZero"/>
        <c:auto val="1"/>
        <c:lblAlgn val="ctr"/>
        <c:lblOffset val="100"/>
        <c:noMultiLvlLbl val="0"/>
      </c:catAx>
      <c:valAx>
        <c:axId val="3197055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5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5914080"/>
        <c:axId val="320682160"/>
      </c:barChart>
      <c:catAx>
        <c:axId val="405914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0682160"/>
        <c:crosses val="autoZero"/>
        <c:auto val="1"/>
        <c:lblAlgn val="ctr"/>
        <c:lblOffset val="100"/>
        <c:noMultiLvlLbl val="0"/>
      </c:catAx>
      <c:valAx>
        <c:axId val="320682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5914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20684120"/>
        <c:axId val="320684512"/>
      </c:barChart>
      <c:catAx>
        <c:axId val="320684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0684512"/>
        <c:crosses val="autoZero"/>
        <c:auto val="1"/>
        <c:lblAlgn val="ctr"/>
        <c:lblOffset val="100"/>
        <c:noMultiLvlLbl val="0"/>
      </c:catAx>
      <c:valAx>
        <c:axId val="3206845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0684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18317768"/>
        <c:axId val="234600160"/>
      </c:barChart>
      <c:catAx>
        <c:axId val="318317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34600160"/>
        <c:crosses val="autoZero"/>
        <c:auto val="1"/>
        <c:lblAlgn val="ctr"/>
        <c:lblOffset val="100"/>
        <c:noMultiLvlLbl val="0"/>
      </c:catAx>
      <c:valAx>
        <c:axId val="234600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8317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20337800"/>
        <c:axId val="318023120"/>
      </c:barChart>
      <c:catAx>
        <c:axId val="320337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8023120"/>
        <c:crosses val="autoZero"/>
        <c:auto val="1"/>
        <c:lblAlgn val="ctr"/>
        <c:lblOffset val="100"/>
        <c:noMultiLvlLbl val="0"/>
      </c:catAx>
      <c:valAx>
        <c:axId val="318023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03378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18024296"/>
        <c:axId val="318024688"/>
      </c:barChart>
      <c:catAx>
        <c:axId val="318024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8024688"/>
        <c:crosses val="autoZero"/>
        <c:auto val="1"/>
        <c:lblAlgn val="ctr"/>
        <c:lblOffset val="100"/>
        <c:noMultiLvlLbl val="0"/>
      </c:catAx>
      <c:valAx>
        <c:axId val="31802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8024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46680"/>
        <c:axId val="408045504"/>
      </c:barChart>
      <c:catAx>
        <c:axId val="408046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5504"/>
        <c:crosses val="autoZero"/>
        <c:auto val="1"/>
        <c:lblAlgn val="ctr"/>
        <c:lblOffset val="100"/>
        <c:noMultiLvlLbl val="0"/>
      </c:catAx>
      <c:valAx>
        <c:axId val="4080455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6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45896"/>
        <c:axId val="408046288"/>
      </c:barChart>
      <c:catAx>
        <c:axId val="408045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6288"/>
        <c:crosses val="autoZero"/>
        <c:auto val="1"/>
        <c:lblAlgn val="ctr"/>
        <c:lblOffset val="100"/>
        <c:noMultiLvlLbl val="0"/>
      </c:catAx>
      <c:valAx>
        <c:axId val="408046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5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48640"/>
        <c:axId val="408048248"/>
      </c:barChart>
      <c:catAx>
        <c:axId val="408048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8248"/>
        <c:crosses val="autoZero"/>
        <c:auto val="1"/>
        <c:lblAlgn val="ctr"/>
        <c:lblOffset val="100"/>
        <c:noMultiLvlLbl val="0"/>
      </c:catAx>
      <c:valAx>
        <c:axId val="408048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48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20520584"/>
        <c:axId val="407652544"/>
      </c:barChart>
      <c:catAx>
        <c:axId val="3205205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652544"/>
        <c:crosses val="autoZero"/>
        <c:auto val="1"/>
        <c:lblAlgn val="ctr"/>
        <c:lblOffset val="100"/>
        <c:noMultiLvlLbl val="0"/>
      </c:catAx>
      <c:valAx>
        <c:axId val="407652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05205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</a:t>
                    </a:r>
                    <a:r>
                      <a:rPr lang="en-US" dirty="0" smtClean="0"/>
                      <a:t>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</a:t>
                    </a:r>
                    <a:r>
                      <a:rPr lang="en-US" dirty="0" smtClean="0"/>
                      <a:t>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464768"/>
        <c:axId val="480462024"/>
      </c:barChart>
      <c:catAx>
        <c:axId val="480464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462024"/>
        <c:crosses val="autoZero"/>
        <c:auto val="1"/>
        <c:lblAlgn val="ctr"/>
        <c:lblOffset val="100"/>
        <c:noMultiLvlLbl val="0"/>
      </c:catAx>
      <c:valAx>
        <c:axId val="4804620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464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</a:t>
                    </a:r>
                    <a:r>
                      <a:rPr lang="en-US" dirty="0" smtClean="0"/>
                      <a:t>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</a:t>
                    </a:r>
                    <a:r>
                      <a:rPr lang="en-US" dirty="0" smtClean="0"/>
                      <a:t>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465944"/>
        <c:axId val="480469080"/>
      </c:barChart>
      <c:catAx>
        <c:axId val="480465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469080"/>
        <c:crosses val="autoZero"/>
        <c:auto val="1"/>
        <c:lblAlgn val="ctr"/>
        <c:lblOffset val="100"/>
        <c:noMultiLvlLbl val="0"/>
      </c:catAx>
      <c:valAx>
        <c:axId val="480469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465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</a:t>
                    </a:r>
                    <a:r>
                      <a:rPr lang="en-US" dirty="0" smtClean="0"/>
                      <a:t>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</a:t>
                    </a:r>
                    <a:r>
                      <a:rPr lang="en-US" dirty="0" smtClean="0"/>
                      <a:t>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470256"/>
        <c:axId val="480458888"/>
      </c:barChart>
      <c:catAx>
        <c:axId val="4804702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458888"/>
        <c:crosses val="autoZero"/>
        <c:auto val="1"/>
        <c:lblAlgn val="ctr"/>
        <c:lblOffset val="100"/>
        <c:noMultiLvlLbl val="0"/>
      </c:catAx>
      <c:valAx>
        <c:axId val="4804588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4702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2.2783370859700117E-2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4030608"/>
        <c:axId val="474026688"/>
      </c:barChart>
      <c:catAx>
        <c:axId val="474030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4026688"/>
        <c:crosses val="autoZero"/>
        <c:auto val="1"/>
        <c:lblAlgn val="ctr"/>
        <c:lblOffset val="100"/>
        <c:noMultiLvlLbl val="0"/>
      </c:catAx>
      <c:valAx>
        <c:axId val="474026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4030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2988472"/>
        <c:axId val="473360896"/>
      </c:barChart>
      <c:catAx>
        <c:axId val="4729884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60896"/>
        <c:crosses val="autoZero"/>
        <c:auto val="1"/>
        <c:lblAlgn val="ctr"/>
        <c:lblOffset val="100"/>
        <c:noMultiLvlLbl val="0"/>
      </c:catAx>
      <c:valAx>
        <c:axId val="473360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29884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3364424"/>
        <c:axId val="473365600"/>
      </c:barChart>
      <c:catAx>
        <c:axId val="473364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65600"/>
        <c:crosses val="autoZero"/>
        <c:auto val="1"/>
        <c:lblAlgn val="ctr"/>
        <c:lblOffset val="100"/>
        <c:noMultiLvlLbl val="0"/>
      </c:catAx>
      <c:valAx>
        <c:axId val="473365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64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01.01.2026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01.01.2026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49.png"/><Relationship Id="rId7" Type="http://schemas.openxmlformats.org/officeDocument/2006/relationships/image" Target="../media/image76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88.png"/><Relationship Id="rId2" Type="http://schemas.openxmlformats.org/officeDocument/2006/relationships/image" Target="../media/image48.png"/><Relationship Id="rId16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98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97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9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0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14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9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12.png"/><Relationship Id="rId10" Type="http://schemas.openxmlformats.org/officeDocument/2006/relationships/image" Target="../media/image108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7.png"/><Relationship Id="rId14" Type="http://schemas.openxmlformats.org/officeDocument/2006/relationships/image" Target="../media/image11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5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11" Type="http://schemas.openxmlformats.org/officeDocument/2006/relationships/image" Target="../media/image121.png"/><Relationship Id="rId5" Type="http://schemas.openxmlformats.org/officeDocument/2006/relationships/image" Target="../media/image101.png"/><Relationship Id="rId10" Type="http://schemas.openxmlformats.org/officeDocument/2006/relationships/image" Target="../media/image120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10" Type="http://schemas.openxmlformats.org/officeDocument/2006/relationships/image" Target="../media/image129.png"/><Relationship Id="rId4" Type="http://schemas.openxmlformats.org/officeDocument/2006/relationships/image" Target="../media/image123.png"/><Relationship Id="rId9" Type="http://schemas.openxmlformats.org/officeDocument/2006/relationships/image" Target="../media/image1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79" y="1772738"/>
            <a:ext cx="763597" cy="108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4849" y="2729627"/>
            <a:ext cx="11128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документов</a:t>
            </a:r>
            <a:endParaRPr lang="ru-RU" sz="10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865188" y="221399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603" y="1678618"/>
            <a:ext cx="1087948" cy="1538748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3569551" y="2213992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2670351" y="2975848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528" y="1723035"/>
            <a:ext cx="962817" cy="1361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6580" y="2867946"/>
            <a:ext cx="11769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определить 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7274344" y="22434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Блок-схема: типовой процесс 17"/>
          <p:cNvSpPr/>
          <p:nvPr/>
        </p:nvSpPr>
        <p:spPr>
          <a:xfrm>
            <a:off x="4321672" y="1413402"/>
            <a:ext cx="3652289" cy="1978728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740" y="1678618"/>
            <a:ext cx="1087948" cy="1538748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5793475" y="22034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4896513" y="2961692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cxnSp>
        <p:nvCxnSpPr>
          <p:cNvPr id="23" name="Соединительная линия уступом 22"/>
          <p:cNvCxnSpPr>
            <a:stCxn id="14" idx="0"/>
          </p:cNvCxnSpPr>
          <p:nvPr/>
        </p:nvCxnSpPr>
        <p:spPr>
          <a:xfrm rot="16200000" flipH="1" flipV="1">
            <a:off x="5924555" y="1039077"/>
            <a:ext cx="184424" cy="1552340"/>
          </a:xfrm>
          <a:prstGeom prst="bentConnector4">
            <a:avLst>
              <a:gd name="adj1" fmla="val -123953"/>
              <a:gd name="adj2" fmla="val 10034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Блок-схема: типовой процесс 31"/>
          <p:cNvSpPr/>
          <p:nvPr/>
        </p:nvSpPr>
        <p:spPr>
          <a:xfrm>
            <a:off x="2030805" y="3883372"/>
            <a:ext cx="7869652" cy="2183483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/>
          <p:cNvSpPr txBox="1"/>
          <p:nvPr/>
        </p:nvSpPr>
        <p:spPr>
          <a:xfrm>
            <a:off x="8150924" y="177542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44238" y="47868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2901733" y="394011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1765" y="4143336"/>
            <a:ext cx="499936" cy="707088"/>
          </a:xfrm>
          <a:prstGeom prst="rect">
            <a:avLst/>
          </a:prstGeom>
        </p:spPr>
      </p:pic>
      <p:sp>
        <p:nvSpPr>
          <p:cNvPr id="40" name="Стрелка вправо 39"/>
          <p:cNvSpPr/>
          <p:nvPr/>
        </p:nvSpPr>
        <p:spPr>
          <a:xfrm rot="5400000">
            <a:off x="3280494" y="512187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451695" y="5004451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3808012" y="5650036"/>
            <a:ext cx="17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Word, {docID, 1}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4238" y="4508143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79" y="5073266"/>
            <a:ext cx="763598" cy="1080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68200" y="56513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47" name="Стрелка вправо 46"/>
          <p:cNvSpPr/>
          <p:nvPr/>
        </p:nvSpPr>
        <p:spPr>
          <a:xfrm>
            <a:off x="4131972" y="439975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4003956" y="4166438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4561797" y="3924451"/>
            <a:ext cx="976238" cy="953024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4811493" y="4130736"/>
            <a:ext cx="580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docID</a:t>
            </a:r>
            <a:r>
              <a:rPr lang="ru-RU" sz="1200" dirty="0" smtClean="0"/>
              <a:t> </a:t>
            </a:r>
            <a:endParaRPr lang="en-US" sz="1200" dirty="0" smtClean="0"/>
          </a:p>
          <a:p>
            <a:r>
              <a:rPr lang="ru-RU" sz="1200" dirty="0" smtClean="0"/>
              <a:t>==</a:t>
            </a:r>
            <a:endParaRPr lang="en-US" sz="1200" dirty="0" smtClean="0"/>
          </a:p>
          <a:p>
            <a:r>
              <a:rPr lang="ru-RU" sz="1200" dirty="0" smtClean="0"/>
              <a:t> </a:t>
            </a:r>
            <a:r>
              <a:rPr lang="en-US" sz="1200" dirty="0" smtClean="0"/>
              <a:t>docID</a:t>
            </a:r>
            <a:endParaRPr lang="ru-RU" sz="1200" dirty="0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4917567" y="498914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706961" y="4830116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4248956" y="5143780"/>
            <a:ext cx="1956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Word, {docID, </a:t>
            </a:r>
            <a:r>
              <a:rPr lang="en-US" dirty="0" smtClean="0"/>
              <a:t>++n}</a:t>
            </a:r>
            <a:endParaRPr lang="ru-RU" dirty="0"/>
          </a:p>
        </p:txBody>
      </p:sp>
      <p:sp>
        <p:nvSpPr>
          <p:cNvPr id="55" name="Стрелка вправо 54"/>
          <p:cNvSpPr/>
          <p:nvPr/>
        </p:nvSpPr>
        <p:spPr>
          <a:xfrm>
            <a:off x="5638367" y="4319760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5538035" y="4057189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5919824" y="4215090"/>
            <a:ext cx="1795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{Word</a:t>
            </a:r>
            <a:r>
              <a:rPr lang="en-US" dirty="0"/>
              <a:t>, {docID, </a:t>
            </a:r>
            <a:r>
              <a:rPr lang="en-US" dirty="0" smtClean="0"/>
              <a:t>n}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7618577" y="42222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7817400" y="4229344"/>
            <a:ext cx="1164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{docID, 1</a:t>
            </a:r>
            <a:r>
              <a:rPr lang="en-US" dirty="0" smtClean="0"/>
              <a:t>}}</a:t>
            </a:r>
            <a:endParaRPr lang="ru-RU" dirty="0"/>
          </a:p>
        </p:txBody>
      </p:sp>
      <p:cxnSp>
        <p:nvCxnSpPr>
          <p:cNvPr id="60" name="Соединительная линия уступом 59"/>
          <p:cNvCxnSpPr>
            <a:stCxn id="32" idx="3"/>
          </p:cNvCxnSpPr>
          <p:nvPr/>
        </p:nvCxnSpPr>
        <p:spPr>
          <a:xfrm flipH="1" flipV="1">
            <a:off x="6096000" y="1133198"/>
            <a:ext cx="3804457" cy="3841916"/>
          </a:xfrm>
          <a:prstGeom prst="bentConnector4">
            <a:avLst>
              <a:gd name="adj1" fmla="val -6009"/>
              <a:gd name="adj2" fmla="val 9978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>
            <a:endCxn id="10" idx="1"/>
          </p:cNvCxnSpPr>
          <p:nvPr/>
        </p:nvCxnSpPr>
        <p:spPr>
          <a:xfrm rot="10800000" flipV="1">
            <a:off x="1865189" y="1133198"/>
            <a:ext cx="4503151" cy="1314794"/>
          </a:xfrm>
          <a:prstGeom prst="bentConnector3">
            <a:avLst>
              <a:gd name="adj1" fmla="val 9983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3286"/>
              </p:ext>
            </p:extLst>
          </p:nvPr>
        </p:nvGraphicFramePr>
        <p:xfrm>
          <a:off x="6306580" y="4841905"/>
          <a:ext cx="308552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180"/>
                <a:gridCol w="2318340"/>
              </a:tblGrid>
              <a:tr h="629555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1" name="Стрелка вправо 60"/>
          <p:cNvSpPr/>
          <p:nvPr/>
        </p:nvSpPr>
        <p:spPr>
          <a:xfrm>
            <a:off x="10005844" y="4979616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6606" y="3871044"/>
            <a:ext cx="1423164" cy="2012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04879326"/>
              </p:ext>
            </p:extLst>
          </p:nvPr>
        </p:nvGraphicFramePr>
        <p:xfrm>
          <a:off x="1771650" y="2029224"/>
          <a:ext cx="8648700" cy="3288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37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18498</TotalTime>
  <Words>2077</Words>
  <Application>Microsoft Office PowerPoint</Application>
  <PresentationFormat>Широкоэкранный</PresentationFormat>
  <Paragraphs>659</Paragraphs>
  <Slides>37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0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549</cp:revision>
  <dcterms:created xsi:type="dcterms:W3CDTF">2025-10-14T05:54:15Z</dcterms:created>
  <dcterms:modified xsi:type="dcterms:W3CDTF">2026-01-01T16:04:30Z</dcterms:modified>
</cp:coreProperties>
</file>
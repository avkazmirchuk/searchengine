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6"/>
  </p:notesMasterIdLst>
  <p:sldIdLst>
    <p:sldId id="256" r:id="rId2"/>
    <p:sldId id="274" r:id="rId3"/>
    <p:sldId id="275" r:id="rId4"/>
    <p:sldId id="284" r:id="rId5"/>
    <p:sldId id="273" r:id="rId6"/>
    <p:sldId id="257" r:id="rId7"/>
    <p:sldId id="258" r:id="rId8"/>
    <p:sldId id="276" r:id="rId9"/>
    <p:sldId id="277" r:id="rId10"/>
    <p:sldId id="278" r:id="rId11"/>
    <p:sldId id="260" r:id="rId12"/>
    <p:sldId id="263" r:id="rId13"/>
    <p:sldId id="282" r:id="rId14"/>
    <p:sldId id="264" r:id="rId15"/>
    <p:sldId id="266" r:id="rId16"/>
    <p:sldId id="268" r:id="rId17"/>
    <p:sldId id="279" r:id="rId18"/>
    <p:sldId id="280" r:id="rId19"/>
    <p:sldId id="281" r:id="rId20"/>
    <p:sldId id="259" r:id="rId21"/>
    <p:sldId id="269" r:id="rId22"/>
    <p:sldId id="271" r:id="rId23"/>
    <p:sldId id="272" r:id="rId24"/>
    <p:sldId id="283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107" d="100"/>
          <a:sy n="107" d="100"/>
        </p:scale>
        <p:origin x="612" y="114"/>
      </p:cViewPr>
      <p:guideLst>
        <p:guide orient="horz" pos="2160"/>
        <p:guide pos="4294"/>
        <p:guide pos="3840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0765344"/>
        <c:axId val="160761816"/>
      </c:barChart>
      <c:catAx>
        <c:axId val="160765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0761816"/>
        <c:crosses val="autoZero"/>
        <c:auto val="1"/>
        <c:lblAlgn val="ctr"/>
        <c:lblOffset val="100"/>
        <c:noMultiLvlLbl val="0"/>
      </c:catAx>
      <c:valAx>
        <c:axId val="160761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0765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4671408"/>
        <c:axId val="154671800"/>
      </c:barChart>
      <c:catAx>
        <c:axId val="15467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54671800"/>
        <c:crosses val="autoZero"/>
        <c:auto val="1"/>
        <c:lblAlgn val="ctr"/>
        <c:lblOffset val="100"/>
        <c:noMultiLvlLbl val="0"/>
      </c:catAx>
      <c:valAx>
        <c:axId val="15467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546714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557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Функции библиотеки</a:t>
          </a:r>
          <a:endParaRPr lang="ru-RU" sz="2900" kern="1200" dirty="0"/>
        </a:p>
      </dsp:txBody>
      <dsp:txXfrm>
        <a:off x="33955" y="39530"/>
        <a:ext cx="7800548" cy="627655"/>
      </dsp:txXfrm>
    </dsp:sp>
    <dsp:sp modelId="{F2725D4B-59A7-40CF-AA8E-A27EC37530B2}">
      <dsp:nvSpPr>
        <dsp:cNvPr id="0" name=""/>
        <dsp:cNvSpPr/>
      </dsp:nvSpPr>
      <dsp:spPr>
        <a:xfrm>
          <a:off x="0" y="720105"/>
          <a:ext cx="7868458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20105"/>
        <a:ext cx="7868458" cy="480240"/>
      </dsp:txXfrm>
    </dsp:sp>
    <dsp:sp modelId="{6C5C9815-44A2-4551-A509-FE6F0947C3DB}">
      <dsp:nvSpPr>
        <dsp:cNvPr id="0" name=""/>
        <dsp:cNvSpPr/>
      </dsp:nvSpPr>
      <dsp:spPr>
        <a:xfrm>
          <a:off x="0" y="120034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Внутренние функции</a:t>
          </a:r>
          <a:endParaRPr lang="ru-RU" sz="2900" kern="1200" dirty="0"/>
        </a:p>
      </dsp:txBody>
      <dsp:txXfrm>
        <a:off x="33955" y="1234300"/>
        <a:ext cx="7800548" cy="627655"/>
      </dsp:txXfrm>
    </dsp:sp>
    <dsp:sp modelId="{84271FDF-D644-48A5-8BBB-391AF85E26F5}">
      <dsp:nvSpPr>
        <dsp:cNvPr id="0" name=""/>
        <dsp:cNvSpPr/>
      </dsp:nvSpPr>
      <dsp:spPr>
        <a:xfrm>
          <a:off x="0" y="1895910"/>
          <a:ext cx="7868458" cy="1980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95910"/>
        <a:ext cx="7868458" cy="19809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27.11.2025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27.11.2025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27.11.2025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40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diagramData" Target="../diagrams/data1.xml"/><Relationship Id="rId16" Type="http://schemas.openxmlformats.org/officeDocument/2006/relationships/image" Target="../media/image35.png"/><Relationship Id="rId20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30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19" Type="http://schemas.openxmlformats.org/officeDocument/2006/relationships/image" Target="../media/image38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8.png"/><Relationship Id="rId14" Type="http://schemas.openxmlformats.org/officeDocument/2006/relationships/image" Target="../media/image33.png"/><Relationship Id="rId22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" Type="http://schemas.openxmlformats.org/officeDocument/2006/relationships/image" Target="../media/image45.png"/><Relationship Id="rId16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8.png"/><Relationship Id="rId7" Type="http://schemas.openxmlformats.org/officeDocument/2006/relationships/image" Target="../media/image6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Relationship Id="rId9" Type="http://schemas.openxmlformats.org/officeDocument/2006/relationships/image" Target="../media/image7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61.png"/><Relationship Id="rId7" Type="http://schemas.openxmlformats.org/officeDocument/2006/relationships/image" Target="../media/image69.png"/><Relationship Id="rId12" Type="http://schemas.openxmlformats.org/officeDocument/2006/relationships/image" Target="../media/image77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64.png"/><Relationship Id="rId5" Type="http://schemas.openxmlformats.org/officeDocument/2006/relationships/image" Target="../media/image73.png"/><Relationship Id="rId10" Type="http://schemas.openxmlformats.org/officeDocument/2006/relationships/image" Target="../media/image65.png"/><Relationship Id="rId4" Type="http://schemas.openxmlformats.org/officeDocument/2006/relationships/image" Target="../media/image72.png"/><Relationship Id="rId9" Type="http://schemas.openxmlformats.org/officeDocument/2006/relationships/image" Target="../media/image7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8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7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7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80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93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2" Type="http://schemas.openxmlformats.org/officeDocument/2006/relationships/diagramData" Target="../diagrams/data6.xml"/><Relationship Id="rId16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91.png"/><Relationship Id="rId5" Type="http://schemas.openxmlformats.org/officeDocument/2006/relationships/diagramColors" Target="../diagrams/colors6.xml"/><Relationship Id="rId15" Type="http://schemas.openxmlformats.org/officeDocument/2006/relationships/image" Target="../media/image95.png"/><Relationship Id="rId10" Type="http://schemas.openxmlformats.org/officeDocument/2006/relationships/image" Target="../media/image90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89.png"/><Relationship Id="rId14" Type="http://schemas.openxmlformats.org/officeDocument/2006/relationships/image" Target="../media/image9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11" Type="http://schemas.openxmlformats.org/officeDocument/2006/relationships/image" Target="../media/image100.png"/><Relationship Id="rId5" Type="http://schemas.openxmlformats.org/officeDocument/2006/relationships/diagramColors" Target="../diagrams/colors7.xml"/><Relationship Id="rId10" Type="http://schemas.openxmlformats.org/officeDocument/2006/relationships/image" Target="../media/image99.png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9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52907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1632155"/>
            <a:ext cx="10058400" cy="3963973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11483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1471283"/>
            <a:ext cx="2876084" cy="900000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27.11.2025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64" y="2258547"/>
            <a:ext cx="726141" cy="726141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64" y="2984688"/>
            <a:ext cx="788054" cy="44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46" y="2193706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27.11.2025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27.11.2025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27.11.2025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27.11.2025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459" y="533225"/>
            <a:ext cx="2212828" cy="3129730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51496" y="5977464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9863</TotalTime>
  <Words>787</Words>
  <Application>Microsoft Office PowerPoint</Application>
  <PresentationFormat>Широкоэкранный</PresentationFormat>
  <Paragraphs>332</Paragraphs>
  <Slides>24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7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262</cp:revision>
  <dcterms:created xsi:type="dcterms:W3CDTF">2025-10-14T05:54:15Z</dcterms:created>
  <dcterms:modified xsi:type="dcterms:W3CDTF">2025-11-28T12:39:42Z</dcterms:modified>
</cp:coreProperties>
</file>
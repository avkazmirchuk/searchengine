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100" d="100"/>
          <a:sy n="100" d="100"/>
        </p:scale>
        <p:origin x="78" y="252"/>
      </p:cViewPr>
      <p:guideLst>
        <p:guide orient="horz" pos="3838"/>
        <p:guide pos="3840"/>
        <p:guide pos="1232"/>
        <p:guide orient="horz" pos="18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49185608"/>
        <c:axId val="460335064"/>
      </c:barChart>
      <c:catAx>
        <c:axId val="349185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35064"/>
        <c:crosses val="autoZero"/>
        <c:auto val="1"/>
        <c:lblAlgn val="ctr"/>
        <c:lblOffset val="100"/>
        <c:noMultiLvlLbl val="0"/>
      </c:catAx>
      <c:valAx>
        <c:axId val="460335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49185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2.5539999999999998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0338592"/>
        <c:axId val="460338984"/>
      </c:barChart>
      <c:catAx>
        <c:axId val="460338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38984"/>
        <c:crosses val="autoZero"/>
        <c:auto val="1"/>
        <c:lblAlgn val="ctr"/>
        <c:lblOffset val="100"/>
        <c:noMultiLvlLbl val="0"/>
      </c:catAx>
      <c:valAx>
        <c:axId val="460338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0338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diagramData" Target="../diagrams/data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1.pn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12" Type="http://schemas.openxmlformats.org/officeDocument/2006/relationships/image" Target="../media/image30.png"/><Relationship Id="rId2" Type="http://schemas.openxmlformats.org/officeDocument/2006/relationships/image" Target="../media/image48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29.png"/><Relationship Id="rId5" Type="http://schemas.openxmlformats.org/officeDocument/2006/relationships/image" Target="../media/image51.png"/><Relationship Id="rId1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0.png"/><Relationship Id="rId9" Type="http://schemas.openxmlformats.org/officeDocument/2006/relationships/image" Target="../media/image54.png"/><Relationship Id="rId1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6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1.png"/><Relationship Id="rId12" Type="http://schemas.openxmlformats.org/officeDocument/2006/relationships/image" Target="../media/image105.png"/><Relationship Id="rId2" Type="http://schemas.openxmlformats.org/officeDocument/2006/relationships/diagramData" Target="../diagrams/data3.xml"/><Relationship Id="rId16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11" Type="http://schemas.openxmlformats.org/officeDocument/2006/relationships/image" Target="../media/image53.png"/><Relationship Id="rId5" Type="http://schemas.openxmlformats.org/officeDocument/2006/relationships/diagramColors" Target="../diagrams/colors3.xml"/><Relationship Id="rId15" Type="http://schemas.openxmlformats.org/officeDocument/2006/relationships/image" Target="../media/image108.png"/><Relationship Id="rId10" Type="http://schemas.openxmlformats.org/officeDocument/2006/relationships/image" Target="../media/image104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03.png"/><Relationship Id="rId14" Type="http://schemas.openxmlformats.org/officeDocument/2006/relationships/image" Target="../media/image10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717656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729867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169755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440695517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257951" y="4028267"/>
            <a:ext cx="5557483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16611</TotalTime>
  <Words>1297</Words>
  <Application>Microsoft Office PowerPoint</Application>
  <PresentationFormat>Широкоэкранный</PresentationFormat>
  <Paragraphs>466</Paragraphs>
  <Slides>26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473</cp:revision>
  <dcterms:created xsi:type="dcterms:W3CDTF">2025-10-14T05:54:15Z</dcterms:created>
  <dcterms:modified xsi:type="dcterms:W3CDTF">2025-12-09T16:43:15Z</dcterms:modified>
</cp:coreProperties>
</file>
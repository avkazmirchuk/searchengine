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2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20"/>
      </p:cViewPr>
      <p:guideLst>
        <p:guide orient="horz" pos="3838"/>
        <p:guide pos="3840"/>
        <p:guide pos="1232"/>
        <p:guide orient="horz" pos="18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811000"/>
        <c:axId val="344208696"/>
      </c:barChart>
      <c:catAx>
        <c:axId val="138110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4208696"/>
        <c:crosses val="autoZero"/>
        <c:auto val="1"/>
        <c:lblAlgn val="ctr"/>
        <c:lblOffset val="100"/>
        <c:noMultiLvlLbl val="0"/>
      </c:catAx>
      <c:valAx>
        <c:axId val="344208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3811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2.5539999999999998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43934776"/>
        <c:axId val="343935168"/>
      </c:barChart>
      <c:catAx>
        <c:axId val="343934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3935168"/>
        <c:crosses val="autoZero"/>
        <c:auto val="1"/>
        <c:lblAlgn val="ctr"/>
        <c:lblOffset val="100"/>
        <c:noMultiLvlLbl val="0"/>
      </c:catAx>
      <c:valAx>
        <c:axId val="343935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39347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контейнер путей файлов документов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слайд по тестам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diagramData" Target="../diagrams/data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4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1.png"/><Relationship Id="rId12" Type="http://schemas.openxmlformats.org/officeDocument/2006/relationships/image" Target="../media/image105.png"/><Relationship Id="rId2" Type="http://schemas.openxmlformats.org/officeDocument/2006/relationships/diagramData" Target="../diagrams/data3.xml"/><Relationship Id="rId16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11" Type="http://schemas.openxmlformats.org/officeDocument/2006/relationships/image" Target="../media/image53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08.png"/><Relationship Id="rId10" Type="http://schemas.openxmlformats.org/officeDocument/2006/relationships/image" Target="../media/image104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3.png"/><Relationship Id="rId14" Type="http://schemas.openxmlformats.org/officeDocument/2006/relationships/image" Target="../media/image10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3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доменом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</a:t>
                      </a:r>
                      <a:r>
                        <a:rPr lang="ru-RU" dirty="0" smtClean="0"/>
                        <a:t>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440695517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051037" y="4905682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err="1" smtClean="0">
                  <a:solidFill>
                    <a:schemeClr val="tx1"/>
                  </a:solidFill>
                </a:rPr>
                <a:t>debug</a:t>
              </a:r>
              <a:r>
                <a:rPr lang="ru-RU" sz="1100" dirty="0" smtClean="0">
                  <a:solidFill>
                    <a:schemeClr val="tx1"/>
                  </a:solidFill>
                </a:rPr>
                <a:t>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kav_check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13.12.2025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57951" y="4028267"/>
            <a:ext cx="5557483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17146</TotalTime>
  <Words>1315</Words>
  <Application>Microsoft Office PowerPoint</Application>
  <PresentationFormat>Широкоэкранный</PresentationFormat>
  <Paragraphs>473</Paragraphs>
  <Slides>26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478</cp:revision>
  <dcterms:created xsi:type="dcterms:W3CDTF">2025-10-14T05:54:15Z</dcterms:created>
  <dcterms:modified xsi:type="dcterms:W3CDTF">2025-12-13T16:32:24Z</dcterms:modified>
</cp:coreProperties>
</file>
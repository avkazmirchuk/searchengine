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30" userDrawn="1">
          <p15:clr>
            <a:srgbClr val="A4A3A4"/>
          </p15:clr>
        </p15:guide>
        <p15:guide id="2" pos="4498" userDrawn="1">
          <p15:clr>
            <a:srgbClr val="A4A3A4"/>
          </p15:clr>
        </p15:guide>
        <p15:guide id="3" pos="2026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3430"/>
        <p:guide pos="4498"/>
        <p:guide pos="2026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6111792"/>
        <c:axId val="406112576"/>
      </c:barChart>
      <c:catAx>
        <c:axId val="406111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12576"/>
        <c:crosses val="autoZero"/>
        <c:auto val="1"/>
        <c:lblAlgn val="ctr"/>
        <c:lblOffset val="100"/>
        <c:noMultiLvlLbl val="0"/>
      </c:catAx>
      <c:valAx>
        <c:axId val="4061125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11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6114536"/>
        <c:axId val="406113360"/>
      </c:barChart>
      <c:catAx>
        <c:axId val="406114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13360"/>
        <c:crosses val="autoZero"/>
        <c:auto val="1"/>
        <c:lblAlgn val="ctr"/>
        <c:lblOffset val="100"/>
        <c:noMultiLvlLbl val="0"/>
      </c:catAx>
      <c:valAx>
        <c:axId val="406113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6114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46520">
          <a:off x="6016071" y="3148663"/>
          <a:ext cx="2423204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204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175" y="2424724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268" y="2503817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28235">
          <a:off x="5960573" y="1942563"/>
          <a:ext cx="39426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67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1" y="18737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6122" y="106618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53010">
          <a:off x="5876740" y="1965495"/>
          <a:ext cx="249466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66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75" y="2281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856" y="110694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2.png"/><Relationship Id="rId7" Type="http://schemas.openxmlformats.org/officeDocument/2006/relationships/image" Target="../media/image55.png"/><Relationship Id="rId12" Type="http://schemas.openxmlformats.org/officeDocument/2006/relationships/image" Target="../media/image6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6.png"/><Relationship Id="rId5" Type="http://schemas.openxmlformats.org/officeDocument/2006/relationships/image" Target="../media/image45.png"/><Relationship Id="rId10" Type="http://schemas.openxmlformats.org/officeDocument/2006/relationships/image" Target="../media/image65.png"/><Relationship Id="rId4" Type="http://schemas.openxmlformats.org/officeDocument/2006/relationships/image" Target="../media/image44.png"/><Relationship Id="rId9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12" Type="http://schemas.openxmlformats.org/officeDocument/2006/relationships/image" Target="../media/image74.png"/><Relationship Id="rId2" Type="http://schemas.openxmlformats.org/officeDocument/2006/relationships/image" Target="../media/image68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54.png"/><Relationship Id="rId5" Type="http://schemas.openxmlformats.org/officeDocument/2006/relationships/image" Target="../media/image70.png"/><Relationship Id="rId15" Type="http://schemas.openxmlformats.org/officeDocument/2006/relationships/image" Target="../media/image77.png"/><Relationship Id="rId10" Type="http://schemas.openxmlformats.org/officeDocument/2006/relationships/image" Target="../media/image55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Relationship Id="rId1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5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4.png"/><Relationship Id="rId7" Type="http://schemas.openxmlformats.org/officeDocument/2006/relationships/image" Target="../media/image52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79.png"/><Relationship Id="rId4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00.png"/><Relationship Id="rId12" Type="http://schemas.openxmlformats.org/officeDocument/2006/relationships/image" Target="../media/image104.png"/><Relationship Id="rId2" Type="http://schemas.openxmlformats.org/officeDocument/2006/relationships/diagramData" Target="../diagrams/data2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openxmlformats.org/officeDocument/2006/relationships/image" Target="../media/image58.png"/><Relationship Id="rId5" Type="http://schemas.openxmlformats.org/officeDocument/2006/relationships/diagramColors" Target="../diagrams/colors2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9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112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Relationship Id="rId9" Type="http://schemas.openxmlformats.org/officeDocument/2006/relationships/image" Target="../media/image1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20.png"/><Relationship Id="rId7" Type="http://schemas.openxmlformats.org/officeDocument/2006/relationships/image" Target="../media/image1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10" Type="http://schemas.openxmlformats.org/officeDocument/2006/relationships/image" Target="../media/image127.png"/><Relationship Id="rId4" Type="http://schemas.openxmlformats.org/officeDocument/2006/relationships/image" Target="../media/image121.png"/><Relationship Id="rId9" Type="http://schemas.openxmlformats.org/officeDocument/2006/relationships/image" Target="../media/image12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64911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213360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7" y="3005264"/>
            <a:ext cx="491750" cy="69551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29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01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341" y="2285004"/>
            <a:ext cx="900000" cy="127292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640" y="2227773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632" y="2231053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510" y="2236305"/>
            <a:ext cx="763599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713" y="2235975"/>
            <a:ext cx="763598" cy="108000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0582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55" y="2358789"/>
            <a:ext cx="540000" cy="763752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794" y="2365278"/>
            <a:ext cx="540000" cy="76375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108" y="3171490"/>
            <a:ext cx="720000" cy="509064"/>
          </a:xfrm>
          <a:prstGeom prst="rect">
            <a:avLst/>
          </a:prstGeom>
        </p:spPr>
      </p:pic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84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</a:t>
            </a:r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751" y="2359934"/>
            <a:ext cx="540000" cy="763752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51" y="2364149"/>
            <a:ext cx="540000" cy="76375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</a:t>
            </a:r>
            <a:r>
              <a:rPr lang="ru-RU" dirty="0" smtClean="0"/>
              <a:t>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</a:t>
            </a:r>
            <a:r>
              <a:rPr lang="ru-RU" dirty="0" smtClean="0"/>
              <a:t>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</a:t>
            </a:r>
            <a:r>
              <a:rPr lang="ru-RU" dirty="0" smtClean="0"/>
              <a:t>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319" y="3232414"/>
            <a:ext cx="540000" cy="381798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  <a:endParaRPr lang="ru-RU" sz="4000" dirty="0"/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3195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4571" y="4373589"/>
            <a:ext cx="1399923" cy="198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21500"/>
            <a:ext cx="381798" cy="540000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66" y="2358351"/>
            <a:ext cx="540000" cy="763752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8153" y="2357421"/>
            <a:ext cx="540000" cy="763752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405" y="1992777"/>
            <a:ext cx="763598" cy="1080000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738" y="4502026"/>
            <a:ext cx="763598" cy="1080000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82" y="4888930"/>
            <a:ext cx="540000" cy="763752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65" y="4890512"/>
            <a:ext cx="540000" cy="76375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887" y="5756367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  <a:endParaRPr lang="ru-RU" sz="4000" dirty="0"/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384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</a:t>
            </a:r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pic>
        <p:nvPicPr>
          <p:cNvPr id="266" name="Рисунок 2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pic>
        <p:nvPicPr>
          <p:cNvPr id="153" name="Рисунок 15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pic>
        <p:nvPicPr>
          <p:cNvPr id="110" name="Рисунок 10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pic>
        <p:nvPicPr>
          <p:cNvPr id="115" name="Рисунок 1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</a:t>
            </a:r>
            <a:r>
              <a:rPr lang="ru-RU" sz="1000" dirty="0" smtClean="0"/>
              <a:t>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</a:t>
            </a:r>
            <a:r>
              <a:rPr lang="ru-RU" sz="1000" dirty="0" smtClean="0"/>
              <a:t>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9264" y="4031169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1449387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735012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0" y="1846263"/>
          <a:ext cx="4938713" cy="3049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7254875" y="1846263"/>
          <a:ext cx="4937125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15559</TotalTime>
  <Words>1171</Words>
  <Application>Microsoft Office PowerPoint</Application>
  <PresentationFormat>Широкоэкранный</PresentationFormat>
  <Paragraphs>412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381</cp:revision>
  <dcterms:created xsi:type="dcterms:W3CDTF">2025-10-14T05:54:15Z</dcterms:created>
  <dcterms:modified xsi:type="dcterms:W3CDTF">2025-12-06T17:20:30Z</dcterms:modified>
</cp:coreProperties>
</file>
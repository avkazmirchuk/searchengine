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69" r:id="rId14"/>
    <p:sldId id="272" r:id="rId15"/>
    <p:sldId id="259" r:id="rId16"/>
    <p:sldId id="271" r:id="rId17"/>
    <p:sldId id="287" r:id="rId18"/>
    <p:sldId id="285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26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232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100" d="100"/>
          <a:sy n="100" d="100"/>
        </p:scale>
        <p:origin x="72" y="198"/>
      </p:cViewPr>
      <p:guideLst>
        <p:guide orient="horz" pos="3226"/>
        <p:guide pos="3840"/>
        <p:guide pos="1232"/>
        <p:guide orient="horz" pos="18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-1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24708368"/>
        <c:axId val="424707584"/>
      </c:barChart>
      <c:catAx>
        <c:axId val="424708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4707584"/>
        <c:crosses val="autoZero"/>
        <c:auto val="1"/>
        <c:lblAlgn val="ctr"/>
        <c:lblOffset val="100"/>
        <c:noMultiLvlLbl val="0"/>
      </c:catAx>
      <c:valAx>
        <c:axId val="424707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47083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24709936"/>
        <c:axId val="424709152"/>
      </c:barChart>
      <c:catAx>
        <c:axId val="4247099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4709152"/>
        <c:crosses val="autoZero"/>
        <c:auto val="1"/>
        <c:lblAlgn val="ctr"/>
        <c:lblOffset val="100"/>
        <c:noMultiLvlLbl val="0"/>
      </c:catAx>
      <c:valAx>
        <c:axId val="424709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47099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24.12.2025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контейнер путей файлов документов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</a:t>
            </a:r>
            <a:r>
              <a:rPr lang="ru-RU" dirty="0" smtClean="0"/>
              <a:t>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24.12.2025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24.12.2025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24.12.2025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49.png"/><Relationship Id="rId7" Type="http://schemas.openxmlformats.org/officeDocument/2006/relationships/image" Target="../media/image73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7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9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9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5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04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02.png"/><Relationship Id="rId14" Type="http://schemas.openxmlformats.org/officeDocument/2006/relationships/image" Target="../media/image10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10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11" Type="http://schemas.openxmlformats.org/officeDocument/2006/relationships/image" Target="../media/image116.png"/><Relationship Id="rId5" Type="http://schemas.openxmlformats.org/officeDocument/2006/relationships/image" Target="../media/image96.png"/><Relationship Id="rId10" Type="http://schemas.openxmlformats.org/officeDocument/2006/relationships/image" Target="../media/image115.png"/><Relationship Id="rId4" Type="http://schemas.openxmlformats.org/officeDocument/2006/relationships/image" Target="../media/image111.png"/><Relationship Id="rId9" Type="http://schemas.openxmlformats.org/officeDocument/2006/relationships/image" Target="../media/image11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</a:t>
            </a:r>
            <a:r>
              <a:rPr lang="ru-RU" dirty="0" smtClean="0"/>
              <a:t>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55250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</a:t>
            </a:r>
            <a:r>
              <a:rPr lang="ru-RU" dirty="0" smtClean="0"/>
              <a:t>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</a:t>
            </a:r>
            <a:r>
              <a:rPr lang="ru-RU" dirty="0" smtClean="0"/>
              <a:t>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24.12.2025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24.12.2025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24.12.2025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24.12.2025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24.12.2025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17632</TotalTime>
  <Words>1388</Words>
  <Application>Microsoft Office PowerPoint</Application>
  <PresentationFormat>Широкоэкранный</PresentationFormat>
  <Paragraphs>483</Paragraphs>
  <Slides>26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493</cp:revision>
  <dcterms:created xsi:type="dcterms:W3CDTF">2025-10-14T05:54:15Z</dcterms:created>
  <dcterms:modified xsi:type="dcterms:W3CDTF">2025-12-24T18:33:02Z</dcterms:modified>
</cp:coreProperties>
</file>
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3"/>
  </p:notesMasterIdLst>
  <p:sldIdLst>
    <p:sldId id="256" r:id="rId2"/>
    <p:sldId id="274" r:id="rId3"/>
    <p:sldId id="275" r:id="rId4"/>
    <p:sldId id="273" r:id="rId5"/>
    <p:sldId id="257" r:id="rId6"/>
    <p:sldId id="258" r:id="rId7"/>
    <p:sldId id="276" r:id="rId8"/>
    <p:sldId id="277" r:id="rId9"/>
    <p:sldId id="278" r:id="rId10"/>
    <p:sldId id="260" r:id="rId11"/>
    <p:sldId id="263" r:id="rId12"/>
    <p:sldId id="264" r:id="rId13"/>
    <p:sldId id="266" r:id="rId14"/>
    <p:sldId id="268" r:id="rId15"/>
    <p:sldId id="279" r:id="rId16"/>
    <p:sldId id="280" r:id="rId17"/>
    <p:sldId id="281" r:id="rId18"/>
    <p:sldId id="259" r:id="rId19"/>
    <p:sldId id="269" r:id="rId20"/>
    <p:sldId id="271" r:id="rId21"/>
    <p:sldId id="272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72" y="5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10466240"/>
        <c:axId val="410467808"/>
      </c:barChart>
      <c:catAx>
        <c:axId val="4104662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0467808"/>
        <c:crosses val="autoZero"/>
        <c:auto val="1"/>
        <c:lblAlgn val="ctr"/>
        <c:lblOffset val="100"/>
        <c:noMultiLvlLbl val="0"/>
      </c:catAx>
      <c:valAx>
        <c:axId val="4104678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04662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10468592"/>
        <c:axId val="410468984"/>
      </c:barChart>
      <c:catAx>
        <c:axId val="410468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0468984"/>
        <c:crosses val="autoZero"/>
        <c:auto val="1"/>
        <c:lblAlgn val="ctr"/>
        <c:lblOffset val="100"/>
        <c:noMultiLvlLbl val="0"/>
      </c:catAx>
      <c:valAx>
        <c:axId val="4104689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04685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/>
        <a:lstStyle/>
        <a:p>
          <a:r>
            <a:rPr lang="en-US" sz="4000" b="1" dirty="0" smtClean="0"/>
            <a:t>Search</a:t>
          </a:r>
          <a:endParaRPr lang="ru-RU" sz="4000" b="1" dirty="0" smtClean="0"/>
        </a:p>
        <a:p>
          <a:r>
            <a:rPr lang="en-US" sz="4000" b="1" dirty="0" smtClean="0"/>
            <a:t>Engine</a:t>
          </a:r>
          <a:endParaRPr lang="ru-RU" sz="40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/>
        <a:lstStyle/>
        <a:p>
          <a:r>
            <a:rPr lang="en-US" sz="2000" b="1" dirty="0" smtClean="0"/>
            <a:t>Converter</a:t>
          </a:r>
          <a:endParaRPr lang="ru-RU" sz="2000" b="1" dirty="0" smtClean="0"/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/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/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/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/>
        <a:lstStyle/>
        <a:p>
          <a:r>
            <a:rPr lang="en-US" sz="2000" b="1" dirty="0" smtClean="0"/>
            <a:t>Inverted</a:t>
          </a:r>
          <a:endParaRPr lang="ru-RU" sz="2000" b="1" dirty="0" smtClean="0"/>
        </a:p>
        <a:p>
          <a:r>
            <a:rPr lang="en-US" sz="2000" b="1" dirty="0" smtClean="0"/>
            <a:t>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/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/>
        <a:lstStyle/>
        <a:p>
          <a:r>
            <a:rPr lang="en-US" sz="2000" b="1" dirty="0" smtClean="0"/>
            <a:t>Relevant</a:t>
          </a:r>
          <a:endParaRPr lang="ru-RU" sz="2000" b="1" dirty="0" smtClean="0"/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/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/>
        <a:lstStyle/>
        <a:p>
          <a:r>
            <a:rPr lang="en-US" sz="2000" b="1" dirty="0" smtClean="0"/>
            <a:t>Dispatcher</a:t>
          </a:r>
          <a:endParaRPr lang="ru-RU" sz="2000" b="1" dirty="0" smtClean="0"/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/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F6FE085-77EF-4A9A-B8EE-81CB77FA60C6}">
      <dgm:prSet custT="1"/>
      <dgm:spPr/>
      <dgm:t>
        <a:bodyPr/>
        <a:lstStyle/>
        <a:p>
          <a:r>
            <a:rPr lang="en-US" sz="2000" b="1" dirty="0" smtClean="0"/>
            <a:t>Logger</a:t>
          </a:r>
          <a:endParaRPr lang="ru-RU" sz="2000" b="1" dirty="0"/>
        </a:p>
      </dgm:t>
    </dgm:pt>
    <dgm:pt modelId="{65BAC1C3-4AF8-400A-B2AD-520DF168D1DC}" type="parTrans" cxnId="{2196BA26-E904-44ED-92F9-D92EEF748395}">
      <dgm:prSet/>
      <dgm:spPr/>
      <dgm:t>
        <a:bodyPr/>
        <a:lstStyle/>
        <a:p>
          <a:endParaRPr lang="ru-RU"/>
        </a:p>
      </dgm:t>
    </dgm:pt>
    <dgm:pt modelId="{A854EC9A-F014-45A6-94BF-B4109F6DF2D1}" type="sibTrans" cxnId="{2196BA26-E904-44ED-92F9-D92EEF748395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8" custScaleX="178024" custScaleY="178024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7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8" custScaleX="177138" custScaleY="177138" custRadScaleRad="271822" custRadScaleInc="-28424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7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8" custScaleX="177138" custScaleY="177138" custRadScaleRad="270700" custRadScaleInc="2125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7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8" custScaleX="177138" custScaleY="177138" custRadScaleRad="151361" custRadScaleInc="-62941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7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8" custScaleX="177138" custScaleY="177138" custRadScaleRad="150700" custRadScaleInc="-36595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7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8" custScaleX="177138" custScaleY="177138" custRadScaleRad="74931" custRadScaleInc="600029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7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8" custScaleX="177138" custScaleY="177138" custRadScaleRad="270670" custRadScaleInc="68750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31F46467-E6A0-42C5-A15B-7AE11A75F7C2}" type="pres">
      <dgm:prSet presAssocID="{65BAC1C3-4AF8-400A-B2AD-520DF168D1DC}" presName="Name56" presStyleLbl="parChTrans1D2" presStyleIdx="6" presStyleCnt="7"/>
      <dgm:spPr/>
      <dgm:t>
        <a:bodyPr/>
        <a:lstStyle/>
        <a:p>
          <a:endParaRPr lang="ru-RU"/>
        </a:p>
      </dgm:t>
    </dgm:pt>
    <dgm:pt modelId="{E52EBD27-2BBA-443B-88B4-D24ED2FDCF9F}" type="pres">
      <dgm:prSet presAssocID="{4F6FE085-77EF-4A9A-B8EE-81CB77FA60C6}" presName="text0" presStyleLbl="node1" presStyleIdx="7" presStyleCnt="8" custScaleX="177138" custScaleY="177138" custRadScaleRad="270460" custRadScaleInc="-21195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2196BA26-E904-44ED-92F9-D92EEF748395}" srcId="{854A1BCD-286B-4DA3-949B-D8FB85C0D014}" destId="{4F6FE085-77EF-4A9A-B8EE-81CB77FA60C6}" srcOrd="6" destOrd="0" parTransId="{65BAC1C3-4AF8-400A-B2AD-520DF168D1DC}" sibTransId="{A854EC9A-F014-45A6-94BF-B4109F6DF2D1}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7192C2DF-6266-47B6-BC29-DFD1E4CC8357}" type="presOf" srcId="{65BAC1C3-4AF8-400A-B2AD-520DF168D1DC}" destId="{31F46467-E6A0-42C5-A15B-7AE11A75F7C2}" srcOrd="0" destOrd="0" presId="urn:microsoft.com/office/officeart/2008/layout/RadialCluster"/>
    <dgm:cxn modelId="{046BDCA5-24BC-4615-9136-FC27FD57F028}" type="presOf" srcId="{4F6FE085-77EF-4A9A-B8EE-81CB77FA60C6}" destId="{E52EBD27-2BBA-443B-88B4-D24ED2FDCF9F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  <dgm:cxn modelId="{E2154B86-F6B5-42D8-BA2D-44383FD5CF3B}" type="presParOf" srcId="{5E52D266-CB75-4768-8AAD-3E1F25AADB5A}" destId="{31F46467-E6A0-42C5-A15B-7AE11A75F7C2}" srcOrd="13" destOrd="0" presId="urn:microsoft.com/office/officeart/2008/layout/RadialCluster"/>
    <dgm:cxn modelId="{ABBCF2C9-EFD4-466D-AE23-B1B1821030AC}" type="presParOf" srcId="{5E52D266-CB75-4768-8AAD-3E1F25AADB5A}" destId="{E52EBD27-2BBA-443B-88B4-D24ED2FDCF9F}" srcOrd="14" destOrd="0" presId="urn:microsoft.com/office/officeart/2008/layout/RadialCluster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/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список путей файлов документов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Operations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прочитанные документы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07803589-D453-48D7-A432-990B1722E9A2}">
      <dgm:prSet phldrT="[Текст]"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1B98C7DA-D7DB-4B41-BDB8-BCE8E4C0192A}" type="parTrans" cxnId="{A1499456-1E04-4E29-AC30-AC7FB907B67E}">
      <dgm:prSet/>
      <dgm:spPr/>
      <dgm:t>
        <a:bodyPr/>
        <a:lstStyle/>
        <a:p>
          <a:endParaRPr lang="ru-RU"/>
        </a:p>
      </dgm:t>
    </dgm:pt>
    <dgm:pt modelId="{AFA444ED-C78D-4F6D-B8AD-5A2F050901A2}" type="sibTrans" cxnId="{A1499456-1E04-4E29-AC30-AC7FB907B67E}">
      <dgm:prSet/>
      <dgm:spPr/>
      <dgm:t>
        <a:bodyPr/>
        <a:lstStyle/>
        <a:p>
          <a:endParaRPr lang="ru-RU"/>
        </a:p>
      </dgm:t>
    </dgm:pt>
    <dgm:pt modelId="{3FC824AE-D02E-444B-8379-0A8FFC590B87}">
      <dgm:prSet phldrT="[Текст]"/>
      <dgm:spPr/>
      <dgm:t>
        <a:bodyPr/>
        <a:lstStyle/>
        <a:p>
          <a:r>
            <a:rPr lang="ru-RU" dirty="0" smtClean="0"/>
            <a:t>ссылка на базу документов</a:t>
          </a:r>
          <a:endParaRPr lang="ru-RU" dirty="0"/>
        </a:p>
      </dgm:t>
    </dgm:pt>
    <dgm:pt modelId="{805612A3-7F88-4DA8-89DC-5DDAF7DDC8FC}" type="parTrans" cxnId="{03EEECD4-7C5B-4892-9400-D26304A37D13}">
      <dgm:prSet/>
      <dgm:spPr/>
      <dgm:t>
        <a:bodyPr/>
        <a:lstStyle/>
        <a:p>
          <a:endParaRPr lang="ru-RU"/>
        </a:p>
      </dgm:t>
    </dgm:pt>
    <dgm:pt modelId="{E84E3F8C-7C62-4F64-AC75-E17EEA82D445}" type="sibTrans" cxnId="{03EEECD4-7C5B-4892-9400-D26304A37D13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3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3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F3108C58-D776-4099-BE02-CF4208FB9CC3}" type="pres">
      <dgm:prSet presAssocID="{99708AB0-1646-4132-BB14-3DF8F6758D28}" presName="aSpace" presStyleCnt="0"/>
      <dgm:spPr/>
    </dgm:pt>
    <dgm:pt modelId="{BB45E4EC-1CC9-4F9E-8F7F-23BB47DA9CD4}" type="pres">
      <dgm:prSet presAssocID="{07803589-D453-48D7-A432-990B1722E9A2}" presName="compNode" presStyleCnt="0"/>
      <dgm:spPr/>
    </dgm:pt>
    <dgm:pt modelId="{60C838F3-784D-48D5-9890-0D8567F2A8E9}" type="pres">
      <dgm:prSet presAssocID="{07803589-D453-48D7-A432-990B1722E9A2}" presName="noGeometry" presStyleCnt="0"/>
      <dgm:spPr/>
    </dgm:pt>
    <dgm:pt modelId="{DD91B7DA-3D09-40A2-870E-D63ED550DC00}" type="pres">
      <dgm:prSet presAssocID="{07803589-D453-48D7-A432-990B1722E9A2}" presName="childTextVisible" presStyleLbl="bg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8ED965C-CC1D-4016-9EDD-9E5620D13E48}" type="pres">
      <dgm:prSet presAssocID="{07803589-D453-48D7-A432-990B1722E9A2}" presName="childTextHidden" presStyleLbl="bgAccFollowNode1" presStyleIdx="2" presStyleCnt="3"/>
      <dgm:spPr/>
      <dgm:t>
        <a:bodyPr/>
        <a:lstStyle/>
        <a:p>
          <a:endParaRPr lang="ru-RU"/>
        </a:p>
      </dgm:t>
    </dgm:pt>
    <dgm:pt modelId="{18B87B03-25AC-4DAC-8711-93139D44A946}" type="pres">
      <dgm:prSet presAssocID="{07803589-D453-48D7-A432-990B1722E9A2}" presName="parentText" presStyleLbl="node1" presStyleIdx="2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</dgm:ptLst>
  <dgm:cxnLst>
    <dgm:cxn modelId="{BC94F650-8354-4134-88AD-D0D7CC39700C}" type="presOf" srcId="{99708AB0-1646-4132-BB14-3DF8F6758D28}" destId="{0A88A3E8-7701-48D6-969C-59DBA88CA534}" srcOrd="0" destOrd="0" presId="urn:microsoft.com/office/officeart/2005/8/layout/hProcess6"/>
    <dgm:cxn modelId="{6A6DE0BF-644C-4902-ACB7-816578CBB663}" type="presOf" srcId="{3FC824AE-D02E-444B-8379-0A8FFC590B87}" destId="{DD91B7DA-3D09-40A2-870E-D63ED550DC00}" srcOrd="0" destOrd="0" presId="urn:microsoft.com/office/officeart/2005/8/layout/hProcess6"/>
    <dgm:cxn modelId="{4F36F87D-1865-4C4F-9A1B-94447F6D7D58}" type="presOf" srcId="{F7887599-5144-4F89-A6FD-21AD526F0AC5}" destId="{DFB0D441-0B51-4119-A4EA-2C95C6F52CAD}" srcOrd="0" destOrd="0" presId="urn:microsoft.com/office/officeart/2005/8/layout/hProcess6"/>
    <dgm:cxn modelId="{2E4BC598-88FA-4399-81E1-0AC293A32523}" type="presOf" srcId="{8DB3673A-1FB4-4230-9129-2F630C046F7A}" destId="{B0B6F61C-C060-4C4C-96BF-4EE40B41E6A0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03EEECD4-7C5B-4892-9400-D26304A37D13}" srcId="{07803589-D453-48D7-A432-990B1722E9A2}" destId="{3FC824AE-D02E-444B-8379-0A8FFC590B87}" srcOrd="0" destOrd="0" parTransId="{805612A3-7F88-4DA8-89DC-5DDAF7DDC8FC}" sibTransId="{E84E3F8C-7C62-4F64-AC75-E17EEA82D445}"/>
    <dgm:cxn modelId="{C822799F-3EEA-4D6E-A411-BD24AA026E99}" type="presOf" srcId="{A83CD0B5-99BC-4BE5-BEB2-E6030DA5E9B8}" destId="{1FA1B9C7-0E34-4A44-A18B-216DF888F0C5}" srcOrd="0" destOrd="0" presId="urn:microsoft.com/office/officeart/2005/8/layout/hProcess6"/>
    <dgm:cxn modelId="{3C7A481E-66EC-44A3-961F-C73B6A16179B}" type="presOf" srcId="{3FC824AE-D02E-444B-8379-0A8FFC590B87}" destId="{F8ED965C-CC1D-4016-9EDD-9E5620D13E48}" srcOrd="1" destOrd="0" presId="urn:microsoft.com/office/officeart/2005/8/layout/hProcess6"/>
    <dgm:cxn modelId="{6FCA5073-1B97-4837-9662-FE4C4FA0991E}" type="presOf" srcId="{8DB3673A-1FB4-4230-9129-2F630C046F7A}" destId="{493E8DDC-FB4F-479C-B6D3-EC8C78C12EEC}" srcOrd="1" destOrd="0" presId="urn:microsoft.com/office/officeart/2005/8/layout/hProcess6"/>
    <dgm:cxn modelId="{A1499456-1E04-4E29-AC30-AC7FB907B67E}" srcId="{F7887599-5144-4F89-A6FD-21AD526F0AC5}" destId="{07803589-D453-48D7-A432-990B1722E9A2}" srcOrd="2" destOrd="0" parTransId="{1B98C7DA-D7DB-4B41-BDB8-BCE8E4C0192A}" sibTransId="{AFA444ED-C78D-4F6D-B8AD-5A2F050901A2}"/>
    <dgm:cxn modelId="{8B4763C8-040C-4F8A-B653-9DD38A438B15}" type="presOf" srcId="{A83CD0B5-99BC-4BE5-BEB2-E6030DA5E9B8}" destId="{F125536A-C7C4-4ECE-8B6D-D4E95D24701B}" srcOrd="1" destOrd="0" presId="urn:microsoft.com/office/officeart/2005/8/layout/hProcess6"/>
    <dgm:cxn modelId="{A329232F-7D04-44EE-8F7D-9B5247C5C7AB}" type="presOf" srcId="{07803589-D453-48D7-A432-990B1722E9A2}" destId="{18B87B03-25AC-4DAC-8711-93139D44A946}" srcOrd="0" destOrd="0" presId="urn:microsoft.com/office/officeart/2005/8/layout/hProcess6"/>
    <dgm:cxn modelId="{ED6CB4A8-9F2A-4C3B-BD9A-507769D1E18D}" type="presOf" srcId="{96B43729-32E7-4966-82B3-07411DB75AAD}" destId="{E644A287-01BC-4CF5-B466-30846E7BBA7F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E63D62F2-836E-4338-9034-FECD12C6EFF8}" type="presParOf" srcId="{DFB0D441-0B51-4119-A4EA-2C95C6F52CAD}" destId="{43654DF6-E018-4ED3-B633-3B2651E35CF5}" srcOrd="0" destOrd="0" presId="urn:microsoft.com/office/officeart/2005/8/layout/hProcess6"/>
    <dgm:cxn modelId="{A3F9BAA1-AA74-4FDA-B0B6-648D4DC79B27}" type="presParOf" srcId="{43654DF6-E018-4ED3-B633-3B2651E35CF5}" destId="{B0D32EEB-1CC2-427D-8466-60D47ABB5F2C}" srcOrd="0" destOrd="0" presId="urn:microsoft.com/office/officeart/2005/8/layout/hProcess6"/>
    <dgm:cxn modelId="{689B1339-2600-496F-B624-6A198A99CFCF}" type="presParOf" srcId="{43654DF6-E018-4ED3-B633-3B2651E35CF5}" destId="{B0B6F61C-C060-4C4C-96BF-4EE40B41E6A0}" srcOrd="1" destOrd="0" presId="urn:microsoft.com/office/officeart/2005/8/layout/hProcess6"/>
    <dgm:cxn modelId="{D1C6DF33-3602-48A2-908C-4B39332D3919}" type="presParOf" srcId="{43654DF6-E018-4ED3-B633-3B2651E35CF5}" destId="{493E8DDC-FB4F-479C-B6D3-EC8C78C12EEC}" srcOrd="2" destOrd="0" presId="urn:microsoft.com/office/officeart/2005/8/layout/hProcess6"/>
    <dgm:cxn modelId="{2195B806-36EE-441B-949A-C0FEC1953A0F}" type="presParOf" srcId="{43654DF6-E018-4ED3-B633-3B2651E35CF5}" destId="{E644A287-01BC-4CF5-B466-30846E7BBA7F}" srcOrd="3" destOrd="0" presId="urn:microsoft.com/office/officeart/2005/8/layout/hProcess6"/>
    <dgm:cxn modelId="{F867584E-0FE8-4F4E-8D5D-B102A9BF28FE}" type="presParOf" srcId="{DFB0D441-0B51-4119-A4EA-2C95C6F52CAD}" destId="{140D4898-DA02-4229-B01B-5DC1E2019E64}" srcOrd="1" destOrd="0" presId="urn:microsoft.com/office/officeart/2005/8/layout/hProcess6"/>
    <dgm:cxn modelId="{9F9405A3-209B-4B07-8401-EAC13ADB5450}" type="presParOf" srcId="{DFB0D441-0B51-4119-A4EA-2C95C6F52CAD}" destId="{B1E9E25E-78B8-46E7-9CB6-E90F48349CF9}" srcOrd="2" destOrd="0" presId="urn:microsoft.com/office/officeart/2005/8/layout/hProcess6"/>
    <dgm:cxn modelId="{5130991B-B04D-4A4F-BA75-EAE5E71B0D04}" type="presParOf" srcId="{B1E9E25E-78B8-46E7-9CB6-E90F48349CF9}" destId="{754077AE-D366-45EF-AECB-3479D724F6D6}" srcOrd="0" destOrd="0" presId="urn:microsoft.com/office/officeart/2005/8/layout/hProcess6"/>
    <dgm:cxn modelId="{F3052209-7153-4C22-BC10-3F5F60AA5748}" type="presParOf" srcId="{B1E9E25E-78B8-46E7-9CB6-E90F48349CF9}" destId="{1FA1B9C7-0E34-4A44-A18B-216DF888F0C5}" srcOrd="1" destOrd="0" presId="urn:microsoft.com/office/officeart/2005/8/layout/hProcess6"/>
    <dgm:cxn modelId="{C5859F65-C882-4B5A-8471-F2CF28EB98AF}" type="presParOf" srcId="{B1E9E25E-78B8-46E7-9CB6-E90F48349CF9}" destId="{F125536A-C7C4-4ECE-8B6D-D4E95D24701B}" srcOrd="2" destOrd="0" presId="urn:microsoft.com/office/officeart/2005/8/layout/hProcess6"/>
    <dgm:cxn modelId="{15ED5ED2-0581-495C-A0BC-FD659FC9B2D7}" type="presParOf" srcId="{B1E9E25E-78B8-46E7-9CB6-E90F48349CF9}" destId="{0A88A3E8-7701-48D6-969C-59DBA88CA534}" srcOrd="3" destOrd="0" presId="urn:microsoft.com/office/officeart/2005/8/layout/hProcess6"/>
    <dgm:cxn modelId="{8B2535E4-7E3D-4D63-87DE-FDB3C9868F63}" type="presParOf" srcId="{DFB0D441-0B51-4119-A4EA-2C95C6F52CAD}" destId="{F3108C58-D776-4099-BE02-CF4208FB9CC3}" srcOrd="3" destOrd="0" presId="urn:microsoft.com/office/officeart/2005/8/layout/hProcess6"/>
    <dgm:cxn modelId="{1624B4ED-4E79-40FA-B1D5-FCB0B07460F4}" type="presParOf" srcId="{DFB0D441-0B51-4119-A4EA-2C95C6F52CAD}" destId="{BB45E4EC-1CC9-4F9E-8F7F-23BB47DA9CD4}" srcOrd="4" destOrd="0" presId="urn:microsoft.com/office/officeart/2005/8/layout/hProcess6"/>
    <dgm:cxn modelId="{A4AB3926-CF24-4B7A-BF4C-4DF88A61F668}" type="presParOf" srcId="{BB45E4EC-1CC9-4F9E-8F7F-23BB47DA9CD4}" destId="{60C838F3-784D-48D5-9890-0D8567F2A8E9}" srcOrd="0" destOrd="0" presId="urn:microsoft.com/office/officeart/2005/8/layout/hProcess6"/>
    <dgm:cxn modelId="{1C03EBBF-610F-492D-8A3A-54274696C879}" type="presParOf" srcId="{BB45E4EC-1CC9-4F9E-8F7F-23BB47DA9CD4}" destId="{DD91B7DA-3D09-40A2-870E-D63ED550DC00}" srcOrd="1" destOrd="0" presId="urn:microsoft.com/office/officeart/2005/8/layout/hProcess6"/>
    <dgm:cxn modelId="{966A1B07-B941-42CD-AE44-170D0958501D}" type="presParOf" srcId="{BB45E4EC-1CC9-4F9E-8F7F-23BB47DA9CD4}" destId="{F8ED965C-CC1D-4016-9EDD-9E5620D13E48}" srcOrd="2" destOrd="0" presId="urn:microsoft.com/office/officeart/2005/8/layout/hProcess6"/>
    <dgm:cxn modelId="{B8218F11-785F-4AF2-93D4-DFEE85EB00E1}" type="presParOf" srcId="{BB45E4EC-1CC9-4F9E-8F7F-23BB47DA9CD4}" destId="{18B87B03-25AC-4DAC-8711-93139D44A946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запросы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запросов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</dgm:ptLst>
  <dgm:cxnLst>
    <dgm:cxn modelId="{7C7D474C-D18B-4BB1-A050-EE77F57CB1EB}" type="presOf" srcId="{A83CD0B5-99BC-4BE5-BEB2-E6030DA5E9B8}" destId="{1FA1B9C7-0E34-4A44-A18B-216DF888F0C5}" srcOrd="0" destOrd="0" presId="urn:microsoft.com/office/officeart/2005/8/layout/hProcess6"/>
    <dgm:cxn modelId="{B0FEFEE0-CE18-43CB-90DE-6AF3FF218F61}" type="presOf" srcId="{8DB3673A-1FB4-4230-9129-2F630C046F7A}" destId="{B0B6F61C-C060-4C4C-96BF-4EE40B41E6A0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5D7FE7FF-912C-4EA7-8823-E62C0400EF55}" type="presOf" srcId="{96B43729-32E7-4966-82B3-07411DB75AAD}" destId="{E644A287-01BC-4CF5-B466-30846E7BBA7F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EDEA4B48-393D-48C5-A059-1A1B93B15D02}" type="presOf" srcId="{8DB3673A-1FB4-4230-9129-2F630C046F7A}" destId="{493E8DDC-FB4F-479C-B6D3-EC8C78C12EEC}" srcOrd="1" destOrd="0" presId="urn:microsoft.com/office/officeart/2005/8/layout/hProcess6"/>
    <dgm:cxn modelId="{DD90C7FB-FC40-41E4-9695-581861395268}" type="presOf" srcId="{F7887599-5144-4F89-A6FD-21AD526F0AC5}" destId="{DFB0D441-0B51-4119-A4EA-2C95C6F52CAD}" srcOrd="0" destOrd="0" presId="urn:microsoft.com/office/officeart/2005/8/layout/hProcess6"/>
    <dgm:cxn modelId="{7F955B28-06AF-4351-AEC9-C6746107636A}" type="presOf" srcId="{A83CD0B5-99BC-4BE5-BEB2-E6030DA5E9B8}" destId="{F125536A-C7C4-4ECE-8B6D-D4E95D24701B}" srcOrd="1" destOrd="0" presId="urn:microsoft.com/office/officeart/2005/8/layout/hProcess6"/>
    <dgm:cxn modelId="{B488B6E2-20BB-4471-A601-19B861239C8F}" type="presOf" srcId="{99708AB0-1646-4132-BB14-3DF8F6758D28}" destId="{0A88A3E8-7701-48D6-969C-59DBA88CA534}" srcOrd="0" destOrd="0" presId="urn:microsoft.com/office/officeart/2005/8/layout/hProcess6"/>
    <dgm:cxn modelId="{D34049BE-68DA-4B20-9FF3-AAD95CF3FA18}" type="presParOf" srcId="{DFB0D441-0B51-4119-A4EA-2C95C6F52CAD}" destId="{43654DF6-E018-4ED3-B633-3B2651E35CF5}" srcOrd="0" destOrd="0" presId="urn:microsoft.com/office/officeart/2005/8/layout/hProcess6"/>
    <dgm:cxn modelId="{CAE12547-78EF-49AF-B301-E263AFFD17C3}" type="presParOf" srcId="{43654DF6-E018-4ED3-B633-3B2651E35CF5}" destId="{B0D32EEB-1CC2-427D-8466-60D47ABB5F2C}" srcOrd="0" destOrd="0" presId="urn:microsoft.com/office/officeart/2005/8/layout/hProcess6"/>
    <dgm:cxn modelId="{CA9F18F6-CE21-4B0C-A64C-8285C3C0AD1A}" type="presParOf" srcId="{43654DF6-E018-4ED3-B633-3B2651E35CF5}" destId="{B0B6F61C-C060-4C4C-96BF-4EE40B41E6A0}" srcOrd="1" destOrd="0" presId="urn:microsoft.com/office/officeart/2005/8/layout/hProcess6"/>
    <dgm:cxn modelId="{796235E0-3168-4D9A-AC93-FEADB773ADA9}" type="presParOf" srcId="{43654DF6-E018-4ED3-B633-3B2651E35CF5}" destId="{493E8DDC-FB4F-479C-B6D3-EC8C78C12EEC}" srcOrd="2" destOrd="0" presId="urn:microsoft.com/office/officeart/2005/8/layout/hProcess6"/>
    <dgm:cxn modelId="{8FB0597D-E663-470A-8344-D3CB86C342DE}" type="presParOf" srcId="{43654DF6-E018-4ED3-B633-3B2651E35CF5}" destId="{E644A287-01BC-4CF5-B466-30846E7BBA7F}" srcOrd="3" destOrd="0" presId="urn:microsoft.com/office/officeart/2005/8/layout/hProcess6"/>
    <dgm:cxn modelId="{4590603A-DE7D-41D5-B72C-8038CBBE2D22}" type="presParOf" srcId="{DFB0D441-0B51-4119-A4EA-2C95C6F52CAD}" destId="{140D4898-DA02-4229-B01B-5DC1E2019E64}" srcOrd="1" destOrd="0" presId="urn:microsoft.com/office/officeart/2005/8/layout/hProcess6"/>
    <dgm:cxn modelId="{7032BEFC-405D-4824-A3BE-DE842C40757B}" type="presParOf" srcId="{DFB0D441-0B51-4119-A4EA-2C95C6F52CAD}" destId="{B1E9E25E-78B8-46E7-9CB6-E90F48349CF9}" srcOrd="2" destOrd="0" presId="urn:microsoft.com/office/officeart/2005/8/layout/hProcess6"/>
    <dgm:cxn modelId="{F0424433-70F0-4BE6-8DB5-96C808B57348}" type="presParOf" srcId="{B1E9E25E-78B8-46E7-9CB6-E90F48349CF9}" destId="{754077AE-D366-45EF-AECB-3479D724F6D6}" srcOrd="0" destOrd="0" presId="urn:microsoft.com/office/officeart/2005/8/layout/hProcess6"/>
    <dgm:cxn modelId="{A489D783-50AE-465E-A6D9-9297DD1FD1B6}" type="presParOf" srcId="{B1E9E25E-78B8-46E7-9CB6-E90F48349CF9}" destId="{1FA1B9C7-0E34-4A44-A18B-216DF888F0C5}" srcOrd="1" destOrd="0" presId="urn:microsoft.com/office/officeart/2005/8/layout/hProcess6"/>
    <dgm:cxn modelId="{528F7617-B216-48E6-99C7-38897E7F65F8}" type="presParOf" srcId="{B1E9E25E-78B8-46E7-9CB6-E90F48349CF9}" destId="{F125536A-C7C4-4ECE-8B6D-D4E95D24701B}" srcOrd="2" destOrd="0" presId="urn:microsoft.com/office/officeart/2005/8/layout/hProcess6"/>
    <dgm:cxn modelId="{F5098519-7330-4749-B983-78E935DC4A88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рассчитать релевантность ответов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релевантности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DCFEF31E-C0B7-48FA-8348-F1E3576F1D36}" type="presOf" srcId="{8DB3673A-1FB4-4230-9129-2F630C046F7A}" destId="{493E8DDC-FB4F-479C-B6D3-EC8C78C12EEC}" srcOrd="1" destOrd="0" presId="urn:microsoft.com/office/officeart/2005/8/layout/hProcess6"/>
    <dgm:cxn modelId="{D84382E0-96E5-4E39-8A8F-A316EE0D527E}" type="presOf" srcId="{F7887599-5144-4F89-A6FD-21AD526F0AC5}" destId="{DFB0D441-0B51-4119-A4EA-2C95C6F52CAD}" srcOrd="0" destOrd="0" presId="urn:microsoft.com/office/officeart/2005/8/layout/hProcess6"/>
    <dgm:cxn modelId="{82FC70B3-869F-4940-B4CD-E6C80A77745A}" type="presOf" srcId="{96B43729-32E7-4966-82B3-07411DB75AAD}" destId="{E644A287-01BC-4CF5-B466-30846E7BBA7F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4E63A092-081F-4FEE-971B-8C479A2CF9FC}" type="presOf" srcId="{8DB3673A-1FB4-4230-9129-2F630C046F7A}" destId="{B0B6F61C-C060-4C4C-96BF-4EE40B41E6A0}" srcOrd="0" destOrd="0" presId="urn:microsoft.com/office/officeart/2005/8/layout/hProcess6"/>
    <dgm:cxn modelId="{32BE6C3B-0CDC-4158-9BE9-250CB2C486B3}" type="presOf" srcId="{A83CD0B5-99BC-4BE5-BEB2-E6030DA5E9B8}" destId="{F125536A-C7C4-4ECE-8B6D-D4E95D24701B}" srcOrd="1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4C465946-8FF3-4854-8909-BA989C02A91E}" type="presOf" srcId="{99708AB0-1646-4132-BB14-3DF8F6758D28}" destId="{0A88A3E8-7701-48D6-969C-59DBA88CA534}" srcOrd="0" destOrd="0" presId="urn:microsoft.com/office/officeart/2005/8/layout/hProcess6"/>
    <dgm:cxn modelId="{DB4A90ED-83E1-44FE-9B09-B24E490EEC78}" type="presOf" srcId="{A83CD0B5-99BC-4BE5-BEB2-E6030DA5E9B8}" destId="{1FA1B9C7-0E34-4A44-A18B-216DF888F0C5}" srcOrd="0" destOrd="0" presId="urn:microsoft.com/office/officeart/2005/8/layout/hProcess6"/>
    <dgm:cxn modelId="{79338311-64ED-4568-B93E-A93A03665D8B}" type="presParOf" srcId="{DFB0D441-0B51-4119-A4EA-2C95C6F52CAD}" destId="{43654DF6-E018-4ED3-B633-3B2651E35CF5}" srcOrd="0" destOrd="0" presId="urn:microsoft.com/office/officeart/2005/8/layout/hProcess6"/>
    <dgm:cxn modelId="{91EB1E66-7668-4629-82BB-8F0C9ACEA9B0}" type="presParOf" srcId="{43654DF6-E018-4ED3-B633-3B2651E35CF5}" destId="{B0D32EEB-1CC2-427D-8466-60D47ABB5F2C}" srcOrd="0" destOrd="0" presId="urn:microsoft.com/office/officeart/2005/8/layout/hProcess6"/>
    <dgm:cxn modelId="{0D3C6269-8282-4C4B-B2D7-56A154569C5E}" type="presParOf" srcId="{43654DF6-E018-4ED3-B633-3B2651E35CF5}" destId="{B0B6F61C-C060-4C4C-96BF-4EE40B41E6A0}" srcOrd="1" destOrd="0" presId="urn:microsoft.com/office/officeart/2005/8/layout/hProcess6"/>
    <dgm:cxn modelId="{B3AC4F36-C76D-4B32-A6C4-16B0F65ABC88}" type="presParOf" srcId="{43654DF6-E018-4ED3-B633-3B2651E35CF5}" destId="{493E8DDC-FB4F-479C-B6D3-EC8C78C12EEC}" srcOrd="2" destOrd="0" presId="urn:microsoft.com/office/officeart/2005/8/layout/hProcess6"/>
    <dgm:cxn modelId="{01D98BA1-FA06-46D7-91AA-71EFD8C10268}" type="presParOf" srcId="{43654DF6-E018-4ED3-B633-3B2651E35CF5}" destId="{E644A287-01BC-4CF5-B466-30846E7BBA7F}" srcOrd="3" destOrd="0" presId="urn:microsoft.com/office/officeart/2005/8/layout/hProcess6"/>
    <dgm:cxn modelId="{B07240F3-5FFB-4F9A-970D-72D86E22C80D}" type="presParOf" srcId="{DFB0D441-0B51-4119-A4EA-2C95C6F52CAD}" destId="{140D4898-DA02-4229-B01B-5DC1E2019E64}" srcOrd="1" destOrd="0" presId="urn:microsoft.com/office/officeart/2005/8/layout/hProcess6"/>
    <dgm:cxn modelId="{8C4C739F-85F6-418F-A88E-19CF6C0F69B6}" type="presParOf" srcId="{DFB0D441-0B51-4119-A4EA-2C95C6F52CAD}" destId="{B1E9E25E-78B8-46E7-9CB6-E90F48349CF9}" srcOrd="2" destOrd="0" presId="urn:microsoft.com/office/officeart/2005/8/layout/hProcess6"/>
    <dgm:cxn modelId="{1BB585C8-40AF-4453-93B8-34EC728A75E5}" type="presParOf" srcId="{B1E9E25E-78B8-46E7-9CB6-E90F48349CF9}" destId="{754077AE-D366-45EF-AECB-3479D724F6D6}" srcOrd="0" destOrd="0" presId="urn:microsoft.com/office/officeart/2005/8/layout/hProcess6"/>
    <dgm:cxn modelId="{BD75D6FC-CD9C-44B2-8040-E8891C97DD49}" type="presParOf" srcId="{B1E9E25E-78B8-46E7-9CB6-E90F48349CF9}" destId="{1FA1B9C7-0E34-4A44-A18B-216DF888F0C5}" srcOrd="1" destOrd="0" presId="urn:microsoft.com/office/officeart/2005/8/layout/hProcess6"/>
    <dgm:cxn modelId="{709A2B66-5231-420D-8BF2-8600088BEBD9}" type="presParOf" srcId="{B1E9E25E-78B8-46E7-9CB6-E90F48349CF9}" destId="{F125536A-C7C4-4ECE-8B6D-D4E95D24701B}" srcOrd="2" destOrd="0" presId="urn:microsoft.com/office/officeart/2005/8/layout/hProcess6"/>
    <dgm:cxn modelId="{ED3D75FB-6300-4746-8EDB-36D3DCA4BEEB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обновить базу инвертированных индексов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Inverted</a:t>
          </a:r>
        </a:p>
        <a:p>
          <a:r>
            <a:rPr lang="en-US" dirty="0" smtClean="0"/>
            <a:t>Index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инвертированных индексов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A1723A8E-A14B-47CD-BCFA-BB2DE3AD2E48}" type="presOf" srcId="{A83CD0B5-99BC-4BE5-BEB2-E6030DA5E9B8}" destId="{1FA1B9C7-0E34-4A44-A18B-216DF888F0C5}" srcOrd="0" destOrd="0" presId="urn:microsoft.com/office/officeart/2005/8/layout/hProcess6"/>
    <dgm:cxn modelId="{DD79ECB3-0EFC-4FB6-9210-8227D25C4E34}" type="presOf" srcId="{F7887599-5144-4F89-A6FD-21AD526F0AC5}" destId="{DFB0D441-0B51-4119-A4EA-2C95C6F52CAD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0F53DE8F-27A1-41BD-87AA-059DDDD4FF3E}" type="presOf" srcId="{A83CD0B5-99BC-4BE5-BEB2-E6030DA5E9B8}" destId="{F125536A-C7C4-4ECE-8B6D-D4E95D24701B}" srcOrd="1" destOrd="0" presId="urn:microsoft.com/office/officeart/2005/8/layout/hProcess6"/>
    <dgm:cxn modelId="{CFB046B4-BCE5-4B5C-AC0A-37C79F441415}" type="presOf" srcId="{8DB3673A-1FB4-4230-9129-2F630C046F7A}" destId="{B0B6F61C-C060-4C4C-96BF-4EE40B41E6A0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1EB3B1F2-0D28-45C5-A7EB-76AF655A07DA}" type="presOf" srcId="{8DB3673A-1FB4-4230-9129-2F630C046F7A}" destId="{493E8DDC-FB4F-479C-B6D3-EC8C78C12EEC}" srcOrd="1" destOrd="0" presId="urn:microsoft.com/office/officeart/2005/8/layout/hProcess6"/>
    <dgm:cxn modelId="{0F4A3348-4FC5-4357-AECD-24336DD7386C}" type="presOf" srcId="{99708AB0-1646-4132-BB14-3DF8F6758D28}" destId="{0A88A3E8-7701-48D6-969C-59DBA88CA534}" srcOrd="0" destOrd="0" presId="urn:microsoft.com/office/officeart/2005/8/layout/hProcess6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983BAA11-5F11-4878-8AA1-A95DB42E61B1}" type="presOf" srcId="{96B43729-32E7-4966-82B3-07411DB75AAD}" destId="{E644A287-01BC-4CF5-B466-30846E7BBA7F}" srcOrd="0" destOrd="0" presId="urn:microsoft.com/office/officeart/2005/8/layout/hProcess6"/>
    <dgm:cxn modelId="{A2F5E5B9-01D9-4930-914D-F36927F49F69}" type="presParOf" srcId="{DFB0D441-0B51-4119-A4EA-2C95C6F52CAD}" destId="{43654DF6-E018-4ED3-B633-3B2651E35CF5}" srcOrd="0" destOrd="0" presId="urn:microsoft.com/office/officeart/2005/8/layout/hProcess6"/>
    <dgm:cxn modelId="{ACFBD078-91F1-4658-BF0D-4A0632DCBC8A}" type="presParOf" srcId="{43654DF6-E018-4ED3-B633-3B2651E35CF5}" destId="{B0D32EEB-1CC2-427D-8466-60D47ABB5F2C}" srcOrd="0" destOrd="0" presId="urn:microsoft.com/office/officeart/2005/8/layout/hProcess6"/>
    <dgm:cxn modelId="{EFC495B4-FB49-4F2A-BD10-C271816866CF}" type="presParOf" srcId="{43654DF6-E018-4ED3-B633-3B2651E35CF5}" destId="{B0B6F61C-C060-4C4C-96BF-4EE40B41E6A0}" srcOrd="1" destOrd="0" presId="urn:microsoft.com/office/officeart/2005/8/layout/hProcess6"/>
    <dgm:cxn modelId="{29DA277E-F57D-4CD5-885C-8AEC941474C2}" type="presParOf" srcId="{43654DF6-E018-4ED3-B633-3B2651E35CF5}" destId="{493E8DDC-FB4F-479C-B6D3-EC8C78C12EEC}" srcOrd="2" destOrd="0" presId="urn:microsoft.com/office/officeart/2005/8/layout/hProcess6"/>
    <dgm:cxn modelId="{8F548E28-F821-4FE6-AB4E-7D62512F271F}" type="presParOf" srcId="{43654DF6-E018-4ED3-B633-3B2651E35CF5}" destId="{E644A287-01BC-4CF5-B466-30846E7BBA7F}" srcOrd="3" destOrd="0" presId="urn:microsoft.com/office/officeart/2005/8/layout/hProcess6"/>
    <dgm:cxn modelId="{DFDCA02C-DAE1-42E1-AD50-44CE96985438}" type="presParOf" srcId="{DFB0D441-0B51-4119-A4EA-2C95C6F52CAD}" destId="{140D4898-DA02-4229-B01B-5DC1E2019E64}" srcOrd="1" destOrd="0" presId="urn:microsoft.com/office/officeart/2005/8/layout/hProcess6"/>
    <dgm:cxn modelId="{CB5B2793-9BAC-4D8E-BDC3-C7979B6443D4}" type="presParOf" srcId="{DFB0D441-0B51-4119-A4EA-2C95C6F52CAD}" destId="{B1E9E25E-78B8-46E7-9CB6-E90F48349CF9}" srcOrd="2" destOrd="0" presId="urn:microsoft.com/office/officeart/2005/8/layout/hProcess6"/>
    <dgm:cxn modelId="{F40B6C7A-2712-4F6F-A964-F1379D42941D}" type="presParOf" srcId="{B1E9E25E-78B8-46E7-9CB6-E90F48349CF9}" destId="{754077AE-D366-45EF-AECB-3479D724F6D6}" srcOrd="0" destOrd="0" presId="urn:microsoft.com/office/officeart/2005/8/layout/hProcess6"/>
    <dgm:cxn modelId="{43B2CF84-5260-4B4E-A685-7BA5E2424289}" type="presParOf" srcId="{B1E9E25E-78B8-46E7-9CB6-E90F48349CF9}" destId="{1FA1B9C7-0E34-4A44-A18B-216DF888F0C5}" srcOrd="1" destOrd="0" presId="urn:microsoft.com/office/officeart/2005/8/layout/hProcess6"/>
    <dgm:cxn modelId="{278CD750-3FF0-4A2A-B12F-52C860275AF1}" type="presParOf" srcId="{B1E9E25E-78B8-46E7-9CB6-E90F48349CF9}" destId="{F125536A-C7C4-4ECE-8B6D-D4E95D24701B}" srcOrd="2" destOrd="0" presId="urn:microsoft.com/office/officeart/2005/8/layout/hProcess6"/>
    <dgm:cxn modelId="{4A16B832-F51F-46E9-ADDC-97D92A513820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получить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07803589-D453-48D7-A432-990B1722E9A2}">
      <dgm:prSet phldrT="[Текст]"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</a:t>
          </a:r>
          <a:endParaRPr lang="ru-RU" dirty="0"/>
        </a:p>
      </dgm:t>
    </dgm:pt>
    <dgm:pt modelId="{1B98C7DA-D7DB-4B41-BDB8-BCE8E4C0192A}" type="parTrans" cxnId="{A1499456-1E04-4E29-AC30-AC7FB907B67E}">
      <dgm:prSet/>
      <dgm:spPr/>
      <dgm:t>
        <a:bodyPr/>
        <a:lstStyle/>
        <a:p>
          <a:endParaRPr lang="ru-RU"/>
        </a:p>
      </dgm:t>
    </dgm:pt>
    <dgm:pt modelId="{AFA444ED-C78D-4F6D-B8AD-5A2F050901A2}" type="sibTrans" cxnId="{A1499456-1E04-4E29-AC30-AC7FB907B67E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3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3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3108C58-D776-4099-BE02-CF4208FB9CC3}" type="pres">
      <dgm:prSet presAssocID="{99708AB0-1646-4132-BB14-3DF8F6758D28}" presName="aSpace" presStyleCnt="0"/>
      <dgm:spPr/>
    </dgm:pt>
    <dgm:pt modelId="{BB45E4EC-1CC9-4F9E-8F7F-23BB47DA9CD4}" type="pres">
      <dgm:prSet presAssocID="{07803589-D453-48D7-A432-990B1722E9A2}" presName="compNode" presStyleCnt="0"/>
      <dgm:spPr/>
    </dgm:pt>
    <dgm:pt modelId="{60C838F3-784D-48D5-9890-0D8567F2A8E9}" type="pres">
      <dgm:prSet presAssocID="{07803589-D453-48D7-A432-990B1722E9A2}" presName="noGeometry" presStyleCnt="0"/>
      <dgm:spPr/>
    </dgm:pt>
    <dgm:pt modelId="{DD91B7DA-3D09-40A2-870E-D63ED550DC00}" type="pres">
      <dgm:prSet presAssocID="{07803589-D453-48D7-A432-990B1722E9A2}" presName="childTextVisible" presStyleLbl="bgAccFollowNode1" presStyleIdx="2" presStyleCnt="3" custLinFactNeighborX="4106" custLinFactNeighborY="-1606">
        <dgm:presLayoutVars>
          <dgm:bulletEnabled val="1"/>
        </dgm:presLayoutVars>
      </dgm:prSet>
      <dgm:spPr>
        <a:solidFill>
          <a:schemeClr val="bg2"/>
        </a:solidFill>
        <a:ln>
          <a:solidFill>
            <a:schemeClr val="bg2">
              <a:alpha val="90000"/>
            </a:schemeClr>
          </a:solidFill>
        </a:ln>
      </dgm:spPr>
      <dgm:t>
        <a:bodyPr/>
        <a:lstStyle/>
        <a:p>
          <a:endParaRPr lang="ru-RU"/>
        </a:p>
      </dgm:t>
    </dgm:pt>
    <dgm:pt modelId="{F8ED965C-CC1D-4016-9EDD-9E5620D13E48}" type="pres">
      <dgm:prSet presAssocID="{07803589-D453-48D7-A432-990B1722E9A2}" presName="childTextHidden" presStyleLbl="bgAccFollowNode1" presStyleIdx="2" presStyleCnt="3"/>
      <dgm:spPr/>
      <dgm:t>
        <a:bodyPr/>
        <a:lstStyle/>
        <a:p>
          <a:endParaRPr lang="ru-RU"/>
        </a:p>
      </dgm:t>
    </dgm:pt>
    <dgm:pt modelId="{18B87B03-25AC-4DAC-8711-93139D44A946}" type="pres">
      <dgm:prSet presAssocID="{07803589-D453-48D7-A432-990B1722E9A2}" presName="parentText" presStyleLbl="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941B42A-FF96-4D1A-BFF2-E1B547B95CC7}" type="presOf" srcId="{99708AB0-1646-4132-BB14-3DF8F6758D28}" destId="{0A88A3E8-7701-48D6-969C-59DBA88CA534}" srcOrd="0" destOrd="0" presId="urn:microsoft.com/office/officeart/2005/8/layout/hProcess6"/>
    <dgm:cxn modelId="{F64B3086-F8CB-4217-BC70-4359B120388B}" type="presOf" srcId="{96B43729-32E7-4966-82B3-07411DB75AAD}" destId="{E644A287-01BC-4CF5-B466-30846E7BBA7F}" srcOrd="0" destOrd="0" presId="urn:microsoft.com/office/officeart/2005/8/layout/hProcess6"/>
    <dgm:cxn modelId="{C409B337-70AD-41CA-8D75-779BEED49CA1}" type="presOf" srcId="{07803589-D453-48D7-A432-990B1722E9A2}" destId="{18B87B03-25AC-4DAC-8711-93139D44A946}" srcOrd="0" destOrd="0" presId="urn:microsoft.com/office/officeart/2005/8/layout/hProcess6"/>
    <dgm:cxn modelId="{0EB9CE65-DEE4-46CF-84B6-813F51DCBBC0}" type="presOf" srcId="{8DB3673A-1FB4-4230-9129-2F630C046F7A}" destId="{493E8DDC-FB4F-479C-B6D3-EC8C78C12EEC}" srcOrd="1" destOrd="0" presId="urn:microsoft.com/office/officeart/2005/8/layout/hProcess6"/>
    <dgm:cxn modelId="{0FD57EE2-82A1-4C80-8CF1-B75C7282B889}" type="presOf" srcId="{A83CD0B5-99BC-4BE5-BEB2-E6030DA5E9B8}" destId="{F125536A-C7C4-4ECE-8B6D-D4E95D24701B}" srcOrd="1" destOrd="0" presId="urn:microsoft.com/office/officeart/2005/8/layout/hProcess6"/>
    <dgm:cxn modelId="{45CA74A8-92FB-432A-ACAD-C4E62E052E0F}" type="presOf" srcId="{F7887599-5144-4F89-A6FD-21AD526F0AC5}" destId="{DFB0D441-0B51-4119-A4EA-2C95C6F52CAD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7A5458CE-4F3E-4A2C-850A-5B53E0FB5D28}" type="presOf" srcId="{A83CD0B5-99BC-4BE5-BEB2-E6030DA5E9B8}" destId="{1FA1B9C7-0E34-4A44-A18B-216DF888F0C5}" srcOrd="0" destOrd="0" presId="urn:microsoft.com/office/officeart/2005/8/layout/hProcess6"/>
    <dgm:cxn modelId="{A1499456-1E04-4E29-AC30-AC7FB907B67E}" srcId="{F7887599-5144-4F89-A6FD-21AD526F0AC5}" destId="{07803589-D453-48D7-A432-990B1722E9A2}" srcOrd="2" destOrd="0" parTransId="{1B98C7DA-D7DB-4B41-BDB8-BCE8E4C0192A}" sibTransId="{AFA444ED-C78D-4F6D-B8AD-5A2F050901A2}"/>
    <dgm:cxn modelId="{A0B6B183-F121-4AF6-8C72-45C125F8FE2D}" type="presOf" srcId="{8DB3673A-1FB4-4230-9129-2F630C046F7A}" destId="{B0B6F61C-C060-4C4C-96BF-4EE40B41E6A0}" srcOrd="0" destOrd="0" presId="urn:microsoft.com/office/officeart/2005/8/layout/hProcess6"/>
    <dgm:cxn modelId="{21D087E2-532C-4D05-8EEC-713AE0FE0B33}" type="presParOf" srcId="{DFB0D441-0B51-4119-A4EA-2C95C6F52CAD}" destId="{43654DF6-E018-4ED3-B633-3B2651E35CF5}" srcOrd="0" destOrd="0" presId="urn:microsoft.com/office/officeart/2005/8/layout/hProcess6"/>
    <dgm:cxn modelId="{2EE6157F-1729-425F-8B72-511625EF018D}" type="presParOf" srcId="{43654DF6-E018-4ED3-B633-3B2651E35CF5}" destId="{B0D32EEB-1CC2-427D-8466-60D47ABB5F2C}" srcOrd="0" destOrd="0" presId="urn:microsoft.com/office/officeart/2005/8/layout/hProcess6"/>
    <dgm:cxn modelId="{341234B2-E5F1-448F-891A-0AC5FEDF791E}" type="presParOf" srcId="{43654DF6-E018-4ED3-B633-3B2651E35CF5}" destId="{B0B6F61C-C060-4C4C-96BF-4EE40B41E6A0}" srcOrd="1" destOrd="0" presId="urn:microsoft.com/office/officeart/2005/8/layout/hProcess6"/>
    <dgm:cxn modelId="{4292A921-6194-497B-83EB-559F9C487243}" type="presParOf" srcId="{43654DF6-E018-4ED3-B633-3B2651E35CF5}" destId="{493E8DDC-FB4F-479C-B6D3-EC8C78C12EEC}" srcOrd="2" destOrd="0" presId="urn:microsoft.com/office/officeart/2005/8/layout/hProcess6"/>
    <dgm:cxn modelId="{343A2A9C-5D7B-4CFA-AD3B-F849B5704BE5}" type="presParOf" srcId="{43654DF6-E018-4ED3-B633-3B2651E35CF5}" destId="{E644A287-01BC-4CF5-B466-30846E7BBA7F}" srcOrd="3" destOrd="0" presId="urn:microsoft.com/office/officeart/2005/8/layout/hProcess6"/>
    <dgm:cxn modelId="{90CFA7D6-F024-4121-AFBB-04D92512CDFC}" type="presParOf" srcId="{DFB0D441-0B51-4119-A4EA-2C95C6F52CAD}" destId="{140D4898-DA02-4229-B01B-5DC1E2019E64}" srcOrd="1" destOrd="0" presId="urn:microsoft.com/office/officeart/2005/8/layout/hProcess6"/>
    <dgm:cxn modelId="{378F4F98-7E7F-44C6-B92A-53E0889308AF}" type="presParOf" srcId="{DFB0D441-0B51-4119-A4EA-2C95C6F52CAD}" destId="{B1E9E25E-78B8-46E7-9CB6-E90F48349CF9}" srcOrd="2" destOrd="0" presId="urn:microsoft.com/office/officeart/2005/8/layout/hProcess6"/>
    <dgm:cxn modelId="{1F2D131C-38A9-435C-A1D2-D470F9786B89}" type="presParOf" srcId="{B1E9E25E-78B8-46E7-9CB6-E90F48349CF9}" destId="{754077AE-D366-45EF-AECB-3479D724F6D6}" srcOrd="0" destOrd="0" presId="urn:microsoft.com/office/officeart/2005/8/layout/hProcess6"/>
    <dgm:cxn modelId="{6262AFCF-1802-42AE-B4EA-FA2AE7C0CBF8}" type="presParOf" srcId="{B1E9E25E-78B8-46E7-9CB6-E90F48349CF9}" destId="{1FA1B9C7-0E34-4A44-A18B-216DF888F0C5}" srcOrd="1" destOrd="0" presId="urn:microsoft.com/office/officeart/2005/8/layout/hProcess6"/>
    <dgm:cxn modelId="{1E45F242-A700-4EBE-B10F-8515E051BCB1}" type="presParOf" srcId="{B1E9E25E-78B8-46E7-9CB6-E90F48349CF9}" destId="{F125536A-C7C4-4ECE-8B6D-D4E95D24701B}" srcOrd="2" destOrd="0" presId="urn:microsoft.com/office/officeart/2005/8/layout/hProcess6"/>
    <dgm:cxn modelId="{F6DB2622-8107-4B24-AE11-357C89E01E3A}" type="presParOf" srcId="{B1E9E25E-78B8-46E7-9CB6-E90F48349CF9}" destId="{0A88A3E8-7701-48D6-969C-59DBA88CA534}" srcOrd="3" destOrd="0" presId="urn:microsoft.com/office/officeart/2005/8/layout/hProcess6"/>
    <dgm:cxn modelId="{839934C2-FB0E-4B23-9F7B-6AAF9D020CDD}" type="presParOf" srcId="{DFB0D441-0B51-4119-A4EA-2C95C6F52CAD}" destId="{F3108C58-D776-4099-BE02-CF4208FB9CC3}" srcOrd="3" destOrd="0" presId="urn:microsoft.com/office/officeart/2005/8/layout/hProcess6"/>
    <dgm:cxn modelId="{61ADD99C-AD24-4BD6-8D4D-7E7BAE7123C2}" type="presParOf" srcId="{DFB0D441-0B51-4119-A4EA-2C95C6F52CAD}" destId="{BB45E4EC-1CC9-4F9E-8F7F-23BB47DA9CD4}" srcOrd="4" destOrd="0" presId="urn:microsoft.com/office/officeart/2005/8/layout/hProcess6"/>
    <dgm:cxn modelId="{0D85023C-212C-4AD3-8C50-E3599A79B00C}" type="presParOf" srcId="{BB45E4EC-1CC9-4F9E-8F7F-23BB47DA9CD4}" destId="{60C838F3-784D-48D5-9890-0D8567F2A8E9}" srcOrd="0" destOrd="0" presId="urn:microsoft.com/office/officeart/2005/8/layout/hProcess6"/>
    <dgm:cxn modelId="{DB630DBD-EB3D-4593-9F93-9646210D5D23}" type="presParOf" srcId="{BB45E4EC-1CC9-4F9E-8F7F-23BB47DA9CD4}" destId="{DD91B7DA-3D09-40A2-870E-D63ED550DC00}" srcOrd="1" destOrd="0" presId="urn:microsoft.com/office/officeart/2005/8/layout/hProcess6"/>
    <dgm:cxn modelId="{B4135F83-76D7-445C-BF09-307AF1C75BE7}" type="presParOf" srcId="{BB45E4EC-1CC9-4F9E-8F7F-23BB47DA9CD4}" destId="{F8ED965C-CC1D-4016-9EDD-9E5620D13E48}" srcOrd="2" destOrd="0" presId="urn:microsoft.com/office/officeart/2005/8/layout/hProcess6"/>
    <dgm:cxn modelId="{6D51423E-27E7-4EA2-8592-9C41B45B39D4}" type="presParOf" srcId="{BB45E4EC-1CC9-4F9E-8F7F-23BB47DA9CD4}" destId="{18B87B03-25AC-4DAC-8711-93139D44A946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записать в JSON-объект результаты поиска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773AC68-D4E5-4E0F-8A9C-D80ACED6B4E1}" type="presOf" srcId="{8DB3673A-1FB4-4230-9129-2F630C046F7A}" destId="{B0B6F61C-C060-4C4C-96BF-4EE40B41E6A0}" srcOrd="0" destOrd="0" presId="urn:microsoft.com/office/officeart/2005/8/layout/hProcess6"/>
    <dgm:cxn modelId="{15B3F786-5A84-4A80-B2F8-C2F3BA18425F}" type="presOf" srcId="{A83CD0B5-99BC-4BE5-BEB2-E6030DA5E9B8}" destId="{1FA1B9C7-0E34-4A44-A18B-216DF888F0C5}" srcOrd="0" destOrd="0" presId="urn:microsoft.com/office/officeart/2005/8/layout/hProcess6"/>
    <dgm:cxn modelId="{33BDD9BD-21C8-4310-A351-0961BF2E2B3D}" type="presOf" srcId="{96B43729-32E7-4966-82B3-07411DB75AAD}" destId="{E644A287-01BC-4CF5-B466-30846E7BBA7F}" srcOrd="0" destOrd="0" presId="urn:microsoft.com/office/officeart/2005/8/layout/hProcess6"/>
    <dgm:cxn modelId="{756FE671-C7A9-4EDE-8AEB-7966D3D6399B}" type="presOf" srcId="{99708AB0-1646-4132-BB14-3DF8F6758D28}" destId="{0A88A3E8-7701-48D6-969C-59DBA88CA534}" srcOrd="0" destOrd="0" presId="urn:microsoft.com/office/officeart/2005/8/layout/hProcess6"/>
    <dgm:cxn modelId="{37A94EF3-E978-42D3-8162-19DADFEC16C6}" type="presOf" srcId="{A83CD0B5-99BC-4BE5-BEB2-E6030DA5E9B8}" destId="{F125536A-C7C4-4ECE-8B6D-D4E95D24701B}" srcOrd="1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30B4A2BC-F7C3-4A50-87F4-7C2FB445B286}" type="presOf" srcId="{F7887599-5144-4F89-A6FD-21AD526F0AC5}" destId="{DFB0D441-0B51-4119-A4EA-2C95C6F52CAD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1146FEBF-230B-4A38-A4DF-32E622225E65}" type="presOf" srcId="{8DB3673A-1FB4-4230-9129-2F630C046F7A}" destId="{493E8DDC-FB4F-479C-B6D3-EC8C78C12EEC}" srcOrd="1" destOrd="0" presId="urn:microsoft.com/office/officeart/2005/8/layout/hProcess6"/>
    <dgm:cxn modelId="{BCE3AC4D-DC24-4399-A8C1-1727835A5086}" type="presParOf" srcId="{DFB0D441-0B51-4119-A4EA-2C95C6F52CAD}" destId="{43654DF6-E018-4ED3-B633-3B2651E35CF5}" srcOrd="0" destOrd="0" presId="urn:microsoft.com/office/officeart/2005/8/layout/hProcess6"/>
    <dgm:cxn modelId="{43297464-3AE7-402C-8E0E-0CF63BFC80E0}" type="presParOf" srcId="{43654DF6-E018-4ED3-B633-3B2651E35CF5}" destId="{B0D32EEB-1CC2-427D-8466-60D47ABB5F2C}" srcOrd="0" destOrd="0" presId="urn:microsoft.com/office/officeart/2005/8/layout/hProcess6"/>
    <dgm:cxn modelId="{D9219773-E5B7-439E-B5F4-F8898F3B1BEC}" type="presParOf" srcId="{43654DF6-E018-4ED3-B633-3B2651E35CF5}" destId="{B0B6F61C-C060-4C4C-96BF-4EE40B41E6A0}" srcOrd="1" destOrd="0" presId="urn:microsoft.com/office/officeart/2005/8/layout/hProcess6"/>
    <dgm:cxn modelId="{915D77DA-97F1-467F-B5AA-DFCA7390B484}" type="presParOf" srcId="{43654DF6-E018-4ED3-B633-3B2651E35CF5}" destId="{493E8DDC-FB4F-479C-B6D3-EC8C78C12EEC}" srcOrd="2" destOrd="0" presId="urn:microsoft.com/office/officeart/2005/8/layout/hProcess6"/>
    <dgm:cxn modelId="{B6339E27-2CE4-4BCF-98AE-B3E528EE80B8}" type="presParOf" srcId="{43654DF6-E018-4ED3-B633-3B2651E35CF5}" destId="{E644A287-01BC-4CF5-B466-30846E7BBA7F}" srcOrd="3" destOrd="0" presId="urn:microsoft.com/office/officeart/2005/8/layout/hProcess6"/>
    <dgm:cxn modelId="{B6EB6D3B-B5B2-4EEF-9A62-226A58F3FFD1}" type="presParOf" srcId="{DFB0D441-0B51-4119-A4EA-2C95C6F52CAD}" destId="{140D4898-DA02-4229-B01B-5DC1E2019E64}" srcOrd="1" destOrd="0" presId="urn:microsoft.com/office/officeart/2005/8/layout/hProcess6"/>
    <dgm:cxn modelId="{B0B5D7E6-6A12-4D6A-ACCE-07E2B8A9BD09}" type="presParOf" srcId="{DFB0D441-0B51-4119-A4EA-2C95C6F52CAD}" destId="{B1E9E25E-78B8-46E7-9CB6-E90F48349CF9}" srcOrd="2" destOrd="0" presId="urn:microsoft.com/office/officeart/2005/8/layout/hProcess6"/>
    <dgm:cxn modelId="{5451C048-F195-4656-AD5F-332D2EA6251A}" type="presParOf" srcId="{B1E9E25E-78B8-46E7-9CB6-E90F48349CF9}" destId="{754077AE-D366-45EF-AECB-3479D724F6D6}" srcOrd="0" destOrd="0" presId="urn:microsoft.com/office/officeart/2005/8/layout/hProcess6"/>
    <dgm:cxn modelId="{7481D4CB-62A6-4222-939B-940D8577B67F}" type="presParOf" srcId="{B1E9E25E-78B8-46E7-9CB6-E90F48349CF9}" destId="{1FA1B9C7-0E34-4A44-A18B-216DF888F0C5}" srcOrd="1" destOrd="0" presId="urn:microsoft.com/office/officeart/2005/8/layout/hProcess6"/>
    <dgm:cxn modelId="{E2B1DAE4-396D-4AE7-8E84-465E040DD98A}" type="presParOf" srcId="{B1E9E25E-78B8-46E7-9CB6-E90F48349CF9}" destId="{F125536A-C7C4-4ECE-8B6D-D4E95D24701B}" srcOrd="2" destOrd="0" presId="urn:microsoft.com/office/officeart/2005/8/layout/hProcess6"/>
    <dgm:cxn modelId="{F2106A1B-C82B-49E3-86D3-69AC73F72FE7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в 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16.11.2025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16.11.2025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16.11.2025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4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27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28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diagramLayout" Target="../diagrams/layout7.xml"/><Relationship Id="rId7" Type="http://schemas.openxmlformats.org/officeDocument/2006/relationships/diagramData" Target="../diagrams/data8.xml"/><Relationship Id="rId12" Type="http://schemas.openxmlformats.org/officeDocument/2006/relationships/image" Target="../media/image31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11" Type="http://schemas.microsoft.com/office/2007/relationships/diagramDrawing" Target="../diagrams/drawing8.xml"/><Relationship Id="rId5" Type="http://schemas.openxmlformats.org/officeDocument/2006/relationships/diagramColors" Target="../diagrams/colors7.xml"/><Relationship Id="rId10" Type="http://schemas.openxmlformats.org/officeDocument/2006/relationships/diagramColors" Target="../diagrams/colors8.xml"/><Relationship Id="rId4" Type="http://schemas.openxmlformats.org/officeDocument/2006/relationships/diagramQuickStyle" Target="../diagrams/quickStyle7.xml"/><Relationship Id="rId9" Type="http://schemas.openxmlformats.org/officeDocument/2006/relationships/diagramQuickStyle" Target="../diagrams/quickStyle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diagramLayout" Target="../diagrams/layout9.xml"/><Relationship Id="rId7" Type="http://schemas.openxmlformats.org/officeDocument/2006/relationships/image" Target="../media/image16.png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Relationship Id="rId9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7" Type="http://schemas.openxmlformats.org/officeDocument/2006/relationships/image" Target="../media/image32.png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diagramLayout" Target="../diagrams/layout11.xml"/><Relationship Id="rId7" Type="http://schemas.openxmlformats.org/officeDocument/2006/relationships/image" Target="../media/image34.png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Relationship Id="rId9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666316"/>
            <a:ext cx="2850776" cy="63838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499819"/>
            <a:ext cx="2411402" cy="596629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55742"/>
            <a:ext cx="1556273" cy="615457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4291565"/>
            <a:ext cx="2385646" cy="715694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5259363"/>
            <a:ext cx="2794541" cy="6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1570" y="2675759"/>
            <a:ext cx="1368116" cy="193500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0547" y="2637479"/>
            <a:ext cx="1338212" cy="189271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91" y="1908312"/>
            <a:ext cx="1908992" cy="2700000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606" y="1451099"/>
            <a:ext cx="1908993" cy="2700000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1983" y="1861200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1545314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2855" y="2709000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786" y="2734703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8717" y="273470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2740742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9341305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3355302"/>
              </p:ext>
            </p:extLst>
          </p:nvPr>
        </p:nvGraphicFramePr>
        <p:xfrm>
          <a:off x="1096963" y="1479665"/>
          <a:ext cx="10058400" cy="24771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7338389" y="3538447"/>
            <a:ext cx="4624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формирует базу документов (много потоков)</a:t>
            </a:r>
            <a:endParaRPr lang="ru-RU" dirty="0"/>
          </a:p>
        </p:txBody>
      </p:sp>
      <p:graphicFrame>
        <p:nvGraphicFramePr>
          <p:cNvPr id="9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934725"/>
              </p:ext>
            </p:extLst>
          </p:nvPr>
        </p:nvGraphicFramePr>
        <p:xfrm>
          <a:off x="1096963" y="4031671"/>
          <a:ext cx="10058400" cy="18373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3" name="Прямоугольник 2"/>
          <p:cNvSpPr/>
          <p:nvPr/>
        </p:nvSpPr>
        <p:spPr>
          <a:xfrm>
            <a:off x="5786449" y="5759135"/>
            <a:ext cx="27225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формирует базу запросов</a:t>
            </a:r>
          </a:p>
        </p:txBody>
      </p:sp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285255"/>
              </p:ext>
            </p:extLst>
          </p:nvPr>
        </p:nvGraphicFramePr>
        <p:xfrm>
          <a:off x="1096963" y="3998422"/>
          <a:ext cx="10058400" cy="18705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77276" y="3318296"/>
            <a:ext cx="2473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формирует базу инвертированных индексов (много потоков)</a:t>
            </a:r>
            <a:endParaRPr lang="ru-RU" dirty="0"/>
          </a:p>
        </p:txBody>
      </p:sp>
      <p:graphicFrame>
        <p:nvGraphicFramePr>
          <p:cNvPr id="9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3318879"/>
              </p:ext>
            </p:extLst>
          </p:nvPr>
        </p:nvGraphicFramePr>
        <p:xfrm>
          <a:off x="1096963" y="1846264"/>
          <a:ext cx="10058400" cy="18944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78563" y="5670455"/>
            <a:ext cx="2473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формирует базу релевантности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3703098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Стрелка вправо 7"/>
          <p:cNvSpPr/>
          <p:nvPr/>
        </p:nvSpPr>
        <p:spPr>
          <a:xfrm>
            <a:off x="8508989" y="4836861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0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1437134"/>
              </p:ext>
            </p:extLst>
          </p:nvPr>
        </p:nvGraphicFramePr>
        <p:xfrm>
          <a:off x="1103890" y="1921078"/>
          <a:ext cx="10058400" cy="16617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107" y="3425898"/>
            <a:ext cx="2255989" cy="31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353573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</a:t>
            </a:r>
            <a:r>
              <a:rPr lang="ru-RU" dirty="0" smtClean="0"/>
              <a:t>документов </a:t>
            </a:r>
            <a:r>
              <a:rPr lang="ru-RU" dirty="0" smtClean="0"/>
              <a:t>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</a:t>
            </a:r>
            <a:r>
              <a:rPr lang="ru-RU" dirty="0" smtClean="0"/>
              <a:t>документов </a:t>
            </a:r>
            <a:r>
              <a:rPr lang="ru-RU" dirty="0" smtClean="0"/>
              <a:t>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 smtClean="0"/>
              <a:t>b-1</a:t>
            </a:r>
            <a:r>
              <a:rPr lang="en-US" dirty="0" smtClean="0"/>
              <a:t>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</a:t>
            </a:r>
            <a:r>
              <a:rPr lang="en-US" dirty="0" smtClean="0"/>
              <a:t>[b, </a:t>
            </a:r>
            <a:r>
              <a:rPr lang="en-US" dirty="0" smtClean="0"/>
              <a:t>b+1</a:t>
            </a:r>
            <a:r>
              <a:rPr lang="en-US" dirty="0" smtClean="0"/>
              <a:t>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</a:t>
            </a:r>
            <a:r>
              <a:rPr lang="en-US" dirty="0" smtClean="0"/>
              <a:t>[</a:t>
            </a:r>
            <a:r>
              <a:rPr lang="en-US" dirty="0" smtClean="0"/>
              <a:t>n+1-b</a:t>
            </a:r>
            <a:r>
              <a:rPr lang="en-US" dirty="0" smtClean="0"/>
              <a:t>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6" y="815230"/>
            <a:ext cx="5054129" cy="2623580"/>
          </a:xfrm>
          <a:prstGeom prst="bentConnector3">
            <a:avLst>
              <a:gd name="adj1" fmla="val 9980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511934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16878084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16.11.2025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642172954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16.11.2025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1091872992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40541" y="2599765"/>
            <a:ext cx="1383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Картинка </a:t>
            </a:r>
          </a:p>
          <a:p>
            <a:r>
              <a:rPr lang="ru-RU" dirty="0" smtClean="0"/>
              <a:t>Лог-файла и</a:t>
            </a:r>
          </a:p>
          <a:p>
            <a:r>
              <a:rPr lang="ru-RU" dirty="0" smtClean="0"/>
              <a:t>консоли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4857</TotalTime>
  <Words>565</Words>
  <Application>Microsoft Office PowerPoint</Application>
  <PresentationFormat>Широкоэкранный</PresentationFormat>
  <Paragraphs>242</Paragraphs>
  <Slides>21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125</cp:revision>
  <dcterms:created xsi:type="dcterms:W3CDTF">2025-10-14T05:54:15Z</dcterms:created>
  <dcterms:modified xsi:type="dcterms:W3CDTF">2025-11-16T17:29:37Z</dcterms:modified>
</cp:coreProperties>
</file>
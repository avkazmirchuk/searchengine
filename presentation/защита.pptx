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59" r:id="rId14"/>
    <p:sldId id="271" r:id="rId15"/>
    <p:sldId id="272" r:id="rId16"/>
    <p:sldId id="269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84" y="264"/>
      </p:cViewPr>
      <p:guideLst>
        <p:guide orient="horz" pos="2183"/>
        <p:guide pos="4294"/>
        <p:guide pos="3840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6758144"/>
        <c:axId val="486760888"/>
      </c:barChart>
      <c:catAx>
        <c:axId val="486758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0888"/>
        <c:crosses val="autoZero"/>
        <c:auto val="1"/>
        <c:lblAlgn val="ctr"/>
        <c:lblOffset val="100"/>
        <c:noMultiLvlLbl val="0"/>
      </c:catAx>
      <c:valAx>
        <c:axId val="4867608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58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6759320"/>
        <c:axId val="486762456"/>
      </c:barChart>
      <c:catAx>
        <c:axId val="4867593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2456"/>
        <c:crosses val="autoZero"/>
        <c:auto val="1"/>
        <c:lblAlgn val="ctr"/>
        <c:lblOffset val="100"/>
        <c:noMultiLvlLbl val="0"/>
      </c:catAx>
      <c:valAx>
        <c:axId val="486762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59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557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Функции библиотеки</a:t>
          </a:r>
          <a:endParaRPr lang="ru-RU" sz="2900" kern="1200" dirty="0"/>
        </a:p>
      </dsp:txBody>
      <dsp:txXfrm>
        <a:off x="33955" y="39530"/>
        <a:ext cx="7800548" cy="627655"/>
      </dsp:txXfrm>
    </dsp:sp>
    <dsp:sp modelId="{F2725D4B-59A7-40CF-AA8E-A27EC37530B2}">
      <dsp:nvSpPr>
        <dsp:cNvPr id="0" name=""/>
        <dsp:cNvSpPr/>
      </dsp:nvSpPr>
      <dsp:spPr>
        <a:xfrm>
          <a:off x="0" y="720105"/>
          <a:ext cx="7868458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20105"/>
        <a:ext cx="7868458" cy="480240"/>
      </dsp:txXfrm>
    </dsp:sp>
    <dsp:sp modelId="{6C5C9815-44A2-4551-A509-FE6F0947C3DB}">
      <dsp:nvSpPr>
        <dsp:cNvPr id="0" name=""/>
        <dsp:cNvSpPr/>
      </dsp:nvSpPr>
      <dsp:spPr>
        <a:xfrm>
          <a:off x="0" y="120034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Внутренние функции</a:t>
          </a:r>
          <a:endParaRPr lang="ru-RU" sz="2900" kern="1200" dirty="0"/>
        </a:p>
      </dsp:txBody>
      <dsp:txXfrm>
        <a:off x="33955" y="1234300"/>
        <a:ext cx="7800548" cy="627655"/>
      </dsp:txXfrm>
    </dsp:sp>
    <dsp:sp modelId="{84271FDF-D644-48A5-8BBB-391AF85E26F5}">
      <dsp:nvSpPr>
        <dsp:cNvPr id="0" name=""/>
        <dsp:cNvSpPr/>
      </dsp:nvSpPr>
      <dsp:spPr>
        <a:xfrm>
          <a:off x="0" y="1895910"/>
          <a:ext cx="7868458" cy="1980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95910"/>
        <a:ext cx="7868458" cy="198098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rgbClr val="DFE8E8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diagramData" Target="../diagrams/data1.xml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3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61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62.png"/><Relationship Id="rId7" Type="http://schemas.openxmlformats.org/officeDocument/2006/relationships/image" Target="../media/image55.png"/><Relationship Id="rId12" Type="http://schemas.openxmlformats.org/officeDocument/2006/relationships/image" Target="../media/image67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6.png"/><Relationship Id="rId5" Type="http://schemas.openxmlformats.org/officeDocument/2006/relationships/image" Target="../media/image45.png"/><Relationship Id="rId10" Type="http://schemas.openxmlformats.org/officeDocument/2006/relationships/image" Target="../media/image65.png"/><Relationship Id="rId4" Type="http://schemas.openxmlformats.org/officeDocument/2006/relationships/image" Target="../media/image44.png"/><Relationship Id="rId9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5.png"/><Relationship Id="rId3" Type="http://schemas.openxmlformats.org/officeDocument/2006/relationships/image" Target="../media/image51.png"/><Relationship Id="rId7" Type="http://schemas.openxmlformats.org/officeDocument/2006/relationships/image" Target="../media/image63.png"/><Relationship Id="rId12" Type="http://schemas.openxmlformats.org/officeDocument/2006/relationships/image" Target="../media/image74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54.png"/><Relationship Id="rId5" Type="http://schemas.openxmlformats.org/officeDocument/2006/relationships/image" Target="../media/image70.png"/><Relationship Id="rId15" Type="http://schemas.openxmlformats.org/officeDocument/2006/relationships/image" Target="../media/image77.png"/><Relationship Id="rId10" Type="http://schemas.openxmlformats.org/officeDocument/2006/relationships/image" Target="../media/image55.png"/><Relationship Id="rId4" Type="http://schemas.openxmlformats.org/officeDocument/2006/relationships/image" Target="../media/image69.png"/><Relationship Id="rId9" Type="http://schemas.openxmlformats.org/officeDocument/2006/relationships/image" Target="../media/image73.png"/><Relationship Id="rId14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78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79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81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99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94.png"/><Relationship Id="rId12" Type="http://schemas.openxmlformats.org/officeDocument/2006/relationships/image" Target="../media/image98.png"/><Relationship Id="rId2" Type="http://schemas.openxmlformats.org/officeDocument/2006/relationships/diagramData" Target="../diagrams/data5.xml"/><Relationship Id="rId16" Type="http://schemas.openxmlformats.org/officeDocument/2006/relationships/image" Target="../media/image102.pn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5.xml"/><Relationship Id="rId11" Type="http://schemas.openxmlformats.org/officeDocument/2006/relationships/image" Target="../media/image58.png"/><Relationship Id="rId5" Type="http://schemas.openxmlformats.org/officeDocument/2006/relationships/diagramColors" Target="../diagrams/colors5.xml"/><Relationship Id="rId15" Type="http://schemas.openxmlformats.org/officeDocument/2006/relationships/image" Target="../media/image101.png"/><Relationship Id="rId10" Type="http://schemas.openxmlformats.org/officeDocument/2006/relationships/image" Target="../media/image97.png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96.png"/><Relationship Id="rId14" Type="http://schemas.openxmlformats.org/officeDocument/2006/relationships/image" Target="../media/image10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103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10" Type="http://schemas.openxmlformats.org/officeDocument/2006/relationships/image" Target="../media/image106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10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image" Target="../media/image107.png"/><Relationship Id="rId7" Type="http://schemas.openxmlformats.org/officeDocument/2006/relationships/image" Target="../media/image1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Relationship Id="rId9" Type="http://schemas.openxmlformats.org/officeDocument/2006/relationships/image" Target="../media/image1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diagramLayout" Target="../diagrams/layout7.xml"/><Relationship Id="rId7" Type="http://schemas.openxmlformats.org/officeDocument/2006/relationships/image" Target="../media/image129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1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11483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1471283"/>
            <a:ext cx="2876084" cy="900000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149561" y="3368528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073461" y="3935834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955436" y="21597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02236" y="4481147"/>
            <a:ext cx="1271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Текстовые  файлы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1" y="1958482"/>
            <a:ext cx="849172" cy="120103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91" y="3185607"/>
            <a:ext cx="1372970" cy="194187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124" y="2962168"/>
            <a:ext cx="1887399" cy="266945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277534"/>
            <a:ext cx="754265" cy="1066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72034" y="62626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 rot="5400000">
            <a:off x="5899709" y="1449818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1778424"/>
            <a:ext cx="723441" cy="10232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10284" y="2105360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Список слов</a:t>
            </a:r>
          </a:p>
        </p:txBody>
      </p:sp>
      <p:sp>
        <p:nvSpPr>
          <p:cNvPr id="20" name="Стрелка вправо 19"/>
          <p:cNvSpPr/>
          <p:nvPr/>
        </p:nvSpPr>
        <p:spPr>
          <a:xfrm rot="5400000">
            <a:off x="5899709" y="2957084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4795288" y="3896300"/>
            <a:ext cx="595800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331" y="2575201"/>
            <a:ext cx="2362414" cy="3341299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7329070" y="3931366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580" y="3082033"/>
            <a:ext cx="1569016" cy="2219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32821" y="4416784"/>
            <a:ext cx="1505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138" y="5331014"/>
            <a:ext cx="476195" cy="67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274727" y="1809381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1066800" y="4069357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4249" y="2132992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55" y="4882773"/>
            <a:ext cx="429863" cy="60798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772" y="4415613"/>
            <a:ext cx="804972" cy="113851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233735" y="234592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298806" y="450931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730" y="3425767"/>
            <a:ext cx="442447" cy="31282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975" y="3266236"/>
            <a:ext cx="406677" cy="575187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936" y="5479012"/>
            <a:ext cx="471798" cy="667291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330016"/>
              </p:ext>
            </p:extLst>
          </p:nvPr>
        </p:nvGraphicFramePr>
        <p:xfrm>
          <a:off x="4400929" y="5399093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4400929" y="4940338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27" y="3479857"/>
            <a:ext cx="580393" cy="41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1557850" y="4141081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4973216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125" y="4987626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381" y="443827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90715" y="235964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3115" y="457941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9096" y="3458097"/>
            <a:ext cx="479870" cy="678708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290062"/>
              </p:ext>
            </p:extLst>
          </p:nvPr>
        </p:nvGraphicFramePr>
        <p:xfrm>
          <a:off x="3879822" y="4560104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878910" y="4108268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878910" y="5544024"/>
            <a:ext cx="3273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878910" y="5919768"/>
            <a:ext cx="297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</a:t>
            </a: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256" y="3645370"/>
            <a:ext cx="430192" cy="30416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88" y="5624314"/>
            <a:ext cx="424789" cy="600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533" y="255018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488391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3526" y="6000730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010" y="5886916"/>
            <a:ext cx="601341" cy="42516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7125" y="3694672"/>
            <a:ext cx="567280" cy="40108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806" y="3495697"/>
            <a:ext cx="554399" cy="391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9264" y="4031169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55" y="558544"/>
            <a:ext cx="2102065" cy="29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3686185" y="3743893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97945" y="3158837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52" y="250941"/>
            <a:ext cx="1877575" cy="2655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212" y="1136656"/>
            <a:ext cx="1843407" cy="260723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99" y="2225809"/>
            <a:ext cx="1518987" cy="2148391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365" y="295502"/>
            <a:ext cx="1958257" cy="2769676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451" y="1351594"/>
            <a:ext cx="1698281" cy="2401977"/>
          </a:xfrm>
          <a:prstGeom prst="rect">
            <a:avLst/>
          </a:prstGeom>
        </p:spPr>
      </p:pic>
      <p:sp>
        <p:nvSpPr>
          <p:cNvPr id="14" name="Стрелка вправо 13"/>
          <p:cNvSpPr/>
          <p:nvPr/>
        </p:nvSpPr>
        <p:spPr>
          <a:xfrm>
            <a:off x="3504523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65" y="295502"/>
            <a:ext cx="2567857" cy="3631868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174" y="1048484"/>
            <a:ext cx="1492093" cy="2110353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7328709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8122077" y="278266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12261</TotalTime>
  <Words>1097</Words>
  <Application>Microsoft Office PowerPoint</Application>
  <PresentationFormat>Широкоэкранный</PresentationFormat>
  <Paragraphs>410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303</cp:revision>
  <dcterms:created xsi:type="dcterms:W3CDTF">2025-10-14T05:54:15Z</dcterms:created>
  <dcterms:modified xsi:type="dcterms:W3CDTF">2025-12-03T13:59:31Z</dcterms:modified>
</cp:coreProperties>
</file>
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9916872"/>
        <c:axId val="309922360"/>
      </c:barChart>
      <c:catAx>
        <c:axId val="309916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9922360"/>
        <c:crosses val="autoZero"/>
        <c:auto val="1"/>
        <c:lblAlgn val="ctr"/>
        <c:lblOffset val="100"/>
        <c:noMultiLvlLbl val="0"/>
      </c:catAx>
      <c:valAx>
        <c:axId val="309922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9916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9923144"/>
        <c:axId val="309915696"/>
      </c:barChart>
      <c:catAx>
        <c:axId val="309923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9915696"/>
        <c:crosses val="autoZero"/>
        <c:auto val="1"/>
        <c:lblAlgn val="ctr"/>
        <c:lblOffset val="100"/>
        <c:noMultiLvlLbl val="0"/>
      </c:catAx>
      <c:valAx>
        <c:axId val="309915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9923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rgbClr val="DFE8E8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21.11.2025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21.11.2025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21.11.2025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2.png"/><Relationship Id="rId7" Type="http://schemas.openxmlformats.org/officeDocument/2006/relationships/image" Target="../media/image54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57.png"/><Relationship Id="rId7" Type="http://schemas.openxmlformats.org/officeDocument/2006/relationships/image" Target="../media/image5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51.png"/><Relationship Id="rId7" Type="http://schemas.openxmlformats.org/officeDocument/2006/relationships/image" Target="../media/image60.png"/><Relationship Id="rId12" Type="http://schemas.openxmlformats.org/officeDocument/2006/relationships/image" Target="../media/image68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49.png"/><Relationship Id="rId5" Type="http://schemas.openxmlformats.org/officeDocument/2006/relationships/image" Target="../media/image64.png"/><Relationship Id="rId10" Type="http://schemas.openxmlformats.org/officeDocument/2006/relationships/image" Target="../media/image50.png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7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69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71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7968786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pic>
        <p:nvPicPr>
          <p:cNvPr id="41" name="Рисунок 4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377" y="5258771"/>
            <a:ext cx="509065" cy="720000"/>
          </a:xfrm>
          <a:prstGeom prst="rect">
            <a:avLst/>
          </a:prstGeom>
        </p:spPr>
      </p:pic>
      <p:pic>
        <p:nvPicPr>
          <p:cNvPr id="42" name="Рисунок 4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952750" y="1275075"/>
            <a:ext cx="8915400" cy="151640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21.11.2025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683392" y="518563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084648" y="3712156"/>
            <a:ext cx="19463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ответов</a:t>
            </a:r>
            <a:endParaRPr lang="ru-RU" dirty="0"/>
          </a:p>
        </p:txBody>
      </p:sp>
      <p:grpSp>
        <p:nvGrpSpPr>
          <p:cNvPr id="21" name="Группа 20"/>
          <p:cNvGrpSpPr/>
          <p:nvPr/>
        </p:nvGrpSpPr>
        <p:grpSpPr>
          <a:xfrm>
            <a:off x="5048324" y="1376075"/>
            <a:ext cx="1260000" cy="1260000"/>
            <a:chOff x="3899929" y="338038"/>
            <a:chExt cx="903543" cy="903543"/>
          </a:xfrm>
        </p:grpSpPr>
        <p:sp>
          <p:nvSpPr>
            <p:cNvPr id="22" name="Овал 2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dirty="0" smtClean="0"/>
                <a:t>Documents</a:t>
              </a:r>
              <a:endParaRPr lang="ru-RU" sz="1600" kern="1200" dirty="0"/>
            </a:p>
          </p:txBody>
        </p:sp>
      </p:grpSp>
      <p:grpSp>
        <p:nvGrpSpPr>
          <p:cNvPr id="24" name="Группа 23"/>
          <p:cNvGrpSpPr/>
          <p:nvPr/>
        </p:nvGrpSpPr>
        <p:grpSpPr>
          <a:xfrm>
            <a:off x="6547529" y="1395720"/>
            <a:ext cx="1260000" cy="1260000"/>
            <a:chOff x="5151860" y="405415"/>
            <a:chExt cx="1083633" cy="1083633"/>
          </a:xfrm>
        </p:grpSpPr>
        <p:sp>
          <p:nvSpPr>
            <p:cNvPr id="25" name="Овал 24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Index</a:t>
              </a:r>
              <a:endParaRPr lang="ru-RU" sz="1600" kern="1200" dirty="0"/>
            </a:p>
          </p:txBody>
        </p:sp>
      </p:grp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grpSp>
        <p:nvGrpSpPr>
          <p:cNvPr id="33" name="Группа 32"/>
          <p:cNvGrpSpPr/>
          <p:nvPr/>
        </p:nvGrpSpPr>
        <p:grpSpPr>
          <a:xfrm>
            <a:off x="8067921" y="1402179"/>
            <a:ext cx="1260000" cy="1260000"/>
            <a:chOff x="5151860" y="405415"/>
            <a:chExt cx="1083633" cy="1083633"/>
          </a:xfrm>
        </p:grpSpPr>
        <p:sp>
          <p:nvSpPr>
            <p:cNvPr id="34" name="Овал 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Requests</a:t>
              </a:r>
              <a:endParaRPr lang="ru-RU" sz="1600" kern="1200" dirty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9588313" y="1379353"/>
            <a:ext cx="1260000" cy="1260000"/>
            <a:chOff x="5131820" y="462784"/>
            <a:chExt cx="1069963" cy="1069963"/>
          </a:xfrm>
        </p:grpSpPr>
        <p:sp>
          <p:nvSpPr>
            <p:cNvPr id="37" name="Овал 36"/>
            <p:cNvSpPr/>
            <p:nvPr/>
          </p:nvSpPr>
          <p:spPr>
            <a:xfrm>
              <a:off x="5131820" y="462784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8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Relevant</a:t>
              </a:r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Response</a:t>
              </a:r>
              <a:endParaRPr lang="ru-RU" sz="1600" kern="1200" dirty="0"/>
            </a:p>
          </p:txBody>
        </p:sp>
      </p:grpSp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601" y="3276731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585" y="3238006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0413926" y="287711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9463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9574712" y="28900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9529251" y="450581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0450400" y="44969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341758" y="515278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885202" y="288682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3" name="Группа 82"/>
          <p:cNvGrpSpPr/>
          <p:nvPr/>
        </p:nvGrpSpPr>
        <p:grpSpPr>
          <a:xfrm>
            <a:off x="988713" y="1083636"/>
            <a:ext cx="1800000" cy="1800000"/>
            <a:chOff x="2197456" y="405415"/>
            <a:chExt cx="1083633" cy="1083633"/>
          </a:xfrm>
        </p:grpSpPr>
        <p:sp>
          <p:nvSpPr>
            <p:cNvPr id="84" name="Овал 8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Engine</a:t>
              </a:r>
              <a:endParaRPr lang="ru-RU" sz="1700" kern="1200" dirty="0"/>
            </a:p>
          </p:txBody>
        </p:sp>
      </p:grpSp>
      <p:sp>
        <p:nvSpPr>
          <p:cNvPr id="86" name="Стрелка вправо 85"/>
          <p:cNvSpPr/>
          <p:nvPr/>
        </p:nvSpPr>
        <p:spPr>
          <a:xfrm rot="16200000">
            <a:off x="3885202" y="4584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294513" y="5153890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822" y="265267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781" y="2655720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648" y="3599129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427" y="3679805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968" y="3093549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/>
          <p:nvPr/>
        </p:nvGrpSpPr>
        <p:grpSpPr>
          <a:xfrm>
            <a:off x="3009796" y="937585"/>
            <a:ext cx="1800000" cy="1800000"/>
            <a:chOff x="6093193" y="1986699"/>
            <a:chExt cx="1440000" cy="1442301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pic>
        <p:nvPicPr>
          <p:cNvPr id="96" name="Рисунок 9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593" y="1490944"/>
            <a:ext cx="796407" cy="1126404"/>
          </a:xfrm>
          <a:prstGeom prst="rect">
            <a:avLst/>
          </a:prstGeom>
        </p:spPr>
      </p:pic>
      <p:pic>
        <p:nvPicPr>
          <p:cNvPr id="97" name="Рисунок 9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1645" y="1517097"/>
            <a:ext cx="732847" cy="1036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ightArrow">
            <a:avLst/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21.11.2025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21.11.2025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6793</TotalTime>
  <Words>675</Words>
  <Application>Microsoft Office PowerPoint</Application>
  <PresentationFormat>Широкоэкранный</PresentationFormat>
  <Paragraphs>285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201</cp:revision>
  <dcterms:created xsi:type="dcterms:W3CDTF">2025-10-14T05:54:15Z</dcterms:created>
  <dcterms:modified xsi:type="dcterms:W3CDTF">2025-11-21T12:32:52Z</dcterms:modified>
</cp:coreProperties>
</file>
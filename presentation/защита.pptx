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6"/>
  </p:notesMasterIdLst>
  <p:sldIdLst>
    <p:sldId id="256" r:id="rId2"/>
    <p:sldId id="274" r:id="rId3"/>
    <p:sldId id="275" r:id="rId4"/>
    <p:sldId id="284" r:id="rId5"/>
    <p:sldId id="273" r:id="rId6"/>
    <p:sldId id="257" r:id="rId7"/>
    <p:sldId id="258" r:id="rId8"/>
    <p:sldId id="276" r:id="rId9"/>
    <p:sldId id="277" r:id="rId10"/>
    <p:sldId id="278" r:id="rId11"/>
    <p:sldId id="260" r:id="rId12"/>
    <p:sldId id="263" r:id="rId13"/>
    <p:sldId id="282" r:id="rId14"/>
    <p:sldId id="264" r:id="rId15"/>
    <p:sldId id="266" r:id="rId16"/>
    <p:sldId id="268" r:id="rId17"/>
    <p:sldId id="279" r:id="rId18"/>
    <p:sldId id="280" r:id="rId19"/>
    <p:sldId id="281" r:id="rId20"/>
    <p:sldId id="259" r:id="rId21"/>
    <p:sldId id="269" r:id="rId22"/>
    <p:sldId id="271" r:id="rId23"/>
    <p:sldId id="272" r:id="rId24"/>
    <p:sldId id="283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611" userDrawn="1">
          <p15:clr>
            <a:srgbClr val="A4A3A4"/>
          </p15:clr>
        </p15:guide>
        <p15:guide id="3" pos="3931" userDrawn="1">
          <p15:clr>
            <a:srgbClr val="A4A3A4"/>
          </p15:clr>
        </p15:guide>
        <p15:guide id="4" orient="horz" pos="225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8" y="318"/>
      </p:cViewPr>
      <p:guideLst>
        <p:guide orient="horz" pos="2160"/>
        <p:guide pos="4611"/>
        <p:guide pos="3931"/>
        <p:guide orient="horz" pos="225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9949696"/>
        <c:axId val="159955184"/>
      </c:barChart>
      <c:catAx>
        <c:axId val="1599496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59955184"/>
        <c:crosses val="autoZero"/>
        <c:auto val="1"/>
        <c:lblAlgn val="ctr"/>
        <c:lblOffset val="100"/>
        <c:noMultiLvlLbl val="0"/>
      </c:catAx>
      <c:valAx>
        <c:axId val="1599551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599496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9948912"/>
        <c:axId val="159949304"/>
      </c:barChart>
      <c:catAx>
        <c:axId val="1599489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59949304"/>
        <c:crosses val="autoZero"/>
        <c:auto val="1"/>
        <c:lblAlgn val="ctr"/>
        <c:lblOffset val="100"/>
        <c:noMultiLvlLbl val="0"/>
      </c:catAx>
      <c:valAx>
        <c:axId val="1599493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59948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</a:t>
          </a:r>
          <a:r>
            <a:rPr lang="ru-RU" dirty="0" smtClean="0"/>
            <a:t>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74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Engine</a:t>
          </a:r>
          <a:endParaRPr lang="ru-RU" sz="3200" b="1" kern="1200" dirty="0"/>
        </a:p>
      </dsp:txBody>
      <dsp:txXfrm>
        <a:off x="4133530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2445">
          <a:off x="1655143" y="1947092"/>
          <a:ext cx="2526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58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87869" y="74925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78" y="3148233"/>
          <a:ext cx="242339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39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5" y="2424393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517157" y="2503475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495766">
          <a:off x="3723755" y="1937357"/>
          <a:ext cx="36665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65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290" y="10098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5159" y="97967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28235">
          <a:off x="5960287" y="1942298"/>
          <a:ext cx="39421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1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7910" y="1873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5779" y="106603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184308">
          <a:off x="4889557" y="1932199"/>
          <a:ext cx="26439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2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42" y="3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11" y="87872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53010">
          <a:off x="5876466" y="1965227"/>
          <a:ext cx="249432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32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380" y="2281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318249" y="110679"/>
        <a:ext cx="1624262" cy="16242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341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Функции библиотеки</a:t>
          </a:r>
          <a:endParaRPr lang="ru-RU" sz="2800" kern="1200" dirty="0"/>
        </a:p>
      </dsp:txBody>
      <dsp:txXfrm>
        <a:off x="32784" y="36201"/>
        <a:ext cx="8142517" cy="606012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8208085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8208085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Проверка при работе с файлами</a:t>
          </a:r>
          <a:endParaRPr lang="ru-RU" sz="2800" kern="1200" dirty="0"/>
        </a:p>
      </dsp:txBody>
      <dsp:txXfrm>
        <a:off x="32784" y="2214741"/>
        <a:ext cx="8142517" cy="606012"/>
      </dsp:txXfrm>
    </dsp:sp>
    <dsp:sp modelId="{657A1B8A-9783-4C29-9201-29A02D448FA4}">
      <dsp:nvSpPr>
        <dsp:cNvPr id="0" name=""/>
        <dsp:cNvSpPr/>
      </dsp:nvSpPr>
      <dsp:spPr>
        <a:xfrm>
          <a:off x="0" y="2853537"/>
          <a:ext cx="820808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53537"/>
        <a:ext cx="8208085" cy="11302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557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Функции библиотеки</a:t>
          </a:r>
          <a:endParaRPr lang="ru-RU" sz="2900" kern="1200" dirty="0"/>
        </a:p>
      </dsp:txBody>
      <dsp:txXfrm>
        <a:off x="33955" y="39530"/>
        <a:ext cx="7800548" cy="627655"/>
      </dsp:txXfrm>
    </dsp:sp>
    <dsp:sp modelId="{F2725D4B-59A7-40CF-AA8E-A27EC37530B2}">
      <dsp:nvSpPr>
        <dsp:cNvPr id="0" name=""/>
        <dsp:cNvSpPr/>
      </dsp:nvSpPr>
      <dsp:spPr>
        <a:xfrm>
          <a:off x="0" y="720105"/>
          <a:ext cx="7868458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20105"/>
        <a:ext cx="7868458" cy="480240"/>
      </dsp:txXfrm>
    </dsp:sp>
    <dsp:sp modelId="{6C5C9815-44A2-4551-A509-FE6F0947C3DB}">
      <dsp:nvSpPr>
        <dsp:cNvPr id="0" name=""/>
        <dsp:cNvSpPr/>
      </dsp:nvSpPr>
      <dsp:spPr>
        <a:xfrm>
          <a:off x="0" y="120034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Внутренние функции</a:t>
          </a:r>
          <a:endParaRPr lang="ru-RU" sz="2900" kern="1200" dirty="0"/>
        </a:p>
      </dsp:txBody>
      <dsp:txXfrm>
        <a:off x="33955" y="1234300"/>
        <a:ext cx="7800548" cy="627655"/>
      </dsp:txXfrm>
    </dsp:sp>
    <dsp:sp modelId="{84271FDF-D644-48A5-8BBB-391AF85E26F5}">
      <dsp:nvSpPr>
        <dsp:cNvPr id="0" name=""/>
        <dsp:cNvSpPr/>
      </dsp:nvSpPr>
      <dsp:spPr>
        <a:xfrm>
          <a:off x="0" y="1895910"/>
          <a:ext cx="7868458" cy="1980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</a:t>
          </a:r>
          <a:r>
            <a:rPr lang="ru-RU" sz="2300" kern="1200" dirty="0" smtClean="0"/>
            <a:t>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95910"/>
        <a:ext cx="7868458" cy="19809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26.11.2025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26.11.2025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26.11.2025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image" Target="../media/image43.png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66.png"/><Relationship Id="rId7" Type="http://schemas.openxmlformats.org/officeDocument/2006/relationships/image" Target="../media/image6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59.png"/><Relationship Id="rId7" Type="http://schemas.openxmlformats.org/officeDocument/2006/relationships/image" Target="../media/image67.png"/><Relationship Id="rId12" Type="http://schemas.openxmlformats.org/officeDocument/2006/relationships/image" Target="../media/image7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62.png"/><Relationship Id="rId5" Type="http://schemas.openxmlformats.org/officeDocument/2006/relationships/image" Target="../media/image71.png"/><Relationship Id="rId10" Type="http://schemas.openxmlformats.org/officeDocument/2006/relationships/image" Target="../media/image63.png"/><Relationship Id="rId4" Type="http://schemas.openxmlformats.org/officeDocument/2006/relationships/image" Target="../media/image70.png"/><Relationship Id="rId9" Type="http://schemas.openxmlformats.org/officeDocument/2006/relationships/image" Target="../media/image7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7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76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78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8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diagramData" Target="../diagrams/data6.xml"/><Relationship Id="rId16" Type="http://schemas.openxmlformats.org/officeDocument/2006/relationships/image" Target="../media/image94.png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11" Type="http://schemas.openxmlformats.org/officeDocument/2006/relationships/image" Target="../media/image89.png"/><Relationship Id="rId5" Type="http://schemas.openxmlformats.org/officeDocument/2006/relationships/diagramColors" Target="../diagrams/colors6.xml"/><Relationship Id="rId15" Type="http://schemas.openxmlformats.org/officeDocument/2006/relationships/image" Target="../media/image93.png"/><Relationship Id="rId10" Type="http://schemas.openxmlformats.org/officeDocument/2006/relationships/image" Target="../media/image88.png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87.png"/><Relationship Id="rId14" Type="http://schemas.openxmlformats.org/officeDocument/2006/relationships/image" Target="../media/image9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11" Type="http://schemas.openxmlformats.org/officeDocument/2006/relationships/image" Target="../media/image98.png"/><Relationship Id="rId5" Type="http://schemas.openxmlformats.org/officeDocument/2006/relationships/diagramColors" Target="../diagrams/colors7.xml"/><Relationship Id="rId10" Type="http://schemas.openxmlformats.org/officeDocument/2006/relationships/image" Target="../media/image97.png"/><Relationship Id="rId4" Type="http://schemas.openxmlformats.org/officeDocument/2006/relationships/diagramQuickStyle" Target="../diagrams/quickStyle7.xml"/><Relationship Id="rId9" Type="http://schemas.openxmlformats.org/officeDocument/2006/relationships/image" Target="../media/image9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52907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1632155"/>
            <a:ext cx="10058400" cy="3963973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11483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3399863"/>
            <a:ext cx="4019041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4037380" cy="900000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1471283"/>
            <a:ext cx="4019040" cy="900000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4019041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403738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46" y="2193706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27154" y="180255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7287" y="2183403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627" y="4863158"/>
            <a:ext cx="450738" cy="63750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932" y="4532382"/>
            <a:ext cx="804972" cy="113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375" y="5058617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311" y="5073027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550" y="454819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-474202"/>
            <a:ext cx="10058400" cy="111438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459" y="533225"/>
            <a:ext cx="2212828" cy="3129730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8095</TotalTime>
  <Words>766</Words>
  <Application>Microsoft Office PowerPoint</Application>
  <PresentationFormat>Широкоэкранный</PresentationFormat>
  <Paragraphs>326</Paragraphs>
  <Slides>24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257</cp:revision>
  <dcterms:created xsi:type="dcterms:W3CDTF">2025-10-14T05:54:15Z</dcterms:created>
  <dcterms:modified xsi:type="dcterms:W3CDTF">2025-11-26T13:15:08Z</dcterms:modified>
</cp:coreProperties>
</file>
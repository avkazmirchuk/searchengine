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16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91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2" y="264"/>
      </p:cViewPr>
      <p:guideLst>
        <p:guide orient="horz" pos="3816"/>
        <p:guide pos="3840"/>
        <p:guide pos="1232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5093256"/>
        <c:axId val="495092864"/>
      </c:barChart>
      <c:catAx>
        <c:axId val="4950932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5092864"/>
        <c:crosses val="autoZero"/>
        <c:auto val="1"/>
        <c:lblAlgn val="ctr"/>
        <c:lblOffset val="100"/>
        <c:noMultiLvlLbl val="0"/>
      </c:catAx>
      <c:valAx>
        <c:axId val="495092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50932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5095216"/>
        <c:axId val="495093648"/>
      </c:barChart>
      <c:catAx>
        <c:axId val="495095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5093648"/>
        <c:crosses val="autoZero"/>
        <c:auto val="1"/>
        <c:lblAlgn val="ctr"/>
        <c:lblOffset val="100"/>
        <c:noMultiLvlLbl val="0"/>
      </c:catAx>
      <c:valAx>
        <c:axId val="495093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95095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11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7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11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29875" y="2211832"/>
        <a:ext cx="7860250" cy="552247"/>
      </dsp:txXfrm>
    </dsp:sp>
    <dsp:sp modelId="{657A1B8A-9783-4C29-9201-29A02D448FA4}">
      <dsp:nvSpPr>
        <dsp:cNvPr id="0" name=""/>
        <dsp:cNvSpPr/>
      </dsp:nvSpPr>
      <dsp:spPr>
        <a:xfrm>
          <a:off x="0" y="2793955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793955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rgbClr val="DFE8E8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08.12.2025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08.12.2025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image" Target="../media/image30.png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7.png"/><Relationship Id="rId5" Type="http://schemas.openxmlformats.org/officeDocument/2006/relationships/image" Target="../media/image33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2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40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12" Type="http://schemas.openxmlformats.org/officeDocument/2006/relationships/image" Target="../media/image29.png"/><Relationship Id="rId2" Type="http://schemas.openxmlformats.org/officeDocument/2006/relationships/image" Target="../media/image47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28.png"/><Relationship Id="rId5" Type="http://schemas.openxmlformats.org/officeDocument/2006/relationships/image" Target="../media/image50.png"/><Relationship Id="rId15" Type="http://schemas.openxmlformats.org/officeDocument/2006/relationships/image" Target="../media/image43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41.png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12" Type="http://schemas.openxmlformats.org/officeDocument/2006/relationships/image" Target="../media/image4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29.png"/><Relationship Id="rId5" Type="http://schemas.openxmlformats.org/officeDocument/2006/relationships/image" Target="../media/image38.png"/><Relationship Id="rId15" Type="http://schemas.openxmlformats.org/officeDocument/2006/relationships/image" Target="../media/image61.png"/><Relationship Id="rId10" Type="http://schemas.openxmlformats.org/officeDocument/2006/relationships/image" Target="../media/image28.png"/><Relationship Id="rId4" Type="http://schemas.openxmlformats.org/officeDocument/2006/relationships/image" Target="../media/image37.png"/><Relationship Id="rId9" Type="http://schemas.openxmlformats.org/officeDocument/2006/relationships/image" Target="../media/image60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0.png"/><Relationship Id="rId18" Type="http://schemas.openxmlformats.org/officeDocument/2006/relationships/image" Target="../media/image71.png"/><Relationship Id="rId3" Type="http://schemas.openxmlformats.org/officeDocument/2006/relationships/image" Target="../media/image63.png"/><Relationship Id="rId7" Type="http://schemas.openxmlformats.org/officeDocument/2006/relationships/image" Target="../media/image57.png"/><Relationship Id="rId12" Type="http://schemas.openxmlformats.org/officeDocument/2006/relationships/image" Target="../media/image69.png"/><Relationship Id="rId17" Type="http://schemas.openxmlformats.org/officeDocument/2006/relationships/image" Target="../media/image41.png"/><Relationship Id="rId2" Type="http://schemas.openxmlformats.org/officeDocument/2006/relationships/image" Target="../media/image62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5" Type="http://schemas.openxmlformats.org/officeDocument/2006/relationships/image" Target="../media/image29.png"/><Relationship Id="rId10" Type="http://schemas.openxmlformats.org/officeDocument/2006/relationships/image" Target="../media/image27.png"/><Relationship Id="rId4" Type="http://schemas.openxmlformats.org/officeDocument/2006/relationships/image" Target="../media/image47.png"/><Relationship Id="rId9" Type="http://schemas.openxmlformats.org/officeDocument/2006/relationships/image" Target="../media/image67.png"/><Relationship Id="rId1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7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48.png"/><Relationship Id="rId7" Type="http://schemas.openxmlformats.org/officeDocument/2006/relationships/image" Target="../media/image72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7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89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2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4.png"/><Relationship Id="rId7" Type="http://schemas.openxmlformats.org/officeDocument/2006/relationships/image" Target="../media/image98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0.png"/><Relationship Id="rId12" Type="http://schemas.openxmlformats.org/officeDocument/2006/relationships/image" Target="../media/image104.png"/><Relationship Id="rId2" Type="http://schemas.openxmlformats.org/officeDocument/2006/relationships/diagramData" Target="../diagrams/data3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11" Type="http://schemas.openxmlformats.org/officeDocument/2006/relationships/image" Target="../media/image52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image" Target="../media/image109.png"/><Relationship Id="rId7" Type="http://schemas.openxmlformats.org/officeDocument/2006/relationships/image" Target="../media/image1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11" Type="http://schemas.openxmlformats.org/officeDocument/2006/relationships/image" Target="../media/image115.png"/><Relationship Id="rId5" Type="http://schemas.openxmlformats.org/officeDocument/2006/relationships/image" Target="../media/image95.png"/><Relationship Id="rId10" Type="http://schemas.openxmlformats.org/officeDocument/2006/relationships/image" Target="../media/image114.png"/><Relationship Id="rId4" Type="http://schemas.openxmlformats.org/officeDocument/2006/relationships/image" Target="../media/image110.png"/><Relationship Id="rId9" Type="http://schemas.openxmlformats.org/officeDocument/2006/relationships/image" Target="../media/image1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116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10" Type="http://schemas.openxmlformats.org/officeDocument/2006/relationships/image" Target="../media/image123.png"/><Relationship Id="rId4" Type="http://schemas.openxmlformats.org/officeDocument/2006/relationships/image" Target="../media/image117.png"/><Relationship Id="rId9" Type="http://schemas.openxmlformats.org/officeDocument/2006/relationships/image" Target="../media/image12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Специализация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3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доменом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6221" y="4730900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3647" y="2389357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grpSp>
        <p:nvGrpSpPr>
          <p:cNvPr id="5" name="Группа 4"/>
          <p:cNvGrpSpPr/>
          <p:nvPr/>
        </p:nvGrpSpPr>
        <p:grpSpPr>
          <a:xfrm>
            <a:off x="1124118" y="1320333"/>
            <a:ext cx="1848465" cy="1323439"/>
            <a:chOff x="1124118" y="1320333"/>
            <a:chExt cx="1848465" cy="132343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497118" y="1093642"/>
              <a:ext cx="1102466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442713" y="1320333"/>
              <a:ext cx="1244251" cy="1323439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80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80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6" name="Группа 5"/>
          <p:cNvGrpSpPr/>
          <p:nvPr/>
        </p:nvGrpSpPr>
        <p:grpSpPr>
          <a:xfrm>
            <a:off x="884363" y="2768974"/>
            <a:ext cx="1349927" cy="776776"/>
            <a:chOff x="1376893" y="2680131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1663469" y="2398204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1376893" y="280963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1144324" y="4429736"/>
            <a:ext cx="1848465" cy="795777"/>
            <a:chOff x="1202409" y="4295394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728753" y="3769050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1278494" y="4425175"/>
              <a:ext cx="1696297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7" name="Группа 6"/>
          <p:cNvGrpSpPr/>
          <p:nvPr/>
        </p:nvGrpSpPr>
        <p:grpSpPr>
          <a:xfrm>
            <a:off x="1258529" y="3544969"/>
            <a:ext cx="1848465" cy="795777"/>
            <a:chOff x="1232007" y="334298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58351" y="281663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67756" y="3465517"/>
              <a:ext cx="1525033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grpSp>
        <p:nvGrpSpPr>
          <p:cNvPr id="28" name="Группа 27"/>
          <p:cNvGrpSpPr/>
          <p:nvPr/>
        </p:nvGrpSpPr>
        <p:grpSpPr>
          <a:xfrm>
            <a:off x="1383968" y="5420382"/>
            <a:ext cx="828047" cy="738239"/>
            <a:chOff x="1383968" y="5420382"/>
            <a:chExt cx="828047" cy="738239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383968" y="5789289"/>
              <a:ext cx="8280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84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810800"/>
              </p:ext>
            </p:extLst>
          </p:nvPr>
        </p:nvGraphicFramePr>
        <p:xfrm>
          <a:off x="774530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88526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</a:t>
            </a:r>
            <a:r>
              <a:rPr lang="ru-RU" sz="1100" dirty="0" smtClean="0"/>
              <a:t>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339" y="4728157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762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1480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147151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952" y="4356113"/>
            <a:ext cx="720000" cy="1018336"/>
          </a:xfrm>
          <a:prstGeom prst="rect">
            <a:avLst/>
          </a:prstGeom>
        </p:spPr>
      </p:pic>
      <p:grpSp>
        <p:nvGrpSpPr>
          <p:cNvPr id="65" name="Группа 64"/>
          <p:cNvGrpSpPr/>
          <p:nvPr/>
        </p:nvGrpSpPr>
        <p:grpSpPr>
          <a:xfrm>
            <a:off x="4262691" y="5151091"/>
            <a:ext cx="2215671" cy="1086050"/>
            <a:chOff x="6278315" y="2624190"/>
            <a:chExt cx="2215671" cy="1086050"/>
          </a:xfrm>
        </p:grpSpPr>
        <p:sp>
          <p:nvSpPr>
            <p:cNvPr id="66" name="Стрелка вправо 65"/>
            <p:cNvSpPr/>
            <p:nvPr/>
          </p:nvSpPr>
          <p:spPr>
            <a:xfrm>
              <a:off x="6440774" y="2624190"/>
              <a:ext cx="14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6278315" y="3110076"/>
              <a:ext cx="2215671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boost:source_location</a:t>
              </a:r>
              <a:r>
                <a:rPr lang="ru-RU" sz="1100" dirty="0"/>
                <a:t> </a:t>
              </a:r>
            </a:p>
            <a:p>
              <a:r>
                <a:rPr lang="en-US" sz="1100" dirty="0"/>
                <a:t>“</a:t>
              </a:r>
              <a:r>
                <a:rPr lang="ru-RU" sz="1100" dirty="0"/>
                <a:t>имя вызывающей функции</a:t>
              </a:r>
              <a:r>
                <a:rPr lang="en-US" sz="1100" dirty="0"/>
                <a:t>”, </a:t>
              </a:r>
            </a:p>
            <a:p>
              <a:r>
                <a:rPr lang="en-US" sz="1100" dirty="0"/>
                <a:t>ErrorLevel </a:t>
              </a:r>
              <a:r>
                <a:rPr lang="en-US" sz="1100" dirty="0" smtClean="0"/>
                <a:t>“</a:t>
              </a:r>
              <a:r>
                <a:rPr lang="ru-RU" sz="1100" dirty="0" smtClean="0"/>
                <a:t>уровень логирования</a:t>
              </a:r>
              <a:r>
                <a:rPr lang="en-US" sz="1100" dirty="0" smtClean="0"/>
                <a:t>”</a:t>
              </a:r>
              <a:endParaRPr lang="ru-RU" sz="1100" dirty="0"/>
            </a:p>
          </p:txBody>
        </p:sp>
      </p:grpSp>
      <p:grpSp>
        <p:nvGrpSpPr>
          <p:cNvPr id="68" name="Группа 67"/>
          <p:cNvGrpSpPr/>
          <p:nvPr/>
        </p:nvGrpSpPr>
        <p:grpSpPr>
          <a:xfrm>
            <a:off x="4397289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870863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>
            <a:off x="6960053" y="5140175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950863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9038127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9172317" y="5140177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8046522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169755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519581611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051037" y="4905682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endParaRPr lang="en-US" dirty="0" smtClean="0"/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endParaRPr lang="en-US" dirty="0" smtClean="0"/>
          </a:p>
          <a:p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</a:t>
            </a:r>
            <a:r>
              <a:rPr lang="en-US" sz="4000" dirty="0" smtClean="0"/>
              <a:t>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err="1" smtClean="0">
                  <a:solidFill>
                    <a:schemeClr val="tx1"/>
                  </a:solidFill>
                </a:rPr>
                <a:t>debug</a:t>
              </a:r>
              <a:r>
                <a:rPr lang="ru-RU" sz="1100" dirty="0" smtClean="0">
                  <a:solidFill>
                    <a:schemeClr val="tx1"/>
                  </a:solidFill>
                </a:rPr>
                <a:t>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</a:t>
            </a:r>
            <a:r>
              <a:rPr lang="ru-RU" sz="1000" dirty="0" smtClean="0"/>
              <a:t>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</a:t>
            </a:r>
            <a:r>
              <a:rPr lang="en-US" sz="4000" dirty="0" smtClean="0"/>
              <a:t>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</a:t>
            </a:r>
            <a:r>
              <a:rPr lang="en-US" sz="4000" dirty="0" smtClean="0"/>
              <a:t>check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57951" y="4028267"/>
            <a:ext cx="5557483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16408</TotalTime>
  <Words>1299</Words>
  <Application>Microsoft Office PowerPoint</Application>
  <PresentationFormat>Широкоэкранный</PresentationFormat>
  <Paragraphs>463</Paragraphs>
  <Slides>26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455</cp:revision>
  <dcterms:created xsi:type="dcterms:W3CDTF">2025-10-14T05:54:15Z</dcterms:created>
  <dcterms:modified xsi:type="dcterms:W3CDTF">2025-12-08T13:39:24Z</dcterms:modified>
</cp:coreProperties>
</file>
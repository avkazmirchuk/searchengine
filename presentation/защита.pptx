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79" r:id="rId10"/>
    <p:sldId id="280" r:id="rId11"/>
    <p:sldId id="281" r:id="rId12"/>
    <p:sldId id="283" r:id="rId13"/>
    <p:sldId id="269" r:id="rId14"/>
    <p:sldId id="272" r:id="rId15"/>
    <p:sldId id="259" r:id="rId16"/>
    <p:sldId id="271" r:id="rId17"/>
    <p:sldId id="285" r:id="rId18"/>
    <p:sldId id="287" r:id="rId19"/>
    <p:sldId id="257" r:id="rId20"/>
    <p:sldId id="289" r:id="rId21"/>
    <p:sldId id="278" r:id="rId22"/>
    <p:sldId id="258" r:id="rId23"/>
    <p:sldId id="276" r:id="rId24"/>
    <p:sldId id="277" r:id="rId25"/>
    <p:sldId id="288" r:id="rId26"/>
    <p:sldId id="263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38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1232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2" autoAdjust="0"/>
    <p:restoredTop sz="96400" autoAdjust="0"/>
  </p:normalViewPr>
  <p:slideViewPr>
    <p:cSldViewPr snapToGrid="0">
      <p:cViewPr varScale="1">
        <p:scale>
          <a:sx n="107" d="100"/>
          <a:sy n="107" d="100"/>
        </p:scale>
        <p:origin x="612" y="120"/>
      </p:cViewPr>
      <p:guideLst>
        <p:guide orient="horz" pos="3838"/>
        <p:guide pos="3840"/>
        <p:guide pos="1232"/>
        <p:guide orient="horz" pos="18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10400504"/>
        <c:axId val="310401288"/>
      </c:barChart>
      <c:catAx>
        <c:axId val="3104005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0401288"/>
        <c:crosses val="autoZero"/>
        <c:auto val="1"/>
        <c:lblAlgn val="ctr"/>
        <c:lblOffset val="100"/>
        <c:noMultiLvlLbl val="0"/>
      </c:catAx>
      <c:valAx>
        <c:axId val="310401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04005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2.5539999999999998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10402072"/>
        <c:axId val="310401680"/>
      </c:barChart>
      <c:catAx>
        <c:axId val="3104020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0401680"/>
        <c:crosses val="autoZero"/>
        <c:auto val="1"/>
        <c:lblAlgn val="ctr"/>
        <c:lblOffset val="100"/>
        <c:noMultiLvlLbl val="0"/>
      </c:catAx>
      <c:valAx>
        <c:axId val="3104016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104020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29875" y="29875"/>
        <a:ext cx="7860250" cy="552249"/>
      </dsp:txXfrm>
    </dsp:sp>
    <dsp:sp modelId="{F2725D4B-59A7-40CF-AA8E-A27EC37530B2}">
      <dsp:nvSpPr>
        <dsp:cNvPr id="0" name=""/>
        <dsp:cNvSpPr/>
      </dsp:nvSpPr>
      <dsp:spPr>
        <a:xfrm>
          <a:off x="0" y="708719"/>
          <a:ext cx="7920000" cy="496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08719"/>
        <a:ext cx="7920000" cy="496800"/>
      </dsp:txXfrm>
    </dsp:sp>
    <dsp:sp modelId="{6C5C9815-44A2-4551-A509-FE6F0947C3DB}">
      <dsp:nvSpPr>
        <dsp:cNvPr id="0" name=""/>
        <dsp:cNvSpPr/>
      </dsp:nvSpPr>
      <dsp:spPr>
        <a:xfrm>
          <a:off x="0" y="120552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Внутренние функции</a:t>
          </a:r>
          <a:endParaRPr lang="ru-RU" sz="2400" kern="1200" dirty="0"/>
        </a:p>
      </dsp:txBody>
      <dsp:txXfrm>
        <a:off x="29875" y="1235395"/>
        <a:ext cx="7860250" cy="552249"/>
      </dsp:txXfrm>
    </dsp:sp>
    <dsp:sp modelId="{84271FDF-D644-48A5-8BBB-391AF85E26F5}">
      <dsp:nvSpPr>
        <dsp:cNvPr id="0" name=""/>
        <dsp:cNvSpPr/>
      </dsp:nvSpPr>
      <dsp:spPr>
        <a:xfrm>
          <a:off x="0" y="1817519"/>
          <a:ext cx="7920000" cy="1987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17519"/>
        <a:ext cx="7920000" cy="19872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0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30729" y="30729"/>
        <a:ext cx="7858542" cy="568025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7920000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7920000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Проверка при работе с файлами</a:t>
          </a:r>
          <a:endParaRPr lang="ru-RU" sz="2400" kern="1200" dirty="0"/>
        </a:p>
      </dsp:txBody>
      <dsp:txXfrm>
        <a:off x="30729" y="2212686"/>
        <a:ext cx="7858542" cy="568025"/>
      </dsp:txXfrm>
    </dsp:sp>
    <dsp:sp modelId="{657A1B8A-9783-4C29-9201-29A02D448FA4}">
      <dsp:nvSpPr>
        <dsp:cNvPr id="0" name=""/>
        <dsp:cNvSpPr/>
      </dsp:nvSpPr>
      <dsp:spPr>
        <a:xfrm>
          <a:off x="0" y="2811440"/>
          <a:ext cx="792000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11440"/>
        <a:ext cx="7920000" cy="11302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контейнер путей файлов документов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Расписать плюсы и минусы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записи: читает множество файлов за раз и последовательно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слайд по тестам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diagramData" Target="../diagrams/data1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11" Type="http://schemas.openxmlformats.org/officeDocument/2006/relationships/image" Target="../media/image24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30.png"/><Relationship Id="rId3" Type="http://schemas.openxmlformats.org/officeDocument/2006/relationships/image" Target="../media/image48.png"/><Relationship Id="rId7" Type="http://schemas.openxmlformats.org/officeDocument/2006/relationships/image" Target="../media/image37.png"/><Relationship Id="rId12" Type="http://schemas.openxmlformats.org/officeDocument/2006/relationships/image" Target="../media/image29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5.png"/><Relationship Id="rId5" Type="http://schemas.openxmlformats.org/officeDocument/2006/relationships/image" Target="../media/image50.png"/><Relationship Id="rId15" Type="http://schemas.openxmlformats.org/officeDocument/2006/relationships/image" Target="../media/image42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7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49.png"/><Relationship Id="rId7" Type="http://schemas.openxmlformats.org/officeDocument/2006/relationships/image" Target="../media/image73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77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8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9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image" Target="../media/image93.png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9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105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53.png"/><Relationship Id="rId17" Type="http://schemas.openxmlformats.org/officeDocument/2006/relationships/image" Target="../media/image109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04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07.png"/><Relationship Id="rId10" Type="http://schemas.openxmlformats.org/officeDocument/2006/relationships/image" Target="../media/image103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02.png"/><Relationship Id="rId14" Type="http://schemas.openxmlformats.org/officeDocument/2006/relationships/image" Target="../media/image10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110.png"/><Relationship Id="rId7" Type="http://schemas.openxmlformats.org/officeDocument/2006/relationships/image" Target="../media/image1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11" Type="http://schemas.openxmlformats.org/officeDocument/2006/relationships/image" Target="../media/image116.png"/><Relationship Id="rId5" Type="http://schemas.openxmlformats.org/officeDocument/2006/relationships/image" Target="../media/image96.png"/><Relationship Id="rId10" Type="http://schemas.openxmlformats.org/officeDocument/2006/relationships/image" Target="../media/image115.png"/><Relationship Id="rId4" Type="http://schemas.openxmlformats.org/officeDocument/2006/relationships/image" Target="../media/image111.png"/><Relationship Id="rId9" Type="http://schemas.openxmlformats.org/officeDocument/2006/relationships/image" Target="../media/image11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10" Type="http://schemas.openxmlformats.org/officeDocument/2006/relationships/image" Target="../media/image124.png"/><Relationship Id="rId4" Type="http://schemas.openxmlformats.org/officeDocument/2006/relationships/image" Target="../media/image118.png"/><Relationship Id="rId9" Type="http://schemas.openxmlformats.org/officeDocument/2006/relationships/image" Target="../media/image1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3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38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доменом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55250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4952987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0643" y="424669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6732" y="4220578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4957346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4956689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0104" y="4344026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859254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6073413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62964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51489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7319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pic>
        <p:nvPicPr>
          <p:cNvPr id="68" name="Рисунок 6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84478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59856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</a:t>
            </a:r>
          </a:p>
          <a:p>
            <a:r>
              <a:rPr lang="ru-RU" dirty="0"/>
              <a:t>д</a:t>
            </a:r>
            <a:r>
              <a:rPr lang="ru-RU" dirty="0" smtClean="0"/>
              <a:t>елёная на максимальную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отдельных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440695517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7051037" y="4905682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err="1" smtClean="0">
                  <a:solidFill>
                    <a:schemeClr val="tx1"/>
                  </a:solidFill>
                </a:rPr>
                <a:t>debug</a:t>
              </a:r>
              <a:r>
                <a:rPr lang="ru-RU" sz="1100" dirty="0" smtClean="0">
                  <a:solidFill>
                    <a:schemeClr val="tx1"/>
                  </a:solidFill>
                </a:rPr>
                <a:t>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kav_check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060728" y="4001372"/>
            <a:ext cx="5915209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</a:t>
            </a:r>
            <a:r>
              <a:rPr lang="ru-RU" dirty="0" smtClean="0"/>
              <a:t>;</a:t>
            </a:r>
          </a:p>
          <a:p>
            <a:pPr marL="285750" indent="-285750">
              <a:buFontTx/>
              <a:buChar char="-"/>
            </a:pPr>
            <a:r>
              <a:rPr lang="ru-RU" dirty="0"/>
              <a:t>в</a:t>
            </a:r>
            <a:r>
              <a:rPr lang="ru-RU" dirty="0" smtClean="0"/>
              <a:t>ыбор базы документов или путей файлов документов</a:t>
            </a:r>
            <a:endParaRPr lang="ru-RU" dirty="0" smtClean="0"/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17505</TotalTime>
  <Words>1334</Words>
  <Application>Microsoft Office PowerPoint</Application>
  <PresentationFormat>Широкоэкранный</PresentationFormat>
  <Paragraphs>476</Paragraphs>
  <Slides>26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отдельных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481</cp:revision>
  <dcterms:created xsi:type="dcterms:W3CDTF">2025-10-14T05:54:15Z</dcterms:created>
  <dcterms:modified xsi:type="dcterms:W3CDTF">2025-12-14T15:00:44Z</dcterms:modified>
</cp:coreProperties>
</file>
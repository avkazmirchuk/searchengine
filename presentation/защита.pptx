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59" r:id="rId14"/>
    <p:sldId id="271" r:id="rId15"/>
    <p:sldId id="272" r:id="rId16"/>
    <p:sldId id="269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5" userDrawn="1">
          <p15:clr>
            <a:srgbClr val="A4A3A4"/>
          </p15:clr>
        </p15:guide>
        <p15:guide id="2" pos="4498" userDrawn="1">
          <p15:clr>
            <a:srgbClr val="A4A3A4"/>
          </p15:clr>
        </p15:guide>
        <p15:guide id="3" pos="2026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3385"/>
        <p:guide pos="4498"/>
        <p:guide pos="2026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4951128"/>
        <c:axId val="464952696"/>
      </c:barChart>
      <c:catAx>
        <c:axId val="464951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4952696"/>
        <c:crosses val="autoZero"/>
        <c:auto val="1"/>
        <c:lblAlgn val="ctr"/>
        <c:lblOffset val="100"/>
        <c:noMultiLvlLbl val="0"/>
      </c:catAx>
      <c:valAx>
        <c:axId val="464952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49511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4946032"/>
        <c:axId val="408409608"/>
      </c:barChart>
      <c:catAx>
        <c:axId val="4649460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409608"/>
        <c:crosses val="autoZero"/>
        <c:auto val="1"/>
        <c:lblAlgn val="ctr"/>
        <c:lblOffset val="100"/>
        <c:noMultiLvlLbl val="0"/>
      </c:catAx>
      <c:valAx>
        <c:axId val="408409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49460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07.12.2025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image" Target="../media/image30.png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7.png"/><Relationship Id="rId5" Type="http://schemas.openxmlformats.org/officeDocument/2006/relationships/image" Target="../media/image33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2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40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12" Type="http://schemas.openxmlformats.org/officeDocument/2006/relationships/image" Target="../media/image29.png"/><Relationship Id="rId2" Type="http://schemas.openxmlformats.org/officeDocument/2006/relationships/image" Target="../media/image47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28.png"/><Relationship Id="rId5" Type="http://schemas.openxmlformats.org/officeDocument/2006/relationships/image" Target="../media/image50.png"/><Relationship Id="rId15" Type="http://schemas.openxmlformats.org/officeDocument/2006/relationships/image" Target="../media/image43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41.png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12" Type="http://schemas.openxmlformats.org/officeDocument/2006/relationships/image" Target="../media/image4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29.png"/><Relationship Id="rId5" Type="http://schemas.openxmlformats.org/officeDocument/2006/relationships/image" Target="../media/image38.png"/><Relationship Id="rId15" Type="http://schemas.openxmlformats.org/officeDocument/2006/relationships/image" Target="../media/image61.png"/><Relationship Id="rId10" Type="http://schemas.openxmlformats.org/officeDocument/2006/relationships/image" Target="../media/image28.png"/><Relationship Id="rId4" Type="http://schemas.openxmlformats.org/officeDocument/2006/relationships/image" Target="../media/image37.png"/><Relationship Id="rId9" Type="http://schemas.openxmlformats.org/officeDocument/2006/relationships/image" Target="../media/image60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0.png"/><Relationship Id="rId18" Type="http://schemas.openxmlformats.org/officeDocument/2006/relationships/image" Target="../media/image71.png"/><Relationship Id="rId3" Type="http://schemas.openxmlformats.org/officeDocument/2006/relationships/image" Target="../media/image63.png"/><Relationship Id="rId7" Type="http://schemas.openxmlformats.org/officeDocument/2006/relationships/image" Target="../media/image57.png"/><Relationship Id="rId12" Type="http://schemas.openxmlformats.org/officeDocument/2006/relationships/image" Target="../media/image69.png"/><Relationship Id="rId17" Type="http://schemas.openxmlformats.org/officeDocument/2006/relationships/image" Target="../media/image41.png"/><Relationship Id="rId2" Type="http://schemas.openxmlformats.org/officeDocument/2006/relationships/image" Target="../media/image62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5" Type="http://schemas.openxmlformats.org/officeDocument/2006/relationships/image" Target="../media/image29.png"/><Relationship Id="rId10" Type="http://schemas.openxmlformats.org/officeDocument/2006/relationships/image" Target="../media/image27.png"/><Relationship Id="rId4" Type="http://schemas.openxmlformats.org/officeDocument/2006/relationships/image" Target="../media/image47.png"/><Relationship Id="rId9" Type="http://schemas.openxmlformats.org/officeDocument/2006/relationships/image" Target="../media/image67.png"/><Relationship Id="rId1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7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48.png"/><Relationship Id="rId7" Type="http://schemas.openxmlformats.org/officeDocument/2006/relationships/image" Target="../media/image72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7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8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3.png"/><Relationship Id="rId12" Type="http://schemas.openxmlformats.org/officeDocument/2006/relationships/image" Target="../media/image97.png"/><Relationship Id="rId2" Type="http://schemas.openxmlformats.org/officeDocument/2006/relationships/diagramData" Target="../diagrams/data2.xml"/><Relationship Id="rId16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openxmlformats.org/officeDocument/2006/relationships/image" Target="../media/image52.png"/><Relationship Id="rId5" Type="http://schemas.openxmlformats.org/officeDocument/2006/relationships/diagramColors" Target="../diagrams/colors2.xml"/><Relationship Id="rId15" Type="http://schemas.openxmlformats.org/officeDocument/2006/relationships/image" Target="../media/image100.png"/><Relationship Id="rId10" Type="http://schemas.openxmlformats.org/officeDocument/2006/relationships/image" Target="../media/image96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5.png"/><Relationship Id="rId14" Type="http://schemas.openxmlformats.org/officeDocument/2006/relationships/image" Target="../media/image9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105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10" Type="http://schemas.openxmlformats.org/officeDocument/2006/relationships/image" Target="../media/image120.png"/><Relationship Id="rId4" Type="http://schemas.openxmlformats.org/officeDocument/2006/relationships/image" Target="../media/image114.png"/><Relationship Id="rId9" Type="http://schemas.openxmlformats.org/officeDocument/2006/relationships/image" Target="../media/image11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29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64911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07.12.2025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07.12.2025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138585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88" y="3872539"/>
            <a:ext cx="1399928" cy="198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</a:t>
            </a:r>
            <a:r>
              <a:rPr lang="ru-RU" dirty="0" smtClean="0"/>
              <a:t>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</a:t>
            </a:r>
            <a:r>
              <a:rPr lang="ru-RU" dirty="0" smtClean="0"/>
              <a:t>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330" y="3766802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</a:t>
            </a:r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</a:t>
            </a:r>
            <a:r>
              <a:rPr lang="ru-RU" sz="1200" dirty="0" smtClean="0"/>
              <a:t>содержит </a:t>
            </a:r>
            <a:r>
              <a:rPr lang="ru-RU" sz="1200" dirty="0" smtClean="0"/>
              <a:t>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</a:t>
            </a:r>
            <a:r>
              <a:rPr lang="ru-RU" sz="1200" dirty="0" smtClean="0"/>
              <a:t>содержит </a:t>
            </a:r>
            <a:r>
              <a:rPr lang="ru-RU" sz="1200" dirty="0" smtClean="0"/>
              <a:t>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</a:t>
            </a:r>
            <a:r>
              <a:rPr lang="ru-RU" sz="2400" dirty="0" smtClean="0"/>
              <a:t>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</a:t>
            </a:r>
            <a:r>
              <a:rPr lang="ru-RU" sz="1200" dirty="0" smtClean="0"/>
              <a:t>Логирует </a:t>
            </a:r>
            <a:r>
              <a:rPr lang="ru-RU" sz="1200" dirty="0" smtClean="0"/>
              <a:t>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84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endParaRPr lang="ru-RU" sz="1000" dirty="0" smtClean="0"/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</a:t>
            </a:r>
            <a:r>
              <a:rPr lang="ru-RU" sz="1000" dirty="0" smtClean="0"/>
              <a:t>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</a:t>
            </a:r>
            <a:r>
              <a:rPr lang="ru-RU" sz="1000" dirty="0" smtClean="0"/>
              <a:t>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endParaRPr lang="ru-RU" sz="1000" dirty="0" smtClean="0"/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</a:t>
            </a:r>
            <a:r>
              <a:rPr lang="ru-RU" sz="1000" dirty="0" smtClean="0"/>
              <a:t>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941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07.12.2025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1974551" y="2351986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933906"/>
              </p:ext>
            </p:extLst>
          </p:nvPr>
        </p:nvGraphicFramePr>
        <p:xfrm>
          <a:off x="326210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smtClean="0"/>
                        <a:t>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209077" y="3856691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1583" y="2012725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37231" y="3608645"/>
            <a:ext cx="2291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перации </a:t>
            </a:r>
            <a:r>
              <a:rPr lang="ru-RU" dirty="0" smtClean="0"/>
              <a:t>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2682052" y="2630107"/>
            <a:ext cx="1819729" cy="1086050"/>
            <a:chOff x="1954468" y="2079504"/>
            <a:chExt cx="1819729" cy="1086050"/>
          </a:xfrm>
        </p:grpSpPr>
        <p:sp>
          <p:nvSpPr>
            <p:cNvPr id="6" name="Стрелка вправо 5"/>
            <p:cNvSpPr/>
            <p:nvPr/>
          </p:nvSpPr>
          <p:spPr>
            <a:xfrm>
              <a:off x="2598711" y="2079504"/>
              <a:ext cx="5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954468" y="2565390"/>
              <a:ext cx="1819729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boost:source_location</a:t>
              </a:r>
              <a:endParaRPr lang="ru-RU" sz="1100" dirty="0" smtClean="0"/>
            </a:p>
            <a:p>
              <a:r>
                <a:rPr lang="ru-RU" sz="1100" dirty="0" smtClean="0"/>
                <a:t>имя </a:t>
              </a:r>
              <a:r>
                <a:rPr lang="ru-RU" sz="1100" dirty="0"/>
                <a:t>вызывающей функции</a:t>
              </a:r>
            </a:p>
            <a:p>
              <a:endParaRPr lang="ru-RU" sz="1100" dirty="0"/>
            </a:p>
          </p:txBody>
        </p:sp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7167" y="4736322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5480" y="4586519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905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9" name="Группа 38"/>
          <p:cNvGrpSpPr/>
          <p:nvPr/>
        </p:nvGrpSpPr>
        <p:grpSpPr>
          <a:xfrm>
            <a:off x="6278315" y="2624190"/>
            <a:ext cx="1819729" cy="1086050"/>
            <a:chOff x="1954468" y="2079504"/>
            <a:chExt cx="1819729" cy="1086050"/>
          </a:xfrm>
        </p:grpSpPr>
        <p:sp>
          <p:nvSpPr>
            <p:cNvPr id="40" name="Стрелка вправо 39"/>
            <p:cNvSpPr/>
            <p:nvPr/>
          </p:nvSpPr>
          <p:spPr>
            <a:xfrm>
              <a:off x="2598711" y="2079504"/>
              <a:ext cx="5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954468" y="2565390"/>
              <a:ext cx="1819729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boost:source_location</a:t>
              </a:r>
              <a:endParaRPr lang="ru-RU" sz="1100" dirty="0" smtClean="0"/>
            </a:p>
            <a:p>
              <a:r>
                <a:rPr lang="ru-RU" sz="1100" dirty="0" smtClean="0"/>
                <a:t>имя </a:t>
              </a:r>
              <a:r>
                <a:rPr lang="ru-RU" sz="1100" dirty="0"/>
                <a:t>вызывающей функции</a:t>
              </a:r>
            </a:p>
            <a:p>
              <a:endParaRPr lang="ru-RU" sz="1100" dirty="0"/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080304" y="2628028"/>
            <a:ext cx="1819729" cy="1086050"/>
            <a:chOff x="1954468" y="2079504"/>
            <a:chExt cx="1819729" cy="1086050"/>
          </a:xfrm>
        </p:grpSpPr>
        <p:sp>
          <p:nvSpPr>
            <p:cNvPr id="50" name="Стрелка вправо 49"/>
            <p:cNvSpPr/>
            <p:nvPr/>
          </p:nvSpPr>
          <p:spPr>
            <a:xfrm>
              <a:off x="2598711" y="2079504"/>
              <a:ext cx="5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954468" y="2565390"/>
              <a:ext cx="1819729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boost:source_location</a:t>
              </a:r>
              <a:endParaRPr lang="ru-RU" sz="1100" dirty="0" smtClean="0"/>
            </a:p>
            <a:p>
              <a:r>
                <a:rPr lang="ru-RU" sz="1100" dirty="0" smtClean="0"/>
                <a:t>имя </a:t>
              </a:r>
              <a:r>
                <a:rPr lang="ru-RU" sz="1100" dirty="0"/>
                <a:t>вызывающей функции</a:t>
              </a:r>
            </a:p>
            <a:p>
              <a:endParaRPr lang="ru-RU" sz="1100" dirty="0"/>
            </a:p>
          </p:txBody>
        </p:sp>
      </p:grpSp>
      <p:grpSp>
        <p:nvGrpSpPr>
          <p:cNvPr id="52" name="Группа 51"/>
          <p:cNvGrpSpPr/>
          <p:nvPr/>
        </p:nvGrpSpPr>
        <p:grpSpPr>
          <a:xfrm>
            <a:off x="1334759" y="5142537"/>
            <a:ext cx="1819729" cy="1086050"/>
            <a:chOff x="1954468" y="2079504"/>
            <a:chExt cx="1819729" cy="1086050"/>
          </a:xfrm>
        </p:grpSpPr>
        <p:sp>
          <p:nvSpPr>
            <p:cNvPr id="53" name="Стрелка вправо 52"/>
            <p:cNvSpPr/>
            <p:nvPr/>
          </p:nvSpPr>
          <p:spPr>
            <a:xfrm>
              <a:off x="2598711" y="2079504"/>
              <a:ext cx="5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954468" y="2565390"/>
              <a:ext cx="1819729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boost:source_location</a:t>
              </a:r>
              <a:endParaRPr lang="ru-RU" sz="1100" dirty="0" smtClean="0"/>
            </a:p>
            <a:p>
              <a:r>
                <a:rPr lang="ru-RU" sz="1100" dirty="0" smtClean="0"/>
                <a:t>имя </a:t>
              </a:r>
              <a:r>
                <a:rPr lang="ru-RU" sz="1100" dirty="0"/>
                <a:t>вызывающей функции</a:t>
              </a:r>
            </a:p>
            <a:p>
              <a:endParaRPr lang="ru-RU" sz="1100" dirty="0"/>
            </a:p>
          </p:txBody>
        </p:sp>
      </p:grpSp>
      <p:grpSp>
        <p:nvGrpSpPr>
          <p:cNvPr id="55" name="Группа 54"/>
          <p:cNvGrpSpPr/>
          <p:nvPr/>
        </p:nvGrpSpPr>
        <p:grpSpPr>
          <a:xfrm>
            <a:off x="6724588" y="5149007"/>
            <a:ext cx="1819729" cy="1086050"/>
            <a:chOff x="1954468" y="2079504"/>
            <a:chExt cx="1819729" cy="1086050"/>
          </a:xfrm>
        </p:grpSpPr>
        <p:sp>
          <p:nvSpPr>
            <p:cNvPr id="56" name="Стрелка вправо 55"/>
            <p:cNvSpPr/>
            <p:nvPr/>
          </p:nvSpPr>
          <p:spPr>
            <a:xfrm>
              <a:off x="2598711" y="2079504"/>
              <a:ext cx="5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954468" y="2565390"/>
              <a:ext cx="1819729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boost:source_location</a:t>
              </a:r>
              <a:endParaRPr lang="ru-RU" sz="1100" dirty="0" smtClean="0"/>
            </a:p>
            <a:p>
              <a:r>
                <a:rPr lang="ru-RU" sz="1100" dirty="0" smtClean="0"/>
                <a:t>имя </a:t>
              </a:r>
              <a:r>
                <a:rPr lang="ru-RU" sz="1100" dirty="0"/>
                <a:t>вызывающей функции</a:t>
              </a:r>
            </a:p>
            <a:p>
              <a:endParaRPr lang="ru-RU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Logger</a:t>
            </a:r>
            <a:endParaRPr lang="ru-RU" sz="4000" dirty="0"/>
          </a:p>
        </p:txBody>
      </p:sp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1449387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735012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0" y="1846263"/>
          <a:ext cx="4938713" cy="3049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7254875" y="1846263"/>
          <a:ext cx="4937125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07.12.2025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3686185" y="3743893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97945" y="3158837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2" y="250941"/>
            <a:ext cx="1877575" cy="2655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12" y="1136656"/>
            <a:ext cx="1843407" cy="260723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99" y="2225809"/>
            <a:ext cx="1518987" cy="214839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365" y="295502"/>
            <a:ext cx="1958257" cy="276967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451" y="1351594"/>
            <a:ext cx="1698281" cy="2401977"/>
          </a:xfrm>
          <a:prstGeom prst="rect">
            <a:avLst/>
          </a:prstGeom>
        </p:spPr>
      </p:pic>
      <p:sp>
        <p:nvSpPr>
          <p:cNvPr id="14" name="Стрелка вправо 13"/>
          <p:cNvSpPr/>
          <p:nvPr/>
        </p:nvSpPr>
        <p:spPr>
          <a:xfrm>
            <a:off x="3504523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65" y="295502"/>
            <a:ext cx="2567857" cy="3631868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174" y="1048484"/>
            <a:ext cx="1492093" cy="2110353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7328709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8122077" y="278266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07.12.2025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07.12.2025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07.12.2025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07.12.2025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15985</TotalTime>
  <Words>1234</Words>
  <Application>Microsoft Office PowerPoint</Application>
  <PresentationFormat>Широкоэкранный</PresentationFormat>
  <Paragraphs>429</Paragraphs>
  <Slides>26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419</cp:revision>
  <dcterms:created xsi:type="dcterms:W3CDTF">2025-10-14T05:54:15Z</dcterms:created>
  <dcterms:modified xsi:type="dcterms:W3CDTF">2025-12-07T14:31:44Z</dcterms:modified>
</cp:coreProperties>
</file>
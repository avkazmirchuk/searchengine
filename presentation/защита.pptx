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3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64" r:id="rId13"/>
    <p:sldId id="266" r:id="rId14"/>
    <p:sldId id="268" r:id="rId15"/>
    <p:sldId id="279" r:id="rId16"/>
    <p:sldId id="280" r:id="rId17"/>
    <p:sldId id="281" r:id="rId18"/>
    <p:sldId id="259" r:id="rId19"/>
    <p:sldId id="269" r:id="rId20"/>
    <p:sldId id="271" r:id="rId21"/>
    <p:sldId id="272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9" d="100"/>
          <a:sy n="99" d="100"/>
        </p:scale>
        <p:origin x="78" y="3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46418136"/>
        <c:axId val="546418920"/>
      </c:barChart>
      <c:catAx>
        <c:axId val="546418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6418920"/>
        <c:crosses val="autoZero"/>
        <c:auto val="1"/>
        <c:lblAlgn val="ctr"/>
        <c:lblOffset val="100"/>
        <c:noMultiLvlLbl val="0"/>
      </c:catAx>
      <c:valAx>
        <c:axId val="546418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6418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46419704"/>
        <c:axId val="546413040"/>
      </c:barChart>
      <c:catAx>
        <c:axId val="546419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6413040"/>
        <c:crosses val="autoZero"/>
        <c:auto val="1"/>
        <c:lblAlgn val="ctr"/>
        <c:lblOffset val="100"/>
        <c:noMultiLvlLbl val="0"/>
      </c:catAx>
      <c:valAx>
        <c:axId val="546413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46419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4000" b="1" dirty="0" smtClean="0"/>
            <a:t>SearchEngine</a:t>
          </a:r>
          <a:endParaRPr lang="ru-RU" sz="40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err="1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F6FE085-77EF-4A9A-B8EE-81CB77FA60C6}">
      <dgm:prSet custT="1"/>
      <dgm:spPr/>
      <dgm:t>
        <a:bodyPr anchor="t" anchorCtr="0"/>
        <a:lstStyle/>
        <a:p>
          <a:r>
            <a:rPr lang="en-US" sz="2000" b="1" dirty="0" smtClean="0"/>
            <a:t>Logger</a:t>
          </a:r>
          <a:endParaRPr lang="ru-RU" sz="2000" b="1" dirty="0"/>
        </a:p>
      </dgm:t>
    </dgm:pt>
    <dgm:pt modelId="{65BAC1C3-4AF8-400A-B2AD-520DF168D1DC}" type="parTrans" cxnId="{2196BA26-E904-44ED-92F9-D92EEF748395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A854EC9A-F014-45A6-94BF-B4109F6DF2D1}" type="sibTrans" cxnId="{2196BA26-E904-44ED-92F9-D92EEF748395}">
      <dgm:prSet/>
      <dgm:spPr/>
      <dgm:t>
        <a:bodyPr/>
        <a:lstStyle/>
        <a:p>
          <a:endParaRPr lang="ru-RU"/>
        </a:p>
      </dgm:t>
    </dgm:pt>
    <dgm:pt modelId="{16834BD0-903A-491A-B614-DAEC43CD34C4}">
      <dgm:prSet/>
      <dgm:spPr/>
    </dgm:pt>
    <dgm:pt modelId="{FDBAF1A6-96B3-4D87-9255-1D435C47287A}" type="parTrans" cxnId="{AB3E74F2-0C2A-4826-B8AA-8A07A9C78D6E}">
      <dgm:prSet/>
      <dgm:spPr/>
      <dgm:t>
        <a:bodyPr/>
        <a:lstStyle/>
        <a:p>
          <a:endParaRPr lang="ru-RU"/>
        </a:p>
      </dgm:t>
    </dgm:pt>
    <dgm:pt modelId="{EDF67906-1657-4D7D-9BA3-CBF46E666BB7}" type="sibTrans" cxnId="{AB3E74F2-0C2A-4826-B8AA-8A07A9C78D6E}">
      <dgm:prSet/>
      <dgm:spPr/>
      <dgm:t>
        <a:bodyPr/>
        <a:lstStyle/>
        <a:p>
          <a:endParaRPr lang="ru-RU"/>
        </a:p>
      </dgm:t>
    </dgm:pt>
    <dgm:pt modelId="{B92F1436-31AC-427D-90A4-29F7F626A386}">
      <dgm:prSet/>
      <dgm:spPr/>
    </dgm:pt>
    <dgm:pt modelId="{9CA78D7A-9F67-44F0-A144-58E6C8358DCE}" type="parTrans" cxnId="{A00AE92B-4DAF-4CF4-A42F-4A86D7D20F10}">
      <dgm:prSet/>
      <dgm:spPr/>
      <dgm:t>
        <a:bodyPr/>
        <a:lstStyle/>
        <a:p>
          <a:endParaRPr lang="ru-RU"/>
        </a:p>
      </dgm:t>
    </dgm:pt>
    <dgm:pt modelId="{770411BB-2E35-45A1-95AF-03D7B635D87F}" type="sibTrans" cxnId="{A00AE92B-4DAF-4CF4-A42F-4A86D7D20F10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8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7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8" custScaleX="221423" custScaleY="221423" custRadScaleRad="260953" custRadScaleInc="-286487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7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8" custScaleX="199281" custScaleY="199281" custRadScaleRad="270700" custRadScaleInc="2125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7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8" custScaleX="221423" custScaleY="221423" custRadScaleRad="151361" custRadScaleInc="-62941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7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8" custScaleX="221423" custScaleY="221423" custRadScaleRad="150700" custRadScaleInc="-36595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7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8" custScaleX="221423" custScaleY="221423" custRadScaleRad="74931" custRadScaleInc="60002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7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8" custScaleX="221423" custScaleY="221423" custRadScaleRad="270670" custRadScaleInc="68750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1F46467-E6A0-42C5-A15B-7AE11A75F7C2}" type="pres">
      <dgm:prSet presAssocID="{65BAC1C3-4AF8-400A-B2AD-520DF168D1DC}" presName="Name56" presStyleLbl="parChTrans1D2" presStyleIdx="6" presStyleCnt="7"/>
      <dgm:spPr/>
      <dgm:t>
        <a:bodyPr/>
        <a:lstStyle/>
        <a:p>
          <a:endParaRPr lang="ru-RU"/>
        </a:p>
      </dgm:t>
    </dgm:pt>
    <dgm:pt modelId="{E52EBD27-2BBA-443B-88B4-D24ED2FDCF9F}" type="pres">
      <dgm:prSet presAssocID="{4F6FE085-77EF-4A9A-B8EE-81CB77FA60C6}" presName="text0" presStyleLbl="node1" presStyleIdx="7" presStyleCnt="8" custScaleX="199281" custScaleY="199281" custRadScaleRad="270460" custRadScaleInc="-21195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2196BA26-E904-44ED-92F9-D92EEF748395}" srcId="{854A1BCD-286B-4DA3-949B-D8FB85C0D014}" destId="{4F6FE085-77EF-4A9A-B8EE-81CB77FA60C6}" srcOrd="6" destOrd="0" parTransId="{65BAC1C3-4AF8-400A-B2AD-520DF168D1DC}" sibTransId="{A854EC9A-F014-45A6-94BF-B4109F6DF2D1}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B3E74F2-0C2A-4826-B8AA-8A07A9C78D6E}" srcId="{4E1389FE-DC0E-4066-92F3-3CCEB251EAFB}" destId="{16834BD0-903A-491A-B614-DAEC43CD34C4}" srcOrd="1" destOrd="0" parTransId="{FDBAF1A6-96B3-4D87-9255-1D435C47287A}" sibTransId="{EDF67906-1657-4D7D-9BA3-CBF46E666BB7}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A00AE92B-4DAF-4CF4-A42F-4A86D7D20F10}" srcId="{4E1389FE-DC0E-4066-92F3-3CCEB251EAFB}" destId="{B92F1436-31AC-427D-90A4-29F7F626A386}" srcOrd="2" destOrd="0" parTransId="{9CA78D7A-9F67-44F0-A144-58E6C8358DCE}" sibTransId="{770411BB-2E35-45A1-95AF-03D7B635D87F}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7192C2DF-6266-47B6-BC29-DFD1E4CC8357}" type="presOf" srcId="{65BAC1C3-4AF8-400A-B2AD-520DF168D1DC}" destId="{31F46467-E6A0-42C5-A15B-7AE11A75F7C2}" srcOrd="0" destOrd="0" presId="urn:microsoft.com/office/officeart/2008/layout/RadialCluster"/>
    <dgm:cxn modelId="{046BDCA5-24BC-4615-9136-FC27FD57F028}" type="presOf" srcId="{4F6FE085-77EF-4A9A-B8EE-81CB77FA60C6}" destId="{E52EBD27-2BBA-443B-88B4-D24ED2FDCF9F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  <dgm:cxn modelId="{E2154B86-F6B5-42D8-BA2D-44383FD5CF3B}" type="presParOf" srcId="{5E52D266-CB75-4768-8AAD-3E1F25AADB5A}" destId="{31F46467-E6A0-42C5-A15B-7AE11A75F7C2}" srcOrd="13" destOrd="0" presId="urn:microsoft.com/office/officeart/2008/layout/RadialCluster"/>
    <dgm:cxn modelId="{ABBCF2C9-EFD4-466D-AE23-B1B1821030AC}" type="presParOf" srcId="{5E52D266-CB75-4768-8AAD-3E1F25AADB5A}" destId="{E52EBD27-2BBA-443B-88B4-D24ED2FDCF9F}" srcOrd="14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19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0" tIns="101600" rIns="101600" bIns="101600" numCol="1" spcCol="1270" anchor="t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b="1" kern="1200" dirty="0" smtClean="0"/>
            <a:t>SearchEngine</a:t>
          </a:r>
          <a:endParaRPr lang="ru-RU" sz="4000" b="1" kern="1200" dirty="0"/>
        </a:p>
      </dsp:txBody>
      <dsp:txXfrm>
        <a:off x="4133475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1567">
          <a:off x="1655316" y="1947794"/>
          <a:ext cx="252618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187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157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ConverterJSON </a:t>
          </a:r>
          <a:endParaRPr lang="ru-RU" sz="2000" b="1" kern="1200" dirty="0"/>
        </a:p>
      </dsp:txBody>
      <dsp:txXfrm>
        <a:off x="87869" y="76299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23" y="3148234"/>
          <a:ext cx="242345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45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9" y="2424394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err="1" smtClean="0"/>
            <a:t>DispatcherOperations</a:t>
          </a:r>
          <a:endParaRPr lang="ru-RU" sz="2000" b="1" kern="1200" dirty="0"/>
        </a:p>
      </dsp:txBody>
      <dsp:txXfrm>
        <a:off x="8517161" y="2503476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505717">
          <a:off x="3721704" y="1932197"/>
          <a:ext cx="37328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7328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9578" y="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7447" y="87869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11281">
          <a:off x="5959770" y="1932491"/>
          <a:ext cx="39268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268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5403" y="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3272" y="87869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203801">
          <a:off x="4895865" y="1932197"/>
          <a:ext cx="26439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29202" y="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17071" y="87869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47515">
          <a:off x="5873599" y="1953730"/>
          <a:ext cx="252770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770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58082" y="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RelevantResponse </a:t>
          </a:r>
          <a:endParaRPr lang="ru-RU" sz="2000" b="1" kern="1200" dirty="0"/>
        </a:p>
      </dsp:txBody>
      <dsp:txXfrm>
        <a:off x="8345951" y="87869"/>
        <a:ext cx="1624262" cy="1624262"/>
      </dsp:txXfrm>
    </dsp:sp>
    <dsp:sp modelId="{31F46467-E6A0-42C5-A15B-7AE11A75F7C2}">
      <dsp:nvSpPr>
        <dsp:cNvPr id="0" name=""/>
        <dsp:cNvSpPr/>
      </dsp:nvSpPr>
      <dsp:spPr>
        <a:xfrm rot="10653344">
          <a:off x="1618902" y="3148238"/>
          <a:ext cx="241901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9017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2EBD27-2BBA-443B-88B4-D24ED2FDCF9F}">
      <dsp:nvSpPr>
        <dsp:cNvPr id="0" name=""/>
        <dsp:cNvSpPr/>
      </dsp:nvSpPr>
      <dsp:spPr>
        <a:xfrm>
          <a:off x="0" y="2424394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Logger</a:t>
          </a:r>
          <a:endParaRPr lang="ru-RU" sz="2000" b="1" kern="1200" dirty="0"/>
        </a:p>
      </dsp:txBody>
      <dsp:txXfrm>
        <a:off x="79082" y="2503476"/>
        <a:ext cx="1461839" cy="14618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653206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список путей файлов документов</a:t>
          </a:r>
          <a:endParaRPr lang="ru-RU" sz="1600" kern="1200" dirty="0"/>
        </a:p>
      </dsp:txBody>
      <dsp:txXfrm>
        <a:off x="1301501" y="445228"/>
        <a:ext cx="1264175" cy="1586736"/>
      </dsp:txXfrm>
    </dsp:sp>
    <dsp:sp modelId="{E644A287-01BC-4CF5-B466-30846E7BBA7F}">
      <dsp:nvSpPr>
        <dsp:cNvPr id="0" name=""/>
        <dsp:cNvSpPr/>
      </dsp:nvSpPr>
      <dsp:spPr>
        <a:xfrm>
          <a:off x="491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Converter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JSON</a:t>
          </a:r>
          <a:endParaRPr lang="ru-RU" sz="1900" kern="1200" dirty="0"/>
        </a:p>
      </dsp:txBody>
      <dsp:txXfrm>
        <a:off x="68205" y="653595"/>
        <a:ext cx="1170002" cy="1170002"/>
      </dsp:txXfrm>
    </dsp:sp>
    <dsp:sp modelId="{1FA1B9C7-0E34-4A44-A18B-216DF888F0C5}">
      <dsp:nvSpPr>
        <dsp:cNvPr id="0" name=""/>
        <dsp:cNvSpPr/>
      </dsp:nvSpPr>
      <dsp:spPr>
        <a:xfrm>
          <a:off x="405675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прочитанные документы</a:t>
          </a:r>
          <a:endParaRPr lang="ru-RU" sz="1600" kern="1200" dirty="0"/>
        </a:p>
      </dsp:txBody>
      <dsp:txXfrm>
        <a:off x="4705052" y="445228"/>
        <a:ext cx="1264175" cy="1586736"/>
      </dsp:txXfrm>
    </dsp:sp>
    <dsp:sp modelId="{0A88A3E8-7701-48D6-969C-59DBA88CA534}">
      <dsp:nvSpPr>
        <dsp:cNvPr id="0" name=""/>
        <dsp:cNvSpPr/>
      </dsp:nvSpPr>
      <dsp:spPr>
        <a:xfrm>
          <a:off x="340846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Dispatcher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Operations</a:t>
          </a:r>
          <a:endParaRPr lang="ru-RU" sz="1900" kern="1200" dirty="0"/>
        </a:p>
      </dsp:txBody>
      <dsp:txXfrm>
        <a:off x="3471755" y="653595"/>
        <a:ext cx="1170002" cy="1170002"/>
      </dsp:txXfrm>
    </dsp:sp>
    <dsp:sp modelId="{DD91B7DA-3D09-40A2-870E-D63ED550DC00}">
      <dsp:nvSpPr>
        <dsp:cNvPr id="0" name=""/>
        <dsp:cNvSpPr/>
      </dsp:nvSpPr>
      <dsp:spPr>
        <a:xfrm>
          <a:off x="746030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базу документов</a:t>
          </a:r>
          <a:endParaRPr lang="ru-RU" sz="1600" kern="1200" dirty="0"/>
        </a:p>
      </dsp:txBody>
      <dsp:txXfrm>
        <a:off x="8108602" y="445228"/>
        <a:ext cx="1264175" cy="1586736"/>
      </dsp:txXfrm>
    </dsp:sp>
    <dsp:sp modelId="{18B87B03-25AC-4DAC-8711-93139D44A946}">
      <dsp:nvSpPr>
        <dsp:cNvPr id="0" name=""/>
        <dsp:cNvSpPr/>
      </dsp:nvSpPr>
      <dsp:spPr>
        <a:xfrm>
          <a:off x="6812012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Documents</a:t>
          </a:r>
          <a:endParaRPr lang="ru-RU" sz="1900" kern="1200" dirty="0"/>
        </a:p>
      </dsp:txBody>
      <dsp:txXfrm>
        <a:off x="6875306" y="653595"/>
        <a:ext cx="1170002" cy="1170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804648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запросы</a:t>
          </a:r>
          <a:endParaRPr lang="ru-RU" sz="1900" kern="1200" dirty="0"/>
        </a:p>
      </dsp:txBody>
      <dsp:txXfrm>
        <a:off x="3330121" y="275598"/>
        <a:ext cx="1024671" cy="1286121"/>
      </dsp:txXfrm>
    </dsp:sp>
    <dsp:sp modelId="{E644A287-01BC-4CF5-B466-30846E7BBA7F}">
      <dsp:nvSpPr>
        <dsp:cNvPr id="0" name=""/>
        <dsp:cNvSpPr/>
      </dsp:nvSpPr>
      <dsp:spPr>
        <a:xfrm>
          <a:off x="2279176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Converter</a:t>
          </a:r>
          <a:endParaRPr lang="ru-RU" sz="1800" kern="1200" dirty="0" smtClean="0"/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JSON</a:t>
          </a:r>
          <a:endParaRPr lang="ru-RU" sz="1800" kern="1200" dirty="0"/>
        </a:p>
      </dsp:txBody>
      <dsp:txXfrm>
        <a:off x="2330479" y="444488"/>
        <a:ext cx="948339" cy="948339"/>
      </dsp:txXfrm>
    </dsp:sp>
    <dsp:sp modelId="{1FA1B9C7-0E34-4A44-A18B-216DF888F0C5}">
      <dsp:nvSpPr>
        <dsp:cNvPr id="0" name=""/>
        <dsp:cNvSpPr/>
      </dsp:nvSpPr>
      <dsp:spPr>
        <a:xfrm>
          <a:off x="5677333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ссылка на базу запросов</a:t>
          </a:r>
          <a:endParaRPr lang="ru-RU" sz="1900" kern="1200" dirty="0"/>
        </a:p>
      </dsp:txBody>
      <dsp:txXfrm>
        <a:off x="6202805" y="275598"/>
        <a:ext cx="1024671" cy="1286121"/>
      </dsp:txXfrm>
    </dsp:sp>
    <dsp:sp modelId="{0A88A3E8-7701-48D6-969C-59DBA88CA534}">
      <dsp:nvSpPr>
        <dsp:cNvPr id="0" name=""/>
        <dsp:cNvSpPr/>
      </dsp:nvSpPr>
      <dsp:spPr>
        <a:xfrm>
          <a:off x="5151860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Requests</a:t>
          </a:r>
          <a:endParaRPr lang="ru-RU" sz="1800" kern="1200" dirty="0"/>
        </a:p>
      </dsp:txBody>
      <dsp:txXfrm>
        <a:off x="5203163" y="444488"/>
        <a:ext cx="948339" cy="9483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6661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рассчитать релевантность ответов</a:t>
          </a:r>
          <a:endParaRPr lang="ru-RU" sz="1200" kern="1200" dirty="0"/>
        </a:p>
      </dsp:txBody>
      <dsp:txXfrm>
        <a:off x="3301593" y="280585"/>
        <a:ext cx="1043214" cy="1309396"/>
      </dsp:txXfrm>
    </dsp:sp>
    <dsp:sp modelId="{E644A287-01BC-4CF5-B466-30846E7BBA7F}">
      <dsp:nvSpPr>
        <dsp:cNvPr id="0" name=""/>
        <dsp:cNvSpPr/>
      </dsp:nvSpPr>
      <dsp:spPr>
        <a:xfrm>
          <a:off x="223163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Search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Engine</a:t>
          </a:r>
          <a:endParaRPr lang="ru-RU" sz="1400" kern="1200" dirty="0"/>
        </a:p>
      </dsp:txBody>
      <dsp:txXfrm>
        <a:off x="2388322" y="556993"/>
        <a:ext cx="756579" cy="756579"/>
      </dsp:txXfrm>
    </dsp:sp>
    <dsp:sp modelId="{1FA1B9C7-0E34-4A44-A18B-216DF888F0C5}">
      <dsp:nvSpPr>
        <dsp:cNvPr id="0" name=""/>
        <dsp:cNvSpPr/>
      </dsp:nvSpPr>
      <dsp:spPr>
        <a:xfrm>
          <a:off x="568684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ссылка на базу релевантности ответов</a:t>
          </a:r>
          <a:endParaRPr lang="ru-RU" sz="1200" kern="1200" dirty="0"/>
        </a:p>
      </dsp:txBody>
      <dsp:txXfrm>
        <a:off x="6221824" y="280585"/>
        <a:ext cx="1043214" cy="1309396"/>
      </dsp:txXfrm>
    </dsp:sp>
    <dsp:sp modelId="{0A88A3E8-7701-48D6-969C-59DBA88CA534}">
      <dsp:nvSpPr>
        <dsp:cNvPr id="0" name=""/>
        <dsp:cNvSpPr/>
      </dsp:nvSpPr>
      <dsp:spPr>
        <a:xfrm>
          <a:off x="515186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Relevant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Response</a:t>
          </a:r>
          <a:endParaRPr lang="ru-RU" sz="1400" kern="1200" dirty="0"/>
        </a:p>
      </dsp:txBody>
      <dsp:txXfrm>
        <a:off x="5308552" y="556993"/>
        <a:ext cx="756579" cy="7565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39272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обновить базу инвертированных индексов</a:t>
          </a:r>
          <a:endParaRPr lang="ru-RU" sz="1000" kern="1200" dirty="0"/>
        </a:p>
      </dsp:txBody>
      <dsp:txXfrm>
        <a:off x="3281089" y="284170"/>
        <a:ext cx="1056543" cy="1326124"/>
      </dsp:txXfrm>
    </dsp:sp>
    <dsp:sp modelId="{E644A287-01BC-4CF5-B466-30846E7BBA7F}">
      <dsp:nvSpPr>
        <dsp:cNvPr id="0" name=""/>
        <dsp:cNvSpPr/>
      </dsp:nvSpPr>
      <dsp:spPr>
        <a:xfrm>
          <a:off x="2197456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Search</a:t>
          </a:r>
          <a:endParaRPr lang="ru-RU" sz="1700" kern="1200" dirty="0" smtClean="0"/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Engine</a:t>
          </a:r>
          <a:endParaRPr lang="ru-RU" sz="1700" kern="1200" dirty="0"/>
        </a:p>
      </dsp:txBody>
      <dsp:txXfrm>
        <a:off x="2356150" y="564109"/>
        <a:ext cx="766245" cy="766245"/>
      </dsp:txXfrm>
    </dsp:sp>
    <dsp:sp modelId="{1FA1B9C7-0E34-4A44-A18B-216DF888F0C5}">
      <dsp:nvSpPr>
        <dsp:cNvPr id="0" name=""/>
        <dsp:cNvSpPr/>
      </dsp:nvSpPr>
      <dsp:spPr>
        <a:xfrm>
          <a:off x="5693677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ссылка на базу инвертированных индексов</a:t>
          </a:r>
          <a:endParaRPr lang="ru-RU" sz="1000" kern="1200" dirty="0"/>
        </a:p>
      </dsp:txBody>
      <dsp:txXfrm>
        <a:off x="6235493" y="284170"/>
        <a:ext cx="1056543" cy="1326124"/>
      </dsp:txXfrm>
    </dsp:sp>
    <dsp:sp modelId="{0A88A3E8-7701-48D6-969C-59DBA88CA534}">
      <dsp:nvSpPr>
        <dsp:cNvPr id="0" name=""/>
        <dsp:cNvSpPr/>
      </dsp:nvSpPr>
      <dsp:spPr>
        <a:xfrm>
          <a:off x="5151860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Inverted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Index</a:t>
          </a:r>
          <a:endParaRPr lang="ru-RU" sz="1700" kern="1200" dirty="0"/>
        </a:p>
      </dsp:txBody>
      <dsp:txXfrm>
        <a:off x="5310554" y="564109"/>
        <a:ext cx="766245" cy="76624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1930764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получить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2382535" y="236943"/>
        <a:ext cx="880954" cy="1105735"/>
      </dsp:txXfrm>
    </dsp:sp>
    <dsp:sp modelId="{E644A287-01BC-4CF5-B466-30846E7BBA7F}">
      <dsp:nvSpPr>
        <dsp:cNvPr id="0" name=""/>
        <dsp:cNvSpPr/>
      </dsp:nvSpPr>
      <dsp:spPr>
        <a:xfrm>
          <a:off x="1478992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Search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Engine</a:t>
          </a:r>
          <a:endParaRPr lang="ru-RU" sz="1100" kern="1200" dirty="0"/>
        </a:p>
      </dsp:txBody>
      <dsp:txXfrm>
        <a:off x="1611313" y="470359"/>
        <a:ext cx="638901" cy="638901"/>
      </dsp:txXfrm>
    </dsp:sp>
    <dsp:sp modelId="{1FA1B9C7-0E34-4A44-A18B-216DF888F0C5}">
      <dsp:nvSpPr>
        <dsp:cNvPr id="0" name=""/>
        <dsp:cNvSpPr/>
      </dsp:nvSpPr>
      <dsp:spPr>
        <a:xfrm>
          <a:off x="4351701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4803472" y="236943"/>
        <a:ext cx="880954" cy="1105735"/>
      </dsp:txXfrm>
    </dsp:sp>
    <dsp:sp modelId="{0A88A3E8-7701-48D6-969C-59DBA88CA534}">
      <dsp:nvSpPr>
        <dsp:cNvPr id="0" name=""/>
        <dsp:cNvSpPr/>
      </dsp:nvSpPr>
      <dsp:spPr>
        <a:xfrm>
          <a:off x="3899929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Converter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JSON</a:t>
          </a:r>
          <a:endParaRPr lang="ru-RU" sz="1100" kern="1200" dirty="0"/>
        </a:p>
      </dsp:txBody>
      <dsp:txXfrm>
        <a:off x="4032250" y="470359"/>
        <a:ext cx="638901" cy="638901"/>
      </dsp:txXfrm>
    </dsp:sp>
    <dsp:sp modelId="{DD91B7DA-3D09-40A2-870E-D63ED550DC00}">
      <dsp:nvSpPr>
        <dsp:cNvPr id="0" name=""/>
        <dsp:cNvSpPr/>
      </dsp:nvSpPr>
      <dsp:spPr>
        <a:xfrm>
          <a:off x="6846837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bg2"/>
        </a:solidFill>
        <a:ln w="15875" cap="flat" cmpd="sng" algn="ctr">
          <a:solidFill>
            <a:schemeClr val="bg2"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B87B03-25AC-4DAC-8711-93139D44A946}">
      <dsp:nvSpPr>
        <dsp:cNvPr id="0" name=""/>
        <dsp:cNvSpPr/>
      </dsp:nvSpPr>
      <dsp:spPr>
        <a:xfrm>
          <a:off x="6320866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Dispatcher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Operation</a:t>
          </a:r>
          <a:endParaRPr lang="ru-RU" sz="1100" kern="1200" dirty="0"/>
        </a:p>
      </dsp:txBody>
      <dsp:txXfrm>
        <a:off x="6453187" y="470359"/>
        <a:ext cx="638901" cy="63890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3005545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записать в JSON-объект результаты поиска</a:t>
          </a:r>
          <a:endParaRPr lang="ru-RU" sz="1400" kern="1200" dirty="0"/>
        </a:p>
      </dsp:txBody>
      <dsp:txXfrm>
        <a:off x="3480794" y="249256"/>
        <a:ext cx="926734" cy="1163196"/>
      </dsp:txXfrm>
    </dsp:sp>
    <dsp:sp modelId="{E644A287-01BC-4CF5-B466-30846E7BBA7F}">
      <dsp:nvSpPr>
        <dsp:cNvPr id="0" name=""/>
        <dsp:cNvSpPr/>
      </dsp:nvSpPr>
      <dsp:spPr>
        <a:xfrm>
          <a:off x="2530297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Search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Engine</a:t>
          </a:r>
          <a:endParaRPr lang="ru-RU" sz="1200" kern="1200" dirty="0"/>
        </a:p>
      </dsp:txBody>
      <dsp:txXfrm>
        <a:off x="2669494" y="494802"/>
        <a:ext cx="672102" cy="672102"/>
      </dsp:txXfrm>
    </dsp:sp>
    <dsp:sp modelId="{1FA1B9C7-0E34-4A44-A18B-216DF888F0C5}">
      <dsp:nvSpPr>
        <dsp:cNvPr id="0" name=""/>
        <dsp:cNvSpPr/>
      </dsp:nvSpPr>
      <dsp:spPr>
        <a:xfrm>
          <a:off x="5627108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Ссылка на  </a:t>
          </a:r>
          <a:r>
            <a:rPr lang="en-US" sz="1400" kern="1200" dirty="0" smtClean="0"/>
            <a:t>JSON-</a:t>
          </a:r>
          <a:r>
            <a:rPr lang="ru-RU" sz="1400" kern="1200" dirty="0" smtClean="0"/>
            <a:t>объект ответов</a:t>
          </a:r>
          <a:endParaRPr lang="ru-RU" sz="1400" kern="1200" dirty="0"/>
        </a:p>
      </dsp:txBody>
      <dsp:txXfrm>
        <a:off x="6102357" y="249256"/>
        <a:ext cx="926734" cy="1163196"/>
      </dsp:txXfrm>
    </dsp:sp>
    <dsp:sp modelId="{0A88A3E8-7701-48D6-969C-59DBA88CA534}">
      <dsp:nvSpPr>
        <dsp:cNvPr id="0" name=""/>
        <dsp:cNvSpPr/>
      </dsp:nvSpPr>
      <dsp:spPr>
        <a:xfrm>
          <a:off x="5151860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Converter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JSON</a:t>
          </a:r>
          <a:endParaRPr lang="ru-RU" sz="1200" kern="1200" dirty="0"/>
        </a:p>
      </dsp:txBody>
      <dsp:txXfrm>
        <a:off x="5291057" y="494802"/>
        <a:ext cx="672102" cy="67210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17.11.2025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17.11.2025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17.11.2025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3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41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diagramLayout" Target="../diagrams/layout9.xml"/><Relationship Id="rId7" Type="http://schemas.openxmlformats.org/officeDocument/2006/relationships/image" Target="../media/image16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Relationship Id="rId9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image" Target="../media/image42.png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diagramLayout" Target="../diagrams/layout11.xml"/><Relationship Id="rId7" Type="http://schemas.openxmlformats.org/officeDocument/2006/relationships/image" Target="../media/image44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Relationship Id="rId9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0642428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90436" y="5169885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1097279" y="5190624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45115" y="5190623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  <a:endParaRPr lang="ru-RU" sz="1200" dirty="0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5511" y="2980774"/>
            <a:ext cx="509065" cy="72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773" y="3002040"/>
            <a:ext cx="509070" cy="72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0414" y="3014983"/>
            <a:ext cx="509068" cy="72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2" y="3008312"/>
            <a:ext cx="509070" cy="72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846" y="2952141"/>
            <a:ext cx="509069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32" name="Рисунок 3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296" y="5197514"/>
            <a:ext cx="509065" cy="720000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739" y="5197514"/>
            <a:ext cx="50907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341305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55302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5229</TotalTime>
  <Words>602</Words>
  <Application>Microsoft Office PowerPoint</Application>
  <PresentationFormat>Широкоэкранный</PresentationFormat>
  <Paragraphs>250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4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139</cp:revision>
  <dcterms:created xsi:type="dcterms:W3CDTF">2025-10-14T05:54:15Z</dcterms:created>
  <dcterms:modified xsi:type="dcterms:W3CDTF">2025-11-17T14:00:55Z</dcterms:modified>
</cp:coreProperties>
</file>
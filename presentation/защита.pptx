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3867320"/>
        <c:axId val="413868496"/>
      </c:barChart>
      <c:catAx>
        <c:axId val="413867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68496"/>
        <c:crosses val="autoZero"/>
        <c:auto val="1"/>
        <c:lblAlgn val="ctr"/>
        <c:lblOffset val="100"/>
        <c:noMultiLvlLbl val="0"/>
      </c:catAx>
      <c:valAx>
        <c:axId val="413868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3867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3475032"/>
        <c:axId val="463477384"/>
      </c:barChart>
      <c:catAx>
        <c:axId val="463475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477384"/>
        <c:crosses val="autoZero"/>
        <c:auto val="1"/>
        <c:lblAlgn val="ctr"/>
        <c:lblOffset val="100"/>
        <c:noMultiLvlLbl val="0"/>
      </c:catAx>
      <c:valAx>
        <c:axId val="463477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475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54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56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952750" y="1275075"/>
            <a:ext cx="8915400" cy="151640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683392" y="518563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084648" y="3712156"/>
            <a:ext cx="19463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>
            <a:off x="1047716" y="557961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3567678" y="1388692"/>
            <a:ext cx="1260000" cy="1260000"/>
            <a:chOff x="3899929" y="338038"/>
            <a:chExt cx="903543" cy="903543"/>
          </a:xfrm>
        </p:grpSpPr>
        <p:sp>
          <p:nvSpPr>
            <p:cNvPr id="17" name="Овал 16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8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ConverterJSON</a:t>
              </a:r>
              <a:endParaRPr lang="ru-RU" sz="1600" kern="1200" dirty="0"/>
            </a:p>
          </p:txBody>
        </p:sp>
      </p:grpSp>
      <p:grpSp>
        <p:nvGrpSpPr>
          <p:cNvPr id="21" name="Группа 20"/>
          <p:cNvGrpSpPr/>
          <p:nvPr/>
        </p:nvGrpSpPr>
        <p:grpSpPr>
          <a:xfrm>
            <a:off x="5048324" y="1376075"/>
            <a:ext cx="1260000" cy="1260000"/>
            <a:chOff x="3899929" y="338038"/>
            <a:chExt cx="903543" cy="903543"/>
          </a:xfrm>
        </p:grpSpPr>
        <p:sp>
          <p:nvSpPr>
            <p:cNvPr id="22" name="Овал 2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dirty="0" smtClean="0"/>
                <a:t>Documents</a:t>
              </a:r>
              <a:endParaRPr lang="ru-RU" sz="1600" kern="1200" dirty="0"/>
            </a:p>
          </p:txBody>
        </p:sp>
      </p:grpSp>
      <p:grpSp>
        <p:nvGrpSpPr>
          <p:cNvPr id="24" name="Группа 23"/>
          <p:cNvGrpSpPr/>
          <p:nvPr/>
        </p:nvGrpSpPr>
        <p:grpSpPr>
          <a:xfrm>
            <a:off x="6547529" y="1395720"/>
            <a:ext cx="1260000" cy="1260000"/>
            <a:chOff x="5151860" y="405415"/>
            <a:chExt cx="1083633" cy="1083633"/>
          </a:xfrm>
        </p:grpSpPr>
        <p:sp>
          <p:nvSpPr>
            <p:cNvPr id="25" name="Овал 24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Index</a:t>
              </a:r>
              <a:endParaRPr lang="ru-RU" sz="1600" kern="1200" dirty="0"/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grpSp>
        <p:nvGrpSpPr>
          <p:cNvPr id="33" name="Группа 32"/>
          <p:cNvGrpSpPr/>
          <p:nvPr/>
        </p:nvGrpSpPr>
        <p:grpSpPr>
          <a:xfrm>
            <a:off x="8067921" y="1402179"/>
            <a:ext cx="1260000" cy="1260000"/>
            <a:chOff x="5151860" y="405415"/>
            <a:chExt cx="1083633" cy="1083633"/>
          </a:xfrm>
        </p:grpSpPr>
        <p:sp>
          <p:nvSpPr>
            <p:cNvPr id="34" name="Овал 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Requests</a:t>
              </a:r>
              <a:endParaRPr lang="ru-RU" sz="1600" kern="1200" dirty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9588313" y="1379353"/>
            <a:ext cx="1260000" cy="1260000"/>
            <a:chOff x="5131820" y="462784"/>
            <a:chExt cx="1069963" cy="1069963"/>
          </a:xfrm>
        </p:grpSpPr>
        <p:sp>
          <p:nvSpPr>
            <p:cNvPr id="37" name="Овал 36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8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sp>
        <p:nvSpPr>
          <p:cNvPr id="42" name="Стрелка вправо 41"/>
          <p:cNvSpPr/>
          <p:nvPr/>
        </p:nvSpPr>
        <p:spPr>
          <a:xfrm>
            <a:off x="615655" y="502179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601" y="3276731"/>
            <a:ext cx="948137" cy="1341005"/>
          </a:xfrm>
          <a:prstGeom prst="rect">
            <a:avLst/>
          </a:prstGeom>
        </p:spPr>
      </p:pic>
      <p:sp>
        <p:nvSpPr>
          <p:cNvPr id="44" name="Стрелка вправо 43"/>
          <p:cNvSpPr/>
          <p:nvPr/>
        </p:nvSpPr>
        <p:spPr>
          <a:xfrm>
            <a:off x="609822" y="55988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585" y="3238006"/>
            <a:ext cx="1002898" cy="1418457"/>
          </a:xfrm>
          <a:prstGeom prst="rect">
            <a:avLst/>
          </a:prstGeom>
        </p:spPr>
      </p:pic>
      <p:sp>
        <p:nvSpPr>
          <p:cNvPr id="52" name="Стрелка вправо 51"/>
          <p:cNvSpPr/>
          <p:nvPr/>
        </p:nvSpPr>
        <p:spPr>
          <a:xfrm rot="5400000">
            <a:off x="1030005" y="50570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0413926" y="287711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 rot="7865662">
            <a:off x="1367363" y="526965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 rot="5400000">
            <a:off x="279330" y="40120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трелка вправо 55"/>
          <p:cNvSpPr/>
          <p:nvPr/>
        </p:nvSpPr>
        <p:spPr>
          <a:xfrm rot="5400000">
            <a:off x="301556" y="444610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трелка вправо 57"/>
          <p:cNvSpPr/>
          <p:nvPr/>
        </p:nvSpPr>
        <p:spPr>
          <a:xfrm>
            <a:off x="712699" y="470100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 rot="18900000">
            <a:off x="1815474" y="5598826"/>
            <a:ext cx="61421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Стрелка вправо 59"/>
          <p:cNvSpPr/>
          <p:nvPr/>
        </p:nvSpPr>
        <p:spPr>
          <a:xfrm rot="18900000">
            <a:off x="1432602" y="57150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883635" y="533703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трелка вправо 61"/>
          <p:cNvSpPr/>
          <p:nvPr/>
        </p:nvSpPr>
        <p:spPr>
          <a:xfrm rot="2700000">
            <a:off x="1761498" y="51070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трелка вправо 62"/>
          <p:cNvSpPr/>
          <p:nvPr/>
        </p:nvSpPr>
        <p:spPr>
          <a:xfrm rot="2700000">
            <a:off x="1285648" y="55882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389346" y="52081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Стрелка вправо 64"/>
          <p:cNvSpPr/>
          <p:nvPr/>
        </p:nvSpPr>
        <p:spPr>
          <a:xfrm rot="5400000">
            <a:off x="579825" y="50392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9463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</p:txBody>
      </p:sp>
      <p:sp>
        <p:nvSpPr>
          <p:cNvPr id="49" name="Стрелка вправо 48"/>
          <p:cNvSpPr/>
          <p:nvPr/>
        </p:nvSpPr>
        <p:spPr>
          <a:xfrm>
            <a:off x="1589902" y="53853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Стрелка вправо 50"/>
          <p:cNvSpPr/>
          <p:nvPr/>
        </p:nvSpPr>
        <p:spPr>
          <a:xfrm>
            <a:off x="399941" y="57201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Стрелка вправо 66"/>
          <p:cNvSpPr/>
          <p:nvPr/>
        </p:nvSpPr>
        <p:spPr>
          <a:xfrm rot="2700000">
            <a:off x="1194296" y="49767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9574712" y="28900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9529251" y="450581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0450400" y="44969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341758" y="515278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885202" y="288682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3" name="Группа 82"/>
          <p:cNvGrpSpPr/>
          <p:nvPr/>
        </p:nvGrpSpPr>
        <p:grpSpPr>
          <a:xfrm>
            <a:off x="988713" y="1083636"/>
            <a:ext cx="1800000" cy="1800000"/>
            <a:chOff x="2197456" y="405415"/>
            <a:chExt cx="1083633" cy="1083633"/>
          </a:xfrm>
        </p:grpSpPr>
        <p:sp>
          <p:nvSpPr>
            <p:cNvPr id="84" name="Овал 8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Engine</a:t>
              </a:r>
              <a:endParaRPr lang="ru-RU" sz="1700" kern="1200" dirty="0"/>
            </a:p>
          </p:txBody>
        </p:sp>
      </p:grpSp>
      <p:sp>
        <p:nvSpPr>
          <p:cNvPr id="86" name="Стрелка вправо 85"/>
          <p:cNvSpPr/>
          <p:nvPr/>
        </p:nvSpPr>
        <p:spPr>
          <a:xfrm rot="16200000">
            <a:off x="3885202" y="4584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294513" y="5153890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12483" y="180519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81" y="1355078"/>
            <a:ext cx="1623016" cy="2295525"/>
          </a:xfrm>
          <a:prstGeom prst="rect">
            <a:avLst/>
          </a:prstGeom>
        </p:spPr>
      </p:pic>
      <p:pic>
        <p:nvPicPr>
          <p:cNvPr id="75" name="Рисунок 7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390" y="1165700"/>
            <a:ext cx="1921519" cy="271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353" y="1592520"/>
            <a:ext cx="1450532" cy="205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230" y="3865236"/>
            <a:ext cx="1557765" cy="220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ightArrow">
            <a:avLst/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6448</TotalTime>
  <Words>670</Words>
  <Application>Microsoft Office PowerPoint</Application>
  <PresentationFormat>Широкоэкранный</PresentationFormat>
  <Paragraphs>284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189</cp:revision>
  <dcterms:created xsi:type="dcterms:W3CDTF">2025-10-14T05:54:15Z</dcterms:created>
  <dcterms:modified xsi:type="dcterms:W3CDTF">2025-11-20T16:55:38Z</dcterms:modified>
</cp:coreProperties>
</file>
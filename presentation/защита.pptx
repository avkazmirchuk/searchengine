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ppt/diagrams/data8.xml" ContentType="application/vnd.openxmlformats-officedocument.drawingml.diagramData+xml"/>
  <Override PartName="/ppt/diagrams/layout8.xml" ContentType="application/vnd.openxmlformats-officedocument.drawingml.diagramLayout+xml"/>
  <Override PartName="/ppt/diagrams/quickStyle8.xml" ContentType="application/vnd.openxmlformats-officedocument.drawingml.diagramStyle+xml"/>
  <Override PartName="/ppt/diagrams/colors8.xml" ContentType="application/vnd.openxmlformats-officedocument.drawingml.diagramColors+xml"/>
  <Override PartName="/ppt/diagrams/drawing8.xml" ContentType="application/vnd.ms-office.drawingml.diagramDrawing+xml"/>
  <Override PartName="/ppt/diagrams/data9.xml" ContentType="application/vnd.openxmlformats-officedocument.drawingml.diagramData+xml"/>
  <Override PartName="/ppt/diagrams/layout9.xml" ContentType="application/vnd.openxmlformats-officedocument.drawingml.diagramLayout+xml"/>
  <Override PartName="/ppt/diagrams/quickStyle9.xml" ContentType="application/vnd.openxmlformats-officedocument.drawingml.diagramStyle+xml"/>
  <Override PartName="/ppt/diagrams/colors9.xml" ContentType="application/vnd.openxmlformats-officedocument.drawingml.diagramColors+xml"/>
  <Override PartName="/ppt/diagrams/drawing9.xml" ContentType="application/vnd.ms-office.drawingml.diagramDrawing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diagrams/data10.xml" ContentType="application/vnd.openxmlformats-officedocument.drawingml.diagramData+xml"/>
  <Override PartName="/ppt/diagrams/layout10.xml" ContentType="application/vnd.openxmlformats-officedocument.drawingml.diagramLayout+xml"/>
  <Override PartName="/ppt/diagrams/quickStyle10.xml" ContentType="application/vnd.openxmlformats-officedocument.drawingml.diagramStyle+xml"/>
  <Override PartName="/ppt/diagrams/colors10.xml" ContentType="application/vnd.openxmlformats-officedocument.drawingml.diagramColors+xml"/>
  <Override PartName="/ppt/diagrams/drawing10.xml" ContentType="application/vnd.ms-office.drawingml.diagramDrawing+xml"/>
  <Override PartName="/ppt/diagrams/data11.xml" ContentType="application/vnd.openxmlformats-officedocument.drawingml.diagramData+xml"/>
  <Override PartName="/ppt/diagrams/layout11.xml" ContentType="application/vnd.openxmlformats-officedocument.drawingml.diagramLayout+xml"/>
  <Override PartName="/ppt/diagrams/quickStyle11.xml" ContentType="application/vnd.openxmlformats-officedocument.drawingml.diagramStyle+xml"/>
  <Override PartName="/ppt/diagrams/colors11.xml" ContentType="application/vnd.openxmlformats-officedocument.drawingml.diagramColors+xml"/>
  <Override PartName="/ppt/diagrams/drawing1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713" r:id="rId1"/>
  </p:sldMasterIdLst>
  <p:notesMasterIdLst>
    <p:notesMasterId r:id="rId18"/>
  </p:notesMasterIdLst>
  <p:sldIdLst>
    <p:sldId id="256" r:id="rId2"/>
    <p:sldId id="274" r:id="rId3"/>
    <p:sldId id="275" r:id="rId4"/>
    <p:sldId id="273" r:id="rId5"/>
    <p:sldId id="257" r:id="rId6"/>
    <p:sldId id="260" r:id="rId7"/>
    <p:sldId id="263" r:id="rId8"/>
    <p:sldId id="264" r:id="rId9"/>
    <p:sldId id="266" r:id="rId10"/>
    <p:sldId id="268" r:id="rId11"/>
    <p:sldId id="259" r:id="rId12"/>
    <p:sldId id="269" r:id="rId13"/>
    <p:sldId id="271" r:id="rId14"/>
    <p:sldId id="272" r:id="rId15"/>
    <p:sldId id="261" r:id="rId16"/>
    <p:sldId id="258" r:id="rId17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6400" autoAdjust="0"/>
  </p:normalViewPr>
  <p:slideViewPr>
    <p:cSldViewPr snapToGrid="0">
      <p:cViewPr varScale="1">
        <p:scale>
          <a:sx n="99" d="100"/>
          <a:sy n="99" d="100"/>
        </p:scale>
        <p:origin x="78" y="354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1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2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 baseline="0" dirty="0" smtClean="0"/>
              <a:t>чтение текстовых файлов</a:t>
            </a:r>
            <a:endParaRPr lang="ru-RU" dirty="0"/>
          </a:p>
        </c:rich>
      </c:tx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один поток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1.284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несколько потоков 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0.318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148467304"/>
        <c:axId val="148462992"/>
      </c:barChart>
      <c:catAx>
        <c:axId val="14846730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48462992"/>
        <c:crosses val="autoZero"/>
        <c:auto val="1"/>
        <c:lblAlgn val="ctr"/>
        <c:lblOffset val="100"/>
        <c:noMultiLvlLbl val="0"/>
      </c:catAx>
      <c:valAx>
        <c:axId val="1484629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4846730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 dirty="0" smtClean="0"/>
              <a:t>формирование базы инвертированного индекса</a:t>
            </a:r>
            <a:endParaRPr lang="ru-RU" dirty="0"/>
          </a:p>
        </c:rich>
      </c:tx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один поток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11.843999999999999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несколько потоков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2.6040000000000001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148464560"/>
        <c:axId val="148463776"/>
      </c:barChart>
      <c:catAx>
        <c:axId val="14846456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48463776"/>
        <c:crosses val="autoZero"/>
        <c:auto val="1"/>
        <c:lblAlgn val="ctr"/>
        <c:lblOffset val="100"/>
        <c:noMultiLvlLbl val="0"/>
      </c:catAx>
      <c:valAx>
        <c:axId val="148463776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4846456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diagrams/_rels/data1.xml.rels><?xml version="1.0" encoding="UTF-8" standalone="yes"?>
<Relationships xmlns="http://schemas.openxmlformats.org/package/2006/relationships"><Relationship Id="rId1" Type="http://schemas.openxmlformats.org/officeDocument/2006/relationships/image" Target="../media/image4.png"/></Relationships>
</file>

<file path=ppt/diagrams/_rels/drawing1.xml.rels><?xml version="1.0" encoding="UTF-8" standalone="yes"?>
<Relationships xmlns="http://schemas.openxmlformats.org/package/2006/relationships"><Relationship Id="rId1" Type="http://schemas.openxmlformats.org/officeDocument/2006/relationships/image" Target="../media/image4.pn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8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9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0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C50D24E8-6499-477C-96DB-674B3153D74A}" type="doc">
      <dgm:prSet loTypeId="urn:microsoft.com/office/officeart/2005/8/layout/hProcess10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75C30775-A0DD-4D8A-AB7E-083B6F7D180F}">
      <dgm:prSet phldrT="[Текст]" phldr="1"/>
      <dgm:spPr/>
      <dgm:t>
        <a:bodyPr/>
        <a:lstStyle/>
        <a:p>
          <a:endParaRPr lang="ru-RU"/>
        </a:p>
      </dgm:t>
    </dgm:pt>
    <dgm:pt modelId="{FE11706D-B7B9-47FF-9CB4-A244A09AC58E}" type="parTrans" cxnId="{0E3EF668-330E-4336-81CC-C6D03F1181D7}">
      <dgm:prSet/>
      <dgm:spPr/>
      <dgm:t>
        <a:bodyPr/>
        <a:lstStyle/>
        <a:p>
          <a:endParaRPr lang="ru-RU"/>
        </a:p>
      </dgm:t>
    </dgm:pt>
    <dgm:pt modelId="{90757D3F-86D0-4602-8E71-75B55EB1FC14}" type="sibTrans" cxnId="{0E3EF668-330E-4336-81CC-C6D03F1181D7}">
      <dgm:prSet/>
      <dgm:spPr/>
      <dgm:t>
        <a:bodyPr/>
        <a:lstStyle/>
        <a:p>
          <a:endParaRPr lang="ru-RU"/>
        </a:p>
      </dgm:t>
    </dgm:pt>
    <dgm:pt modelId="{266C79A3-239E-493F-B8D3-7A33A63FAEF5}">
      <dgm:prSet phldrT="[Текст]" phldr="1"/>
      <dgm:spPr/>
      <dgm:t>
        <a:bodyPr/>
        <a:lstStyle/>
        <a:p>
          <a:endParaRPr lang="ru-RU"/>
        </a:p>
      </dgm:t>
    </dgm:pt>
    <dgm:pt modelId="{EC81D479-9562-446C-BC8D-A4F12B86374D}" type="parTrans" cxnId="{03CE2F1B-4996-4A16-B41C-87FE558E4977}">
      <dgm:prSet/>
      <dgm:spPr/>
      <dgm:t>
        <a:bodyPr/>
        <a:lstStyle/>
        <a:p>
          <a:endParaRPr lang="ru-RU"/>
        </a:p>
      </dgm:t>
    </dgm:pt>
    <dgm:pt modelId="{32231B83-A94A-442E-9A48-D1C2C4A0922A}" type="sibTrans" cxnId="{03CE2F1B-4996-4A16-B41C-87FE558E4977}">
      <dgm:prSet/>
      <dgm:spPr/>
      <dgm:t>
        <a:bodyPr/>
        <a:lstStyle/>
        <a:p>
          <a:endParaRPr lang="ru-RU"/>
        </a:p>
      </dgm:t>
    </dgm:pt>
    <dgm:pt modelId="{8B67BDF8-EECD-40A6-95C0-6F0D0AA823D5}">
      <dgm:prSet phldrT="[Текст]" phldr="1"/>
      <dgm:spPr/>
      <dgm:t>
        <a:bodyPr/>
        <a:lstStyle/>
        <a:p>
          <a:endParaRPr lang="ru-RU"/>
        </a:p>
      </dgm:t>
    </dgm:pt>
    <dgm:pt modelId="{EC7C0393-9A10-410C-97A9-0A2663C1A196}" type="parTrans" cxnId="{AFBB6E71-6EF7-4238-A366-1E0EFE1BC842}">
      <dgm:prSet/>
      <dgm:spPr/>
      <dgm:t>
        <a:bodyPr/>
        <a:lstStyle/>
        <a:p>
          <a:endParaRPr lang="ru-RU"/>
        </a:p>
      </dgm:t>
    </dgm:pt>
    <dgm:pt modelId="{4C102AA3-ED5E-4F51-A79B-CEF0026C72DA}" type="sibTrans" cxnId="{AFBB6E71-6EF7-4238-A366-1E0EFE1BC842}">
      <dgm:prSet/>
      <dgm:spPr/>
      <dgm:t>
        <a:bodyPr/>
        <a:lstStyle/>
        <a:p>
          <a:endParaRPr lang="ru-RU"/>
        </a:p>
      </dgm:t>
    </dgm:pt>
    <dgm:pt modelId="{9FB912DC-886C-4A8E-8B9D-C887D1794C4A}">
      <dgm:prSet phldrT="[Текст]" phldr="1"/>
      <dgm:spPr/>
      <dgm:t>
        <a:bodyPr/>
        <a:lstStyle/>
        <a:p>
          <a:endParaRPr lang="ru-RU"/>
        </a:p>
      </dgm:t>
    </dgm:pt>
    <dgm:pt modelId="{DEF4A1FC-B9FE-43AF-B8BD-038446A7563E}" type="parTrans" cxnId="{BCBCFB0C-00EA-4E84-82EB-D6A27005F000}">
      <dgm:prSet/>
      <dgm:spPr/>
      <dgm:t>
        <a:bodyPr/>
        <a:lstStyle/>
        <a:p>
          <a:endParaRPr lang="ru-RU"/>
        </a:p>
      </dgm:t>
    </dgm:pt>
    <dgm:pt modelId="{5251211C-2A96-4DCB-B96A-718B7FEE29FC}" type="sibTrans" cxnId="{BCBCFB0C-00EA-4E84-82EB-D6A27005F000}">
      <dgm:prSet/>
      <dgm:spPr/>
      <dgm:t>
        <a:bodyPr/>
        <a:lstStyle/>
        <a:p>
          <a:endParaRPr lang="ru-RU"/>
        </a:p>
      </dgm:t>
    </dgm:pt>
    <dgm:pt modelId="{E10D2585-F7BB-48D0-BC9F-A7F2B45E452E}">
      <dgm:prSet phldrT="[Текст]" phldr="1"/>
      <dgm:spPr/>
      <dgm:t>
        <a:bodyPr/>
        <a:lstStyle/>
        <a:p>
          <a:endParaRPr lang="ru-RU"/>
        </a:p>
      </dgm:t>
    </dgm:pt>
    <dgm:pt modelId="{A270FCEA-C681-47D3-9931-149B2879945E}" type="parTrans" cxnId="{9CC9FB07-2368-4E99-A036-7DF5BDA3E92B}">
      <dgm:prSet/>
      <dgm:spPr/>
      <dgm:t>
        <a:bodyPr/>
        <a:lstStyle/>
        <a:p>
          <a:endParaRPr lang="ru-RU"/>
        </a:p>
      </dgm:t>
    </dgm:pt>
    <dgm:pt modelId="{70FE9CF9-128D-4B4D-B6E7-B557A2DF7B19}" type="sibTrans" cxnId="{9CC9FB07-2368-4E99-A036-7DF5BDA3E92B}">
      <dgm:prSet/>
      <dgm:spPr/>
      <dgm:t>
        <a:bodyPr/>
        <a:lstStyle/>
        <a:p>
          <a:endParaRPr lang="ru-RU"/>
        </a:p>
      </dgm:t>
    </dgm:pt>
    <dgm:pt modelId="{B92C896A-8E81-4D84-B983-6966E2549ABD}">
      <dgm:prSet phldrT="[Текст]" phldr="1"/>
      <dgm:spPr/>
      <dgm:t>
        <a:bodyPr/>
        <a:lstStyle/>
        <a:p>
          <a:endParaRPr lang="ru-RU"/>
        </a:p>
      </dgm:t>
    </dgm:pt>
    <dgm:pt modelId="{69BD31A5-00E3-4E36-8C42-B7D1AEC7C345}" type="parTrans" cxnId="{68A68D77-0BFD-457C-96FF-F22700EA349A}">
      <dgm:prSet/>
      <dgm:spPr/>
      <dgm:t>
        <a:bodyPr/>
        <a:lstStyle/>
        <a:p>
          <a:endParaRPr lang="ru-RU"/>
        </a:p>
      </dgm:t>
    </dgm:pt>
    <dgm:pt modelId="{6B170223-3EDD-465E-A756-29DDAC64B1B9}" type="sibTrans" cxnId="{68A68D77-0BFD-457C-96FF-F22700EA349A}">
      <dgm:prSet/>
      <dgm:spPr/>
      <dgm:t>
        <a:bodyPr/>
        <a:lstStyle/>
        <a:p>
          <a:endParaRPr lang="ru-RU"/>
        </a:p>
      </dgm:t>
    </dgm:pt>
    <dgm:pt modelId="{4489C5E7-4CB3-4705-ADC7-EC2D7DB205C7}">
      <dgm:prSet phldrT="[Текст]" phldr="1"/>
      <dgm:spPr/>
      <dgm:t>
        <a:bodyPr/>
        <a:lstStyle/>
        <a:p>
          <a:endParaRPr lang="ru-RU"/>
        </a:p>
      </dgm:t>
    </dgm:pt>
    <dgm:pt modelId="{6D408471-4568-4B52-BE8B-DA57397642DA}" type="parTrans" cxnId="{7B05F940-D60B-474F-A4CF-2F4ACEC597B6}">
      <dgm:prSet/>
      <dgm:spPr/>
      <dgm:t>
        <a:bodyPr/>
        <a:lstStyle/>
        <a:p>
          <a:endParaRPr lang="ru-RU"/>
        </a:p>
      </dgm:t>
    </dgm:pt>
    <dgm:pt modelId="{58F91A13-C6F4-40EA-A098-589F2C0EFCE6}" type="sibTrans" cxnId="{7B05F940-D60B-474F-A4CF-2F4ACEC597B6}">
      <dgm:prSet/>
      <dgm:spPr/>
      <dgm:t>
        <a:bodyPr/>
        <a:lstStyle/>
        <a:p>
          <a:endParaRPr lang="ru-RU"/>
        </a:p>
      </dgm:t>
    </dgm:pt>
    <dgm:pt modelId="{E319911A-4062-482D-A56A-1A04EAA79D6F}">
      <dgm:prSet phldrT="[Текст]" phldr="1"/>
      <dgm:spPr/>
      <dgm:t>
        <a:bodyPr/>
        <a:lstStyle/>
        <a:p>
          <a:endParaRPr lang="ru-RU"/>
        </a:p>
      </dgm:t>
    </dgm:pt>
    <dgm:pt modelId="{53B05F91-52ED-4447-B4C1-8852A419B243}" type="parTrans" cxnId="{FABFD9C9-6DEB-44D8-81E7-EDDEB04CCE2E}">
      <dgm:prSet/>
      <dgm:spPr/>
      <dgm:t>
        <a:bodyPr/>
        <a:lstStyle/>
        <a:p>
          <a:endParaRPr lang="ru-RU"/>
        </a:p>
      </dgm:t>
    </dgm:pt>
    <dgm:pt modelId="{60465054-A24A-44E2-BE9D-3F4BD3E2F5BA}" type="sibTrans" cxnId="{FABFD9C9-6DEB-44D8-81E7-EDDEB04CCE2E}">
      <dgm:prSet/>
      <dgm:spPr/>
      <dgm:t>
        <a:bodyPr/>
        <a:lstStyle/>
        <a:p>
          <a:endParaRPr lang="ru-RU"/>
        </a:p>
      </dgm:t>
    </dgm:pt>
    <dgm:pt modelId="{7B5CB32F-AC22-4F46-A5FC-85700A25BB5F}">
      <dgm:prSet phldrT="[Текст]" phldr="1"/>
      <dgm:spPr/>
      <dgm:t>
        <a:bodyPr/>
        <a:lstStyle/>
        <a:p>
          <a:endParaRPr lang="ru-RU"/>
        </a:p>
      </dgm:t>
    </dgm:pt>
    <dgm:pt modelId="{6CC02667-E25A-44FD-A525-354411A07A9E}" type="parTrans" cxnId="{2394CF16-B8FA-412F-8D9C-2E43DD302D7B}">
      <dgm:prSet/>
      <dgm:spPr/>
      <dgm:t>
        <a:bodyPr/>
        <a:lstStyle/>
        <a:p>
          <a:endParaRPr lang="ru-RU"/>
        </a:p>
      </dgm:t>
    </dgm:pt>
    <dgm:pt modelId="{93C17E5A-2FFB-43E4-9FE6-0FA213A7D041}" type="sibTrans" cxnId="{2394CF16-B8FA-412F-8D9C-2E43DD302D7B}">
      <dgm:prSet/>
      <dgm:spPr/>
      <dgm:t>
        <a:bodyPr/>
        <a:lstStyle/>
        <a:p>
          <a:endParaRPr lang="ru-RU"/>
        </a:p>
      </dgm:t>
    </dgm:pt>
    <dgm:pt modelId="{A496A00F-42B7-423E-912B-4CC3A32EA4B8}" type="pres">
      <dgm:prSet presAssocID="{C50D24E8-6499-477C-96DB-674B3153D74A}" presName="Name0" presStyleCnt="0">
        <dgm:presLayoutVars>
          <dgm:dir/>
          <dgm:resizeHandles val="exact"/>
        </dgm:presLayoutVars>
      </dgm:prSet>
      <dgm:spPr/>
      <dgm:t>
        <a:bodyPr/>
        <a:lstStyle/>
        <a:p>
          <a:endParaRPr lang="ru-RU"/>
        </a:p>
      </dgm:t>
    </dgm:pt>
    <dgm:pt modelId="{0E037597-9865-4384-81EB-EFF058A57824}" type="pres">
      <dgm:prSet presAssocID="{75C30775-A0DD-4D8A-AB7E-083B6F7D180F}" presName="composite" presStyleCnt="0"/>
      <dgm:spPr/>
    </dgm:pt>
    <dgm:pt modelId="{C79E3C58-C50D-4A55-BAE6-20C3BE97D482}" type="pres">
      <dgm:prSet presAssocID="{75C30775-A0DD-4D8A-AB7E-083B6F7D180F}" presName="imagSh" presStyleLbl="bgImgPlace1" presStyleIdx="0" presStyleCnt="3" custScaleX="80198" custScaleY="70662" custLinFactNeighborX="-81" custLinFactNeighborY="-13441"/>
      <dgm:spPr>
        <a:blipFill>
          <a:blip xmlns:r="http://schemas.openxmlformats.org/officeDocument/2006/relationships"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 t="-21000" b="-21000"/>
          </a:stretch>
        </a:blipFill>
      </dgm:spPr>
    </dgm:pt>
    <dgm:pt modelId="{0F9F2284-2284-4732-9015-3FEC425942BA}" type="pres">
      <dgm:prSet presAssocID="{75C30775-A0DD-4D8A-AB7E-083B6F7D180F}" presName="txNode" presStyleLbl="node1" presStyleIdx="0" presStyleCnt="3" custScaleY="52470" custLinFactNeighborX="-15313" custLinFactNeighborY="16336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9FBC957F-813F-4C5F-8238-EDB031A6FB65}" type="pres">
      <dgm:prSet presAssocID="{90757D3F-86D0-4602-8E71-75B55EB1FC14}" presName="sibTrans" presStyleLbl="sibTrans2D1" presStyleIdx="0" presStyleCnt="2" custAng="21403125"/>
      <dgm:spPr/>
      <dgm:t>
        <a:bodyPr/>
        <a:lstStyle/>
        <a:p>
          <a:endParaRPr lang="ru-RU"/>
        </a:p>
      </dgm:t>
    </dgm:pt>
    <dgm:pt modelId="{60F1287C-D0E7-49A4-BAAD-8B39C0D7CA8E}" type="pres">
      <dgm:prSet presAssocID="{90757D3F-86D0-4602-8E71-75B55EB1FC14}" presName="connTx" presStyleLbl="sibTrans2D1" presStyleIdx="0" presStyleCnt="2"/>
      <dgm:spPr/>
      <dgm:t>
        <a:bodyPr/>
        <a:lstStyle/>
        <a:p>
          <a:endParaRPr lang="ru-RU"/>
        </a:p>
      </dgm:t>
    </dgm:pt>
    <dgm:pt modelId="{67C899C5-A8C8-497F-AE64-8E6D9977CDE5}" type="pres">
      <dgm:prSet presAssocID="{9FB912DC-886C-4A8E-8B9D-C887D1794C4A}" presName="composite" presStyleCnt="0"/>
      <dgm:spPr/>
    </dgm:pt>
    <dgm:pt modelId="{61281C31-B14F-4E73-AB15-634EE2F04D08}" type="pres">
      <dgm:prSet presAssocID="{9FB912DC-886C-4A8E-8B9D-C887D1794C4A}" presName="imagSh" presStyleLbl="bgImgPlace1" presStyleIdx="1" presStyleCnt="3"/>
      <dgm:spPr/>
      <dgm:t>
        <a:bodyPr/>
        <a:lstStyle/>
        <a:p>
          <a:endParaRPr lang="ru-RU"/>
        </a:p>
      </dgm:t>
    </dgm:pt>
    <dgm:pt modelId="{88B2F004-F12C-4EE6-9C27-742F06C18109}" type="pres">
      <dgm:prSet presAssocID="{9FB912DC-886C-4A8E-8B9D-C887D1794C4A}" presName="txNode" presStyleLbl="node1" presStyleIdx="1" presStyleCnt="3" custLinFactNeighborX="23792" custLinFactNeighborY="59483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E68B74AE-7391-4157-BAA9-8CC59951EBEE}" type="pres">
      <dgm:prSet presAssocID="{5251211C-2A96-4DCB-B96A-718B7FEE29FC}" presName="sibTrans" presStyleLbl="sibTrans2D1" presStyleIdx="1" presStyleCnt="2"/>
      <dgm:spPr/>
      <dgm:t>
        <a:bodyPr/>
        <a:lstStyle/>
        <a:p>
          <a:endParaRPr lang="ru-RU"/>
        </a:p>
      </dgm:t>
    </dgm:pt>
    <dgm:pt modelId="{EB1EB879-57B0-4BB0-8304-82EAAE352B32}" type="pres">
      <dgm:prSet presAssocID="{5251211C-2A96-4DCB-B96A-718B7FEE29FC}" presName="connTx" presStyleLbl="sibTrans2D1" presStyleIdx="1" presStyleCnt="2"/>
      <dgm:spPr/>
      <dgm:t>
        <a:bodyPr/>
        <a:lstStyle/>
        <a:p>
          <a:endParaRPr lang="ru-RU"/>
        </a:p>
      </dgm:t>
    </dgm:pt>
    <dgm:pt modelId="{A209F303-39E4-4059-8545-604DEFC44CDD}" type="pres">
      <dgm:prSet presAssocID="{4489C5E7-4CB3-4705-ADC7-EC2D7DB205C7}" presName="composite" presStyleCnt="0"/>
      <dgm:spPr/>
    </dgm:pt>
    <dgm:pt modelId="{941BA2DE-8CA4-4FC8-A6F3-EC5622CDF476}" type="pres">
      <dgm:prSet presAssocID="{4489C5E7-4CB3-4705-ADC7-EC2D7DB205C7}" presName="imagSh" presStyleLbl="bgImgPlace1" presStyleIdx="2" presStyleCnt="3"/>
      <dgm:spPr/>
      <dgm:t>
        <a:bodyPr/>
        <a:lstStyle/>
        <a:p>
          <a:endParaRPr lang="ru-RU"/>
        </a:p>
      </dgm:t>
    </dgm:pt>
    <dgm:pt modelId="{A4C03D11-F0CB-4F23-9EF7-0AB2535DC95B}" type="pres">
      <dgm:prSet presAssocID="{4489C5E7-4CB3-4705-ADC7-EC2D7DB205C7}" presName="txNode" presStyleLbl="node1" presStyleIdx="2" presStyleCnt="3" custLinFactNeighborX="226" custLinFactNeighborY="-1194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</dgm:ptLst>
  <dgm:cxnLst>
    <dgm:cxn modelId="{C9C3564E-0803-4DB4-8B73-487370AC23D2}" type="presOf" srcId="{5251211C-2A96-4DCB-B96A-718B7FEE29FC}" destId="{EB1EB879-57B0-4BB0-8304-82EAAE352B32}" srcOrd="1" destOrd="0" presId="urn:microsoft.com/office/officeart/2005/8/layout/hProcess10"/>
    <dgm:cxn modelId="{2394CF16-B8FA-412F-8D9C-2E43DD302D7B}" srcId="{4489C5E7-4CB3-4705-ADC7-EC2D7DB205C7}" destId="{7B5CB32F-AC22-4F46-A5FC-85700A25BB5F}" srcOrd="1" destOrd="0" parTransId="{6CC02667-E25A-44FD-A525-354411A07A9E}" sibTransId="{93C17E5A-2FFB-43E4-9FE6-0FA213A7D041}"/>
    <dgm:cxn modelId="{BA9F8CE6-03D0-40D2-97FF-C1924FB389A9}" type="presOf" srcId="{90757D3F-86D0-4602-8E71-75B55EB1FC14}" destId="{9FBC957F-813F-4C5F-8238-EDB031A6FB65}" srcOrd="0" destOrd="0" presId="urn:microsoft.com/office/officeart/2005/8/layout/hProcess10"/>
    <dgm:cxn modelId="{FABFD9C9-6DEB-44D8-81E7-EDDEB04CCE2E}" srcId="{4489C5E7-4CB3-4705-ADC7-EC2D7DB205C7}" destId="{E319911A-4062-482D-A56A-1A04EAA79D6F}" srcOrd="0" destOrd="0" parTransId="{53B05F91-52ED-4447-B4C1-8852A419B243}" sibTransId="{60465054-A24A-44E2-BE9D-3F4BD3E2F5BA}"/>
    <dgm:cxn modelId="{BCBCFB0C-00EA-4E84-82EB-D6A27005F000}" srcId="{C50D24E8-6499-477C-96DB-674B3153D74A}" destId="{9FB912DC-886C-4A8E-8B9D-C887D1794C4A}" srcOrd="1" destOrd="0" parTransId="{DEF4A1FC-B9FE-43AF-B8BD-038446A7563E}" sibTransId="{5251211C-2A96-4DCB-B96A-718B7FEE29FC}"/>
    <dgm:cxn modelId="{9CC9FB07-2368-4E99-A036-7DF5BDA3E92B}" srcId="{9FB912DC-886C-4A8E-8B9D-C887D1794C4A}" destId="{E10D2585-F7BB-48D0-BC9F-A7F2B45E452E}" srcOrd="0" destOrd="0" parTransId="{A270FCEA-C681-47D3-9931-149B2879945E}" sibTransId="{70FE9CF9-128D-4B4D-B6E7-B557A2DF7B19}"/>
    <dgm:cxn modelId="{0E3EF668-330E-4336-81CC-C6D03F1181D7}" srcId="{C50D24E8-6499-477C-96DB-674B3153D74A}" destId="{75C30775-A0DD-4D8A-AB7E-083B6F7D180F}" srcOrd="0" destOrd="0" parTransId="{FE11706D-B7B9-47FF-9CB4-A244A09AC58E}" sibTransId="{90757D3F-86D0-4602-8E71-75B55EB1FC14}"/>
    <dgm:cxn modelId="{AFBB6E71-6EF7-4238-A366-1E0EFE1BC842}" srcId="{75C30775-A0DD-4D8A-AB7E-083B6F7D180F}" destId="{8B67BDF8-EECD-40A6-95C0-6F0D0AA823D5}" srcOrd="1" destOrd="0" parTransId="{EC7C0393-9A10-410C-97A9-0A2663C1A196}" sibTransId="{4C102AA3-ED5E-4F51-A79B-CEF0026C72DA}"/>
    <dgm:cxn modelId="{03CE2F1B-4996-4A16-B41C-87FE558E4977}" srcId="{75C30775-A0DD-4D8A-AB7E-083B6F7D180F}" destId="{266C79A3-239E-493F-B8D3-7A33A63FAEF5}" srcOrd="0" destOrd="0" parTransId="{EC81D479-9562-446C-BC8D-A4F12B86374D}" sibTransId="{32231B83-A94A-442E-9A48-D1C2C4A0922A}"/>
    <dgm:cxn modelId="{DCEF3A6B-DB6C-449C-B71C-7A0128ECF7E7}" type="presOf" srcId="{75C30775-A0DD-4D8A-AB7E-083B6F7D180F}" destId="{0F9F2284-2284-4732-9015-3FEC425942BA}" srcOrd="0" destOrd="0" presId="urn:microsoft.com/office/officeart/2005/8/layout/hProcess10"/>
    <dgm:cxn modelId="{66A78BA1-617E-4401-BBD3-BDDF922EC72B}" type="presOf" srcId="{7B5CB32F-AC22-4F46-A5FC-85700A25BB5F}" destId="{A4C03D11-F0CB-4F23-9EF7-0AB2535DC95B}" srcOrd="0" destOrd="2" presId="urn:microsoft.com/office/officeart/2005/8/layout/hProcess10"/>
    <dgm:cxn modelId="{23425499-D5EB-493A-84E0-B2CCCB5AB00C}" type="presOf" srcId="{9FB912DC-886C-4A8E-8B9D-C887D1794C4A}" destId="{88B2F004-F12C-4EE6-9C27-742F06C18109}" srcOrd="0" destOrd="0" presId="urn:microsoft.com/office/officeart/2005/8/layout/hProcess10"/>
    <dgm:cxn modelId="{1E29528C-D471-4631-B9E7-BDEE5355D36B}" type="presOf" srcId="{B92C896A-8E81-4D84-B983-6966E2549ABD}" destId="{88B2F004-F12C-4EE6-9C27-742F06C18109}" srcOrd="0" destOrd="2" presId="urn:microsoft.com/office/officeart/2005/8/layout/hProcess10"/>
    <dgm:cxn modelId="{68A68D77-0BFD-457C-96FF-F22700EA349A}" srcId="{9FB912DC-886C-4A8E-8B9D-C887D1794C4A}" destId="{B92C896A-8E81-4D84-B983-6966E2549ABD}" srcOrd="1" destOrd="0" parTransId="{69BD31A5-00E3-4E36-8C42-B7D1AEC7C345}" sibTransId="{6B170223-3EDD-465E-A756-29DDAC64B1B9}"/>
    <dgm:cxn modelId="{6136DE81-2B02-4719-B534-06743435DB86}" type="presOf" srcId="{8B67BDF8-EECD-40A6-95C0-6F0D0AA823D5}" destId="{0F9F2284-2284-4732-9015-3FEC425942BA}" srcOrd="0" destOrd="2" presId="urn:microsoft.com/office/officeart/2005/8/layout/hProcess10"/>
    <dgm:cxn modelId="{C6864C09-089B-4308-B0F2-813ADE56238F}" type="presOf" srcId="{4489C5E7-4CB3-4705-ADC7-EC2D7DB205C7}" destId="{A4C03D11-F0CB-4F23-9EF7-0AB2535DC95B}" srcOrd="0" destOrd="0" presId="urn:microsoft.com/office/officeart/2005/8/layout/hProcess10"/>
    <dgm:cxn modelId="{E1298878-BA94-40C2-9A18-9303E40E3F85}" type="presOf" srcId="{90757D3F-86D0-4602-8E71-75B55EB1FC14}" destId="{60F1287C-D0E7-49A4-BAAD-8B39C0D7CA8E}" srcOrd="1" destOrd="0" presId="urn:microsoft.com/office/officeart/2005/8/layout/hProcess10"/>
    <dgm:cxn modelId="{CABDF726-E265-4DE2-812B-A207997C5DF1}" type="presOf" srcId="{E10D2585-F7BB-48D0-BC9F-A7F2B45E452E}" destId="{88B2F004-F12C-4EE6-9C27-742F06C18109}" srcOrd="0" destOrd="1" presId="urn:microsoft.com/office/officeart/2005/8/layout/hProcess10"/>
    <dgm:cxn modelId="{7B05F940-D60B-474F-A4CF-2F4ACEC597B6}" srcId="{C50D24E8-6499-477C-96DB-674B3153D74A}" destId="{4489C5E7-4CB3-4705-ADC7-EC2D7DB205C7}" srcOrd="2" destOrd="0" parTransId="{6D408471-4568-4B52-BE8B-DA57397642DA}" sibTransId="{58F91A13-C6F4-40EA-A098-589F2C0EFCE6}"/>
    <dgm:cxn modelId="{E3D02B66-32EF-4254-881F-48EE1E325450}" type="presOf" srcId="{E319911A-4062-482D-A56A-1A04EAA79D6F}" destId="{A4C03D11-F0CB-4F23-9EF7-0AB2535DC95B}" srcOrd="0" destOrd="1" presId="urn:microsoft.com/office/officeart/2005/8/layout/hProcess10"/>
    <dgm:cxn modelId="{C70B4AA7-6D52-45F8-9DC3-8048D68FD8BC}" type="presOf" srcId="{C50D24E8-6499-477C-96DB-674B3153D74A}" destId="{A496A00F-42B7-423E-912B-4CC3A32EA4B8}" srcOrd="0" destOrd="0" presId="urn:microsoft.com/office/officeart/2005/8/layout/hProcess10"/>
    <dgm:cxn modelId="{42020FE2-2852-4C3E-A62C-F2B1EBD16778}" type="presOf" srcId="{5251211C-2A96-4DCB-B96A-718B7FEE29FC}" destId="{E68B74AE-7391-4157-BAA9-8CC59951EBEE}" srcOrd="0" destOrd="0" presId="urn:microsoft.com/office/officeart/2005/8/layout/hProcess10"/>
    <dgm:cxn modelId="{E55897A8-FA16-4BC7-8E4B-F0F8702019DF}" type="presOf" srcId="{266C79A3-239E-493F-B8D3-7A33A63FAEF5}" destId="{0F9F2284-2284-4732-9015-3FEC425942BA}" srcOrd="0" destOrd="1" presId="urn:microsoft.com/office/officeart/2005/8/layout/hProcess10"/>
    <dgm:cxn modelId="{B78354E6-2421-4181-9ABE-40B926821D7A}" type="presParOf" srcId="{A496A00F-42B7-423E-912B-4CC3A32EA4B8}" destId="{0E037597-9865-4384-81EB-EFF058A57824}" srcOrd="0" destOrd="0" presId="urn:microsoft.com/office/officeart/2005/8/layout/hProcess10"/>
    <dgm:cxn modelId="{2C490231-1538-461B-8E61-29C13EC38A46}" type="presParOf" srcId="{0E037597-9865-4384-81EB-EFF058A57824}" destId="{C79E3C58-C50D-4A55-BAE6-20C3BE97D482}" srcOrd="0" destOrd="0" presId="urn:microsoft.com/office/officeart/2005/8/layout/hProcess10"/>
    <dgm:cxn modelId="{86B29170-3893-4D5C-BA2C-B8EA87848B52}" type="presParOf" srcId="{0E037597-9865-4384-81EB-EFF058A57824}" destId="{0F9F2284-2284-4732-9015-3FEC425942BA}" srcOrd="1" destOrd="0" presId="urn:microsoft.com/office/officeart/2005/8/layout/hProcess10"/>
    <dgm:cxn modelId="{ED890CEA-5B9C-4888-A076-46E6297ADDB9}" type="presParOf" srcId="{A496A00F-42B7-423E-912B-4CC3A32EA4B8}" destId="{9FBC957F-813F-4C5F-8238-EDB031A6FB65}" srcOrd="1" destOrd="0" presId="urn:microsoft.com/office/officeart/2005/8/layout/hProcess10"/>
    <dgm:cxn modelId="{8B30C7F0-9698-46B9-8F74-F6313735013B}" type="presParOf" srcId="{9FBC957F-813F-4C5F-8238-EDB031A6FB65}" destId="{60F1287C-D0E7-49A4-BAAD-8B39C0D7CA8E}" srcOrd="0" destOrd="0" presId="urn:microsoft.com/office/officeart/2005/8/layout/hProcess10"/>
    <dgm:cxn modelId="{F401FE90-C3D6-445C-A07F-D2A34FF24E88}" type="presParOf" srcId="{A496A00F-42B7-423E-912B-4CC3A32EA4B8}" destId="{67C899C5-A8C8-497F-AE64-8E6D9977CDE5}" srcOrd="2" destOrd="0" presId="urn:microsoft.com/office/officeart/2005/8/layout/hProcess10"/>
    <dgm:cxn modelId="{78361A9D-06C8-4522-80E0-22227D6E168A}" type="presParOf" srcId="{67C899C5-A8C8-497F-AE64-8E6D9977CDE5}" destId="{61281C31-B14F-4E73-AB15-634EE2F04D08}" srcOrd="0" destOrd="0" presId="urn:microsoft.com/office/officeart/2005/8/layout/hProcess10"/>
    <dgm:cxn modelId="{63980C21-1BFA-49FC-841C-858AE2D26241}" type="presParOf" srcId="{67C899C5-A8C8-497F-AE64-8E6D9977CDE5}" destId="{88B2F004-F12C-4EE6-9C27-742F06C18109}" srcOrd="1" destOrd="0" presId="urn:microsoft.com/office/officeart/2005/8/layout/hProcess10"/>
    <dgm:cxn modelId="{543CA0C3-2A88-42C2-862F-D1354684D728}" type="presParOf" srcId="{A496A00F-42B7-423E-912B-4CC3A32EA4B8}" destId="{E68B74AE-7391-4157-BAA9-8CC59951EBEE}" srcOrd="3" destOrd="0" presId="urn:microsoft.com/office/officeart/2005/8/layout/hProcess10"/>
    <dgm:cxn modelId="{95E70712-8FCA-4E7D-947B-5356669B1811}" type="presParOf" srcId="{E68B74AE-7391-4157-BAA9-8CC59951EBEE}" destId="{EB1EB879-57B0-4BB0-8304-82EAAE352B32}" srcOrd="0" destOrd="0" presId="urn:microsoft.com/office/officeart/2005/8/layout/hProcess10"/>
    <dgm:cxn modelId="{A80F7A84-2DB6-4393-8F39-A16C0515A62B}" type="presParOf" srcId="{A496A00F-42B7-423E-912B-4CC3A32EA4B8}" destId="{A209F303-39E4-4059-8545-604DEFC44CDD}" srcOrd="4" destOrd="0" presId="urn:microsoft.com/office/officeart/2005/8/layout/hProcess10"/>
    <dgm:cxn modelId="{555FAD79-CDC8-4D85-900A-26615A02E218}" type="presParOf" srcId="{A209F303-39E4-4059-8545-604DEFC44CDD}" destId="{941BA2DE-8CA4-4FC8-A6F3-EC5622CDF476}" srcOrd="0" destOrd="0" presId="urn:microsoft.com/office/officeart/2005/8/layout/hProcess10"/>
    <dgm:cxn modelId="{FCAD759E-B3C3-41BC-9604-CF9EB553EB1C}" type="presParOf" srcId="{A209F303-39E4-4059-8545-604DEFC44CDD}" destId="{A4C03D11-F0CB-4F23-9EF7-0AB2535DC95B}" srcOrd="1" destOrd="0" presId="urn:microsoft.com/office/officeart/2005/8/layout/hProcess10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4E1389FE-DC0E-4066-92F3-3CCEB251EAFB}" type="doc">
      <dgm:prSet loTypeId="urn:microsoft.com/office/officeart/2008/layout/RadialCluster" loCatId="relationship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854A1BCD-286B-4DA3-949B-D8FB85C0D014}">
      <dgm:prSet phldrT="[Текст]"/>
      <dgm:spPr/>
      <dgm:t>
        <a:bodyPr/>
        <a:lstStyle/>
        <a:p>
          <a:r>
            <a:rPr lang="en-US" dirty="0" smtClean="0"/>
            <a:t>Search</a:t>
          </a:r>
          <a:endParaRPr lang="ru-RU" dirty="0" smtClean="0"/>
        </a:p>
        <a:p>
          <a:r>
            <a:rPr lang="en-US" dirty="0" smtClean="0"/>
            <a:t>Engine</a:t>
          </a:r>
          <a:endParaRPr lang="ru-RU" dirty="0"/>
        </a:p>
      </dgm:t>
    </dgm:pt>
    <dgm:pt modelId="{86863718-AB7B-421A-B53D-D29B3222815B}" type="parTrans" cxnId="{CC4FE5FD-B7C9-40BA-872B-498CE774840A}">
      <dgm:prSet/>
      <dgm:spPr/>
      <dgm:t>
        <a:bodyPr/>
        <a:lstStyle/>
        <a:p>
          <a:endParaRPr lang="ru-RU"/>
        </a:p>
      </dgm:t>
    </dgm:pt>
    <dgm:pt modelId="{48FE42EB-D914-4DC9-BA5F-17D664563849}" type="sibTrans" cxnId="{CC4FE5FD-B7C9-40BA-872B-498CE774840A}">
      <dgm:prSet/>
      <dgm:spPr/>
      <dgm:t>
        <a:bodyPr/>
        <a:lstStyle/>
        <a:p>
          <a:endParaRPr lang="ru-RU"/>
        </a:p>
      </dgm:t>
    </dgm:pt>
    <dgm:pt modelId="{258A11A1-AFD8-47D2-BC45-8BBE869DEB52}">
      <dgm:prSet phldrT="[Текст]" custT="1"/>
      <dgm:spPr/>
      <dgm:t>
        <a:bodyPr/>
        <a:lstStyle/>
        <a:p>
          <a:r>
            <a:rPr lang="en-US" sz="1600" dirty="0" smtClean="0"/>
            <a:t>Converter</a:t>
          </a:r>
          <a:endParaRPr lang="ru-RU" sz="1600" dirty="0" smtClean="0"/>
        </a:p>
        <a:p>
          <a:r>
            <a:rPr lang="en-US" sz="1600" dirty="0" smtClean="0"/>
            <a:t>JSON </a:t>
          </a:r>
          <a:endParaRPr lang="ru-RU" sz="1600" dirty="0"/>
        </a:p>
      </dgm:t>
    </dgm:pt>
    <dgm:pt modelId="{0320C3D9-2B7B-4CF1-930A-C9D1714593A9}" type="parTrans" cxnId="{18EF6DB3-3087-4F3E-882C-92F6C8F6899C}">
      <dgm:prSet/>
      <dgm:spPr/>
      <dgm:t>
        <a:bodyPr/>
        <a:lstStyle/>
        <a:p>
          <a:endParaRPr lang="ru-RU"/>
        </a:p>
      </dgm:t>
    </dgm:pt>
    <dgm:pt modelId="{383D3AFB-4D80-4300-A0A1-03CD0A94377A}" type="sibTrans" cxnId="{18EF6DB3-3087-4F3E-882C-92F6C8F6899C}">
      <dgm:prSet/>
      <dgm:spPr/>
      <dgm:t>
        <a:bodyPr/>
        <a:lstStyle/>
        <a:p>
          <a:endParaRPr lang="ru-RU"/>
        </a:p>
      </dgm:t>
    </dgm:pt>
    <dgm:pt modelId="{1D3FBEC9-571B-458F-ACA0-2710242E71A4}">
      <dgm:prSet phldrT="[Текст]" custT="1"/>
      <dgm:spPr/>
      <dgm:t>
        <a:bodyPr/>
        <a:lstStyle/>
        <a:p>
          <a:r>
            <a:rPr lang="en-US" sz="1600" dirty="0" smtClean="0"/>
            <a:t>Documents </a:t>
          </a:r>
          <a:endParaRPr lang="ru-RU" sz="1600" dirty="0"/>
        </a:p>
      </dgm:t>
    </dgm:pt>
    <dgm:pt modelId="{96897B08-3730-437B-BBBF-A34ED6D96B87}" type="parTrans" cxnId="{387408DC-5588-4A36-8421-958F33884D48}">
      <dgm:prSet/>
      <dgm:spPr/>
      <dgm:t>
        <a:bodyPr/>
        <a:lstStyle/>
        <a:p>
          <a:endParaRPr lang="ru-RU"/>
        </a:p>
      </dgm:t>
    </dgm:pt>
    <dgm:pt modelId="{1881E3BC-8B21-47AD-834A-9C36C92986B6}" type="sibTrans" cxnId="{387408DC-5588-4A36-8421-958F33884D48}">
      <dgm:prSet/>
      <dgm:spPr/>
      <dgm:t>
        <a:bodyPr/>
        <a:lstStyle/>
        <a:p>
          <a:endParaRPr lang="ru-RU"/>
        </a:p>
      </dgm:t>
    </dgm:pt>
    <dgm:pt modelId="{945DB9F3-2424-4FBC-AE23-82FC03FA0012}">
      <dgm:prSet phldrT="[Текст]" phldr="1"/>
      <dgm:spPr/>
      <dgm:t>
        <a:bodyPr/>
        <a:lstStyle/>
        <a:p>
          <a:endParaRPr lang="ru-RU"/>
        </a:p>
      </dgm:t>
    </dgm:pt>
    <dgm:pt modelId="{338AB262-3FA9-4A15-80FC-931FBC57B9C4}" type="parTrans" cxnId="{529AD854-67C9-4D43-B64C-7FE2DC12E642}">
      <dgm:prSet/>
      <dgm:spPr/>
      <dgm:t>
        <a:bodyPr/>
        <a:lstStyle/>
        <a:p>
          <a:endParaRPr lang="ru-RU"/>
        </a:p>
      </dgm:t>
    </dgm:pt>
    <dgm:pt modelId="{9E7176EE-A69A-4A0F-A1A9-B660672DD1BE}" type="sibTrans" cxnId="{529AD854-67C9-4D43-B64C-7FE2DC12E642}">
      <dgm:prSet/>
      <dgm:spPr/>
      <dgm:t>
        <a:bodyPr/>
        <a:lstStyle/>
        <a:p>
          <a:endParaRPr lang="ru-RU"/>
        </a:p>
      </dgm:t>
    </dgm:pt>
    <dgm:pt modelId="{A474C934-D39B-4ABB-98F5-064CF7AEAC29}">
      <dgm:prSet phldrT="[Текст]" phldr="1"/>
      <dgm:spPr/>
      <dgm:t>
        <a:bodyPr/>
        <a:lstStyle/>
        <a:p>
          <a:endParaRPr lang="ru-RU"/>
        </a:p>
      </dgm:t>
    </dgm:pt>
    <dgm:pt modelId="{58E3C384-E176-45DA-AFA9-2EBEB938309D}" type="parTrans" cxnId="{5725E79B-29E6-443F-A86D-CAF23817DBBD}">
      <dgm:prSet/>
      <dgm:spPr/>
      <dgm:t>
        <a:bodyPr/>
        <a:lstStyle/>
        <a:p>
          <a:endParaRPr lang="ru-RU"/>
        </a:p>
      </dgm:t>
    </dgm:pt>
    <dgm:pt modelId="{27FED808-3F98-4A72-9DE0-EAEAF7E7FD30}" type="sibTrans" cxnId="{5725E79B-29E6-443F-A86D-CAF23817DBBD}">
      <dgm:prSet/>
      <dgm:spPr/>
      <dgm:t>
        <a:bodyPr/>
        <a:lstStyle/>
        <a:p>
          <a:endParaRPr lang="ru-RU"/>
        </a:p>
      </dgm:t>
    </dgm:pt>
    <dgm:pt modelId="{04A48D68-CC72-4B7D-B019-6E9B41D34E99}">
      <dgm:prSet custT="1"/>
      <dgm:spPr/>
      <dgm:t>
        <a:bodyPr/>
        <a:lstStyle/>
        <a:p>
          <a:r>
            <a:rPr lang="ru-RU" sz="1600" dirty="0" smtClean="0"/>
            <a:t>Requests </a:t>
          </a:r>
          <a:endParaRPr lang="ru-RU" sz="1600" dirty="0"/>
        </a:p>
      </dgm:t>
    </dgm:pt>
    <dgm:pt modelId="{09175996-8951-4E60-ACF9-F91AAA0AB774}" type="parTrans" cxnId="{E5EA6C4C-7F99-4297-909F-4EA4E535C5BB}">
      <dgm:prSet/>
      <dgm:spPr/>
      <dgm:t>
        <a:bodyPr/>
        <a:lstStyle/>
        <a:p>
          <a:endParaRPr lang="ru-RU"/>
        </a:p>
      </dgm:t>
    </dgm:pt>
    <dgm:pt modelId="{2AAAFEF9-961D-4F4B-9B00-9201546214F0}" type="sibTrans" cxnId="{E5EA6C4C-7F99-4297-909F-4EA4E535C5BB}">
      <dgm:prSet/>
      <dgm:spPr/>
      <dgm:t>
        <a:bodyPr/>
        <a:lstStyle/>
        <a:p>
          <a:endParaRPr lang="ru-RU"/>
        </a:p>
      </dgm:t>
    </dgm:pt>
    <dgm:pt modelId="{CC6EFFBD-D857-44D8-A554-1C53B719B6DA}">
      <dgm:prSet custT="1"/>
      <dgm:spPr/>
      <dgm:t>
        <a:bodyPr/>
        <a:lstStyle/>
        <a:p>
          <a:r>
            <a:rPr lang="en-US" sz="1600" dirty="0" smtClean="0"/>
            <a:t>Inverted</a:t>
          </a:r>
          <a:endParaRPr lang="ru-RU" sz="1600" dirty="0" smtClean="0"/>
        </a:p>
        <a:p>
          <a:r>
            <a:rPr lang="en-US" sz="1600" dirty="0" smtClean="0"/>
            <a:t>Index </a:t>
          </a:r>
          <a:endParaRPr lang="ru-RU" sz="1600" dirty="0"/>
        </a:p>
      </dgm:t>
    </dgm:pt>
    <dgm:pt modelId="{2E57BB01-68FA-4D0D-8C7A-B42E79CEB108}" type="parTrans" cxnId="{9259EE65-3344-4279-B2DE-CD2D0F3E076D}">
      <dgm:prSet/>
      <dgm:spPr/>
      <dgm:t>
        <a:bodyPr/>
        <a:lstStyle/>
        <a:p>
          <a:endParaRPr lang="ru-RU"/>
        </a:p>
      </dgm:t>
    </dgm:pt>
    <dgm:pt modelId="{D0BC1636-D907-4B63-ACD9-B489EF98EBA4}" type="sibTrans" cxnId="{9259EE65-3344-4279-B2DE-CD2D0F3E076D}">
      <dgm:prSet/>
      <dgm:spPr/>
      <dgm:t>
        <a:bodyPr/>
        <a:lstStyle/>
        <a:p>
          <a:endParaRPr lang="ru-RU"/>
        </a:p>
      </dgm:t>
    </dgm:pt>
    <dgm:pt modelId="{1B13CC71-181F-4215-A78C-EB5B97876B1E}">
      <dgm:prSet custT="1"/>
      <dgm:spPr/>
      <dgm:t>
        <a:bodyPr/>
        <a:lstStyle/>
        <a:p>
          <a:r>
            <a:rPr lang="en-US" sz="1600" dirty="0" smtClean="0"/>
            <a:t>Relevant</a:t>
          </a:r>
          <a:endParaRPr lang="ru-RU" sz="1600" dirty="0" smtClean="0"/>
        </a:p>
        <a:p>
          <a:r>
            <a:rPr lang="en-US" sz="1600" dirty="0" smtClean="0"/>
            <a:t>Response </a:t>
          </a:r>
          <a:endParaRPr lang="ru-RU" sz="1600" dirty="0"/>
        </a:p>
      </dgm:t>
    </dgm:pt>
    <dgm:pt modelId="{AA62E804-61D2-4247-AB46-39B7B206B101}" type="parTrans" cxnId="{62E61146-244B-49BE-8FAC-4DB94D94975C}">
      <dgm:prSet/>
      <dgm:spPr/>
      <dgm:t>
        <a:bodyPr/>
        <a:lstStyle/>
        <a:p>
          <a:endParaRPr lang="ru-RU"/>
        </a:p>
      </dgm:t>
    </dgm:pt>
    <dgm:pt modelId="{5251CEE5-3A1B-49CF-B520-A0D16AA827C4}" type="sibTrans" cxnId="{62E61146-244B-49BE-8FAC-4DB94D94975C}">
      <dgm:prSet/>
      <dgm:spPr/>
      <dgm:t>
        <a:bodyPr/>
        <a:lstStyle/>
        <a:p>
          <a:endParaRPr lang="ru-RU"/>
        </a:p>
      </dgm:t>
    </dgm:pt>
    <dgm:pt modelId="{EC1AF752-7BDE-4D7F-BBE3-D620E8B4D26C}">
      <dgm:prSet/>
      <dgm:spPr/>
      <dgm:t>
        <a:bodyPr/>
        <a:lstStyle/>
        <a:p>
          <a:r>
            <a:rPr lang="en-US" dirty="0" smtClean="0"/>
            <a:t>Dispatcher</a:t>
          </a:r>
          <a:endParaRPr lang="ru-RU" dirty="0" smtClean="0"/>
        </a:p>
        <a:p>
          <a:r>
            <a:rPr lang="en-US" dirty="0" smtClean="0"/>
            <a:t>Operations</a:t>
          </a:r>
          <a:endParaRPr lang="ru-RU" dirty="0"/>
        </a:p>
      </dgm:t>
    </dgm:pt>
    <dgm:pt modelId="{4A4C6070-4A61-47AA-8ABA-32229F0F8F3A}" type="parTrans" cxnId="{82616DB1-0687-468F-BA64-08D535074412}">
      <dgm:prSet/>
      <dgm:spPr/>
      <dgm:t>
        <a:bodyPr/>
        <a:lstStyle/>
        <a:p>
          <a:endParaRPr lang="ru-RU"/>
        </a:p>
      </dgm:t>
    </dgm:pt>
    <dgm:pt modelId="{86117725-F453-45C3-BDED-502035BCFDCA}" type="sibTrans" cxnId="{82616DB1-0687-468F-BA64-08D535074412}">
      <dgm:prSet/>
      <dgm:spPr/>
      <dgm:t>
        <a:bodyPr/>
        <a:lstStyle/>
        <a:p>
          <a:endParaRPr lang="ru-RU"/>
        </a:p>
      </dgm:t>
    </dgm:pt>
    <dgm:pt modelId="{4D30D1BA-01EB-42FE-A7D6-8969C3AB4CB0}" type="pres">
      <dgm:prSet presAssocID="{4E1389FE-DC0E-4066-92F3-3CCEB251EAFB}" presName="Name0" presStyleCnt="0">
        <dgm:presLayoutVars>
          <dgm:chMax val="1"/>
          <dgm:chPref val="1"/>
          <dgm:dir/>
          <dgm:animOne val="branch"/>
          <dgm:animLvl val="lvl"/>
        </dgm:presLayoutVars>
      </dgm:prSet>
      <dgm:spPr/>
      <dgm:t>
        <a:bodyPr/>
        <a:lstStyle/>
        <a:p>
          <a:endParaRPr lang="ru-RU"/>
        </a:p>
      </dgm:t>
    </dgm:pt>
    <dgm:pt modelId="{5E52D266-CB75-4768-8AAD-3E1F25AADB5A}" type="pres">
      <dgm:prSet presAssocID="{854A1BCD-286B-4DA3-949B-D8FB85C0D014}" presName="singleCycle" presStyleCnt="0"/>
      <dgm:spPr/>
    </dgm:pt>
    <dgm:pt modelId="{628E21F9-F946-457A-B5D6-7107E4B5B54D}" type="pres">
      <dgm:prSet presAssocID="{854A1BCD-286B-4DA3-949B-D8FB85C0D014}" presName="singleCenter" presStyleLbl="node1" presStyleIdx="0" presStyleCnt="7" custScaleX="178024" custScaleY="178024" custLinFactNeighborX="-67" custLinFactNeighborY="36555">
        <dgm:presLayoutVars>
          <dgm:chMax val="7"/>
          <dgm:chPref val="7"/>
        </dgm:presLayoutVars>
      </dgm:prSet>
      <dgm:spPr/>
      <dgm:t>
        <a:bodyPr/>
        <a:lstStyle/>
        <a:p>
          <a:endParaRPr lang="ru-RU"/>
        </a:p>
      </dgm:t>
    </dgm:pt>
    <dgm:pt modelId="{667DE06D-C223-4C57-8F2C-DDC107791A47}" type="pres">
      <dgm:prSet presAssocID="{0320C3D9-2B7B-4CF1-930A-C9D1714593A9}" presName="Name56" presStyleLbl="parChTrans1D2" presStyleIdx="0" presStyleCnt="6"/>
      <dgm:spPr/>
      <dgm:t>
        <a:bodyPr/>
        <a:lstStyle/>
        <a:p>
          <a:endParaRPr lang="ru-RU"/>
        </a:p>
      </dgm:t>
    </dgm:pt>
    <dgm:pt modelId="{F29DD78D-084E-44BB-95B2-65781CA7A531}" type="pres">
      <dgm:prSet presAssocID="{258A11A1-AFD8-47D2-BC45-8BBE869DEB52}" presName="text0" presStyleLbl="node1" presStyleIdx="1" presStyleCnt="7" custScaleX="221423" custScaleY="221423" custRadScaleRad="112456" custRadScaleInc="-172453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5390B38-AF76-4E62-872B-309581DF08C7}" type="pres">
      <dgm:prSet presAssocID="{4A4C6070-4A61-47AA-8ABA-32229F0F8F3A}" presName="Name56" presStyleLbl="parChTrans1D2" presStyleIdx="1" presStyleCnt="6"/>
      <dgm:spPr/>
      <dgm:t>
        <a:bodyPr/>
        <a:lstStyle/>
        <a:p>
          <a:endParaRPr lang="ru-RU"/>
        </a:p>
      </dgm:t>
    </dgm:pt>
    <dgm:pt modelId="{24EC1B40-97B8-4A97-A728-C57093596661}" type="pres">
      <dgm:prSet presAssocID="{EC1AF752-7BDE-4D7F-BBE3-D620E8B4D26C}" presName="text0" presStyleLbl="node1" presStyleIdx="2" presStyleCnt="7" custScaleX="221423" custScaleY="221423" custRadScaleRad="264753" custRadScaleInc="150707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8F086A69-6FE7-48AB-8D4E-831F6AAADB3F}" type="pres">
      <dgm:prSet presAssocID="{96897B08-3730-437B-BBBF-A34ED6D96B87}" presName="Name56" presStyleLbl="parChTrans1D2" presStyleIdx="2" presStyleCnt="6"/>
      <dgm:spPr/>
      <dgm:t>
        <a:bodyPr/>
        <a:lstStyle/>
        <a:p>
          <a:endParaRPr lang="ru-RU"/>
        </a:p>
      </dgm:t>
    </dgm:pt>
    <dgm:pt modelId="{D5C3917E-2284-4E85-847C-82C5C871E472}" type="pres">
      <dgm:prSet presAssocID="{1D3FBEC9-571B-458F-ACA0-2710242E71A4}" presName="text0" presStyleLbl="node1" presStyleIdx="3" presStyleCnt="7" custScaleX="221423" custScaleY="221423" custRadScaleRad="114990" custRadScaleInc="-223888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1503B29C-C796-4217-A6E0-D8D0E4C12287}" type="pres">
      <dgm:prSet presAssocID="{09175996-8951-4E60-ACF9-F91AAA0AB774}" presName="Name56" presStyleLbl="parChTrans1D2" presStyleIdx="3" presStyleCnt="6"/>
      <dgm:spPr/>
      <dgm:t>
        <a:bodyPr/>
        <a:lstStyle/>
        <a:p>
          <a:endParaRPr lang="ru-RU"/>
        </a:p>
      </dgm:t>
    </dgm:pt>
    <dgm:pt modelId="{76784C24-975E-4373-9AB0-0D36214A64F1}" type="pres">
      <dgm:prSet presAssocID="{04A48D68-CC72-4B7D-B019-6E9B41D34E99}" presName="text0" presStyleLbl="node1" presStyleIdx="4" presStyleCnt="7" custScaleX="221423" custScaleY="221423" custRadScaleRad="265161" custRadScaleInc="-351777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B23D5C2B-B6D2-4298-9DAF-A69442F1C2D7}" type="pres">
      <dgm:prSet presAssocID="{2E57BB01-68FA-4D0D-8C7A-B42E79CEB108}" presName="Name56" presStyleLbl="parChTrans1D2" presStyleIdx="4" presStyleCnt="6"/>
      <dgm:spPr/>
      <dgm:t>
        <a:bodyPr/>
        <a:lstStyle/>
        <a:p>
          <a:endParaRPr lang="ru-RU"/>
        </a:p>
      </dgm:t>
    </dgm:pt>
    <dgm:pt modelId="{635D6D0E-E44D-465D-9B55-5006A2372644}" type="pres">
      <dgm:prSet presAssocID="{CC6EFFBD-D857-44D8-A554-1C53B719B6DA}" presName="text0" presStyleLbl="node1" presStyleIdx="5" presStyleCnt="7" custScaleX="222616" custScaleY="222616" custRadScaleRad="264748" custRadScaleInc="49252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45660FC-29F0-4ECD-9736-2F09D9960928}" type="pres">
      <dgm:prSet presAssocID="{AA62E804-61D2-4247-AB46-39B7B206B101}" presName="Name56" presStyleLbl="parChTrans1D2" presStyleIdx="5" presStyleCnt="6"/>
      <dgm:spPr/>
      <dgm:t>
        <a:bodyPr/>
        <a:lstStyle/>
        <a:p>
          <a:endParaRPr lang="ru-RU"/>
        </a:p>
      </dgm:t>
    </dgm:pt>
    <dgm:pt modelId="{EF6A00EF-2BA3-4AAD-B69B-A8E8767F6738}" type="pres">
      <dgm:prSet presAssocID="{1B13CC71-181F-4215-A78C-EB5B97876B1E}" presName="text0" presStyleLbl="node1" presStyleIdx="6" presStyleCnt="7" custScaleX="222616" custScaleY="222616" custRadScaleRad="264969" custRadScaleInc="-48669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</dgm:ptLst>
  <dgm:cxnLst>
    <dgm:cxn modelId="{62E61146-244B-49BE-8FAC-4DB94D94975C}" srcId="{854A1BCD-286B-4DA3-949B-D8FB85C0D014}" destId="{1B13CC71-181F-4215-A78C-EB5B97876B1E}" srcOrd="5" destOrd="0" parTransId="{AA62E804-61D2-4247-AB46-39B7B206B101}" sibTransId="{5251CEE5-3A1B-49CF-B520-A0D16AA827C4}"/>
    <dgm:cxn modelId="{FED975EE-D761-4513-BBC6-C4F43BA48D5C}" type="presOf" srcId="{AA62E804-61D2-4247-AB46-39B7B206B101}" destId="{645660FC-29F0-4ECD-9736-2F09D9960928}" srcOrd="0" destOrd="0" presId="urn:microsoft.com/office/officeart/2008/layout/RadialCluster"/>
    <dgm:cxn modelId="{8563956E-C855-41EB-B38B-85C1FE7C630E}" type="presOf" srcId="{96897B08-3730-437B-BBBF-A34ED6D96B87}" destId="{8F086A69-6FE7-48AB-8D4E-831F6AAADB3F}" srcOrd="0" destOrd="0" presId="urn:microsoft.com/office/officeart/2008/layout/RadialCluster"/>
    <dgm:cxn modelId="{A3E73796-D0F5-47ED-9D00-E296C65583ED}" type="presOf" srcId="{09175996-8951-4E60-ACF9-F91AAA0AB774}" destId="{1503B29C-C796-4217-A6E0-D8D0E4C12287}" srcOrd="0" destOrd="0" presId="urn:microsoft.com/office/officeart/2008/layout/RadialCluster"/>
    <dgm:cxn modelId="{6E19CDCE-7287-479A-8768-CB375E2D63DF}" type="presOf" srcId="{04A48D68-CC72-4B7D-B019-6E9B41D34E99}" destId="{76784C24-975E-4373-9AB0-0D36214A64F1}" srcOrd="0" destOrd="0" presId="urn:microsoft.com/office/officeart/2008/layout/RadialCluster"/>
    <dgm:cxn modelId="{387408DC-5588-4A36-8421-958F33884D48}" srcId="{854A1BCD-286B-4DA3-949B-D8FB85C0D014}" destId="{1D3FBEC9-571B-458F-ACA0-2710242E71A4}" srcOrd="2" destOrd="0" parTransId="{96897B08-3730-437B-BBBF-A34ED6D96B87}" sibTransId="{1881E3BC-8B21-47AD-834A-9C36C92986B6}"/>
    <dgm:cxn modelId="{5725E79B-29E6-443F-A86D-CAF23817DBBD}" srcId="{4E1389FE-DC0E-4066-92F3-3CCEB251EAFB}" destId="{A474C934-D39B-4ABB-98F5-064CF7AEAC29}" srcOrd="2" destOrd="0" parTransId="{58E3C384-E176-45DA-AFA9-2EBEB938309D}" sibTransId="{27FED808-3F98-4A72-9DE0-EAEAF7E7FD30}"/>
    <dgm:cxn modelId="{ECCE758F-4761-4107-8EAA-6A1AF38863BD}" type="presOf" srcId="{CC6EFFBD-D857-44D8-A554-1C53B719B6DA}" destId="{635D6D0E-E44D-465D-9B55-5006A2372644}" srcOrd="0" destOrd="0" presId="urn:microsoft.com/office/officeart/2008/layout/RadialCluster"/>
    <dgm:cxn modelId="{E2950397-7973-45B7-9A8A-B5287CF7676E}" type="presOf" srcId="{258A11A1-AFD8-47D2-BC45-8BBE869DEB52}" destId="{F29DD78D-084E-44BB-95B2-65781CA7A531}" srcOrd="0" destOrd="0" presId="urn:microsoft.com/office/officeart/2008/layout/RadialCluster"/>
    <dgm:cxn modelId="{ACC19EC5-2801-4EFF-A589-088C61DC03E2}" type="presOf" srcId="{1B13CC71-181F-4215-A78C-EB5B97876B1E}" destId="{EF6A00EF-2BA3-4AAD-B69B-A8E8767F6738}" srcOrd="0" destOrd="0" presId="urn:microsoft.com/office/officeart/2008/layout/RadialCluster"/>
    <dgm:cxn modelId="{23172C1A-FF43-4712-A764-5DF55D8ECD91}" type="presOf" srcId="{854A1BCD-286B-4DA3-949B-D8FB85C0D014}" destId="{628E21F9-F946-457A-B5D6-7107E4B5B54D}" srcOrd="0" destOrd="0" presId="urn:microsoft.com/office/officeart/2008/layout/RadialCluster"/>
    <dgm:cxn modelId="{8150D778-0444-4BA5-9CA0-483EB123B395}" type="presOf" srcId="{4A4C6070-4A61-47AA-8ABA-32229F0F8F3A}" destId="{65390B38-AF76-4E62-872B-309581DF08C7}" srcOrd="0" destOrd="0" presId="urn:microsoft.com/office/officeart/2008/layout/RadialCluster"/>
    <dgm:cxn modelId="{9259EE65-3344-4279-B2DE-CD2D0F3E076D}" srcId="{854A1BCD-286B-4DA3-949B-D8FB85C0D014}" destId="{CC6EFFBD-D857-44D8-A554-1C53B719B6DA}" srcOrd="4" destOrd="0" parTransId="{2E57BB01-68FA-4D0D-8C7A-B42E79CEB108}" sibTransId="{D0BC1636-D907-4B63-ACD9-B489EF98EBA4}"/>
    <dgm:cxn modelId="{A65AEC00-A92B-45EA-B572-F456BD1979A4}" type="presOf" srcId="{4E1389FE-DC0E-4066-92F3-3CCEB251EAFB}" destId="{4D30D1BA-01EB-42FE-A7D6-8969C3AB4CB0}" srcOrd="0" destOrd="0" presId="urn:microsoft.com/office/officeart/2008/layout/RadialCluster"/>
    <dgm:cxn modelId="{CC4FE5FD-B7C9-40BA-872B-498CE774840A}" srcId="{4E1389FE-DC0E-4066-92F3-3CCEB251EAFB}" destId="{854A1BCD-286B-4DA3-949B-D8FB85C0D014}" srcOrd="0" destOrd="0" parTransId="{86863718-AB7B-421A-B53D-D29B3222815B}" sibTransId="{48FE42EB-D914-4DC9-BA5F-17D664563849}"/>
    <dgm:cxn modelId="{4A475A00-F60B-410B-8470-9EA0E1C3E244}" type="presOf" srcId="{EC1AF752-7BDE-4D7F-BBE3-D620E8B4D26C}" destId="{24EC1B40-97B8-4A97-A728-C57093596661}" srcOrd="0" destOrd="0" presId="urn:microsoft.com/office/officeart/2008/layout/RadialCluster"/>
    <dgm:cxn modelId="{B51B8D91-8E4E-44B0-82BF-67EF5A3FA512}" type="presOf" srcId="{0320C3D9-2B7B-4CF1-930A-C9D1714593A9}" destId="{667DE06D-C223-4C57-8F2C-DDC107791A47}" srcOrd="0" destOrd="0" presId="urn:microsoft.com/office/officeart/2008/layout/RadialCluster"/>
    <dgm:cxn modelId="{6D6CF6BD-20AB-45DE-BD8F-7724AB08659B}" type="presOf" srcId="{2E57BB01-68FA-4D0D-8C7A-B42E79CEB108}" destId="{B23D5C2B-B6D2-4298-9DAF-A69442F1C2D7}" srcOrd="0" destOrd="0" presId="urn:microsoft.com/office/officeart/2008/layout/RadialCluster"/>
    <dgm:cxn modelId="{18EF6DB3-3087-4F3E-882C-92F6C8F6899C}" srcId="{854A1BCD-286B-4DA3-949B-D8FB85C0D014}" destId="{258A11A1-AFD8-47D2-BC45-8BBE869DEB52}" srcOrd="0" destOrd="0" parTransId="{0320C3D9-2B7B-4CF1-930A-C9D1714593A9}" sibTransId="{383D3AFB-4D80-4300-A0A1-03CD0A94377A}"/>
    <dgm:cxn modelId="{82616DB1-0687-468F-BA64-08D535074412}" srcId="{854A1BCD-286B-4DA3-949B-D8FB85C0D014}" destId="{EC1AF752-7BDE-4D7F-BBE3-D620E8B4D26C}" srcOrd="1" destOrd="0" parTransId="{4A4C6070-4A61-47AA-8ABA-32229F0F8F3A}" sibTransId="{86117725-F453-45C3-BDED-502035BCFDCA}"/>
    <dgm:cxn modelId="{E5EA6C4C-7F99-4297-909F-4EA4E535C5BB}" srcId="{854A1BCD-286B-4DA3-949B-D8FB85C0D014}" destId="{04A48D68-CC72-4B7D-B019-6E9B41D34E99}" srcOrd="3" destOrd="0" parTransId="{09175996-8951-4E60-ACF9-F91AAA0AB774}" sibTransId="{2AAAFEF9-961D-4F4B-9B00-9201546214F0}"/>
    <dgm:cxn modelId="{A235A3CB-5F90-4F69-8898-4DE6004F3496}" type="presOf" srcId="{1D3FBEC9-571B-458F-ACA0-2710242E71A4}" destId="{D5C3917E-2284-4E85-847C-82C5C871E472}" srcOrd="0" destOrd="0" presId="urn:microsoft.com/office/officeart/2008/layout/RadialCluster"/>
    <dgm:cxn modelId="{529AD854-67C9-4D43-B64C-7FE2DC12E642}" srcId="{4E1389FE-DC0E-4066-92F3-3CCEB251EAFB}" destId="{945DB9F3-2424-4FBC-AE23-82FC03FA0012}" srcOrd="1" destOrd="0" parTransId="{338AB262-3FA9-4A15-80FC-931FBC57B9C4}" sibTransId="{9E7176EE-A69A-4A0F-A1A9-B660672DD1BE}"/>
    <dgm:cxn modelId="{5AD69A6B-CB80-4E03-A72F-5A07B14F4C34}" type="presParOf" srcId="{4D30D1BA-01EB-42FE-A7D6-8969C3AB4CB0}" destId="{5E52D266-CB75-4768-8AAD-3E1F25AADB5A}" srcOrd="0" destOrd="0" presId="urn:microsoft.com/office/officeart/2008/layout/RadialCluster"/>
    <dgm:cxn modelId="{69B1E336-CFCF-4C37-886D-EDC779F92721}" type="presParOf" srcId="{5E52D266-CB75-4768-8AAD-3E1F25AADB5A}" destId="{628E21F9-F946-457A-B5D6-7107E4B5B54D}" srcOrd="0" destOrd="0" presId="urn:microsoft.com/office/officeart/2008/layout/RadialCluster"/>
    <dgm:cxn modelId="{A04E5BCF-6F09-4DAB-8840-ADD4DB3392BB}" type="presParOf" srcId="{5E52D266-CB75-4768-8AAD-3E1F25AADB5A}" destId="{667DE06D-C223-4C57-8F2C-DDC107791A47}" srcOrd="1" destOrd="0" presId="urn:microsoft.com/office/officeart/2008/layout/RadialCluster"/>
    <dgm:cxn modelId="{BA9157D2-DCEC-4BC9-95EF-343DE775A4D7}" type="presParOf" srcId="{5E52D266-CB75-4768-8AAD-3E1F25AADB5A}" destId="{F29DD78D-084E-44BB-95B2-65781CA7A531}" srcOrd="2" destOrd="0" presId="urn:microsoft.com/office/officeart/2008/layout/RadialCluster"/>
    <dgm:cxn modelId="{E8BC91C4-2DC3-42B2-9BA9-F56293B707B1}" type="presParOf" srcId="{5E52D266-CB75-4768-8AAD-3E1F25AADB5A}" destId="{65390B38-AF76-4E62-872B-309581DF08C7}" srcOrd="3" destOrd="0" presId="urn:microsoft.com/office/officeart/2008/layout/RadialCluster"/>
    <dgm:cxn modelId="{042839E4-B763-46EA-87EE-EE06661E3D9B}" type="presParOf" srcId="{5E52D266-CB75-4768-8AAD-3E1F25AADB5A}" destId="{24EC1B40-97B8-4A97-A728-C57093596661}" srcOrd="4" destOrd="0" presId="urn:microsoft.com/office/officeart/2008/layout/RadialCluster"/>
    <dgm:cxn modelId="{B85FC336-03B4-49D2-9CC6-9AA95F1C34E7}" type="presParOf" srcId="{5E52D266-CB75-4768-8AAD-3E1F25AADB5A}" destId="{8F086A69-6FE7-48AB-8D4E-831F6AAADB3F}" srcOrd="5" destOrd="0" presId="urn:microsoft.com/office/officeart/2008/layout/RadialCluster"/>
    <dgm:cxn modelId="{29559A72-5EAD-4EBA-B16B-DB53657E0299}" type="presParOf" srcId="{5E52D266-CB75-4768-8AAD-3E1F25AADB5A}" destId="{D5C3917E-2284-4E85-847C-82C5C871E472}" srcOrd="6" destOrd="0" presId="urn:microsoft.com/office/officeart/2008/layout/RadialCluster"/>
    <dgm:cxn modelId="{908EAE80-FE21-4C39-A5D4-31C8FA10A3E5}" type="presParOf" srcId="{5E52D266-CB75-4768-8AAD-3E1F25AADB5A}" destId="{1503B29C-C796-4217-A6E0-D8D0E4C12287}" srcOrd="7" destOrd="0" presId="urn:microsoft.com/office/officeart/2008/layout/RadialCluster"/>
    <dgm:cxn modelId="{88105C48-CAB0-4F8A-ADCC-2C98020ED30C}" type="presParOf" srcId="{5E52D266-CB75-4768-8AAD-3E1F25AADB5A}" destId="{76784C24-975E-4373-9AB0-0D36214A64F1}" srcOrd="8" destOrd="0" presId="urn:microsoft.com/office/officeart/2008/layout/RadialCluster"/>
    <dgm:cxn modelId="{0DAF3D5A-2530-4C3E-8F80-E1F826BA4A03}" type="presParOf" srcId="{5E52D266-CB75-4768-8AAD-3E1F25AADB5A}" destId="{B23D5C2B-B6D2-4298-9DAF-A69442F1C2D7}" srcOrd="9" destOrd="0" presId="urn:microsoft.com/office/officeart/2008/layout/RadialCluster"/>
    <dgm:cxn modelId="{BC7CF5A9-ADB3-4904-B2E5-6EEB9AE9C93F}" type="presParOf" srcId="{5E52D266-CB75-4768-8AAD-3E1F25AADB5A}" destId="{635D6D0E-E44D-465D-9B55-5006A2372644}" srcOrd="10" destOrd="0" presId="urn:microsoft.com/office/officeart/2008/layout/RadialCluster"/>
    <dgm:cxn modelId="{EF7B19F2-A724-4421-A7A2-858E13A60F58}" type="presParOf" srcId="{5E52D266-CB75-4768-8AAD-3E1F25AADB5A}" destId="{645660FC-29F0-4ECD-9736-2F09D9960928}" srcOrd="11" destOrd="0" presId="urn:microsoft.com/office/officeart/2008/layout/RadialCluster"/>
    <dgm:cxn modelId="{AC3EBBCC-3344-4ECF-B120-5447CC47B44F}" type="presParOf" srcId="{5E52D266-CB75-4768-8AAD-3E1F25AADB5A}" destId="{EF6A00EF-2BA3-4AAD-B69B-A8E8767F6738}" srcOrd="12" destOrd="0" presId="urn:microsoft.com/office/officeart/2008/layout/RadialCluster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22E145B5-E82A-4088-B9C8-A19C1E589F7B}" type="doc">
      <dgm:prSet loTypeId="urn:microsoft.com/office/officeart/2005/8/layout/hProcess9" loCatId="process" qsTypeId="urn:microsoft.com/office/officeart/2005/8/quickstyle/simple1" qsCatId="simple" csTypeId="urn:microsoft.com/office/officeart/2005/8/colors/accent1_2" csCatId="accent1" phldr="1"/>
      <dgm:spPr/>
    </dgm:pt>
    <dgm:pt modelId="{3EAC6F84-6FF0-4AD5-97D6-9952003F0CE0}">
      <dgm:prSet phldrT="[Текст]"/>
      <dgm:spPr/>
      <dgm:t>
        <a:bodyPr/>
        <a:lstStyle/>
        <a:p>
          <a:r>
            <a:rPr lang="en-US" dirty="0" smtClean="0"/>
            <a:t>Search</a:t>
          </a:r>
          <a:endParaRPr lang="ru-RU" dirty="0" smtClean="0"/>
        </a:p>
        <a:p>
          <a:r>
            <a:rPr lang="en-US" dirty="0" smtClean="0"/>
            <a:t>Engine</a:t>
          </a:r>
          <a:endParaRPr lang="ru-RU" dirty="0"/>
        </a:p>
      </dgm:t>
    </dgm:pt>
    <dgm:pt modelId="{A5FFE402-BA69-4FCC-A079-7A391F040988}" type="parTrans" cxnId="{FBCAFAC3-4EA2-4EE3-870F-43CC8039089B}">
      <dgm:prSet/>
      <dgm:spPr/>
      <dgm:t>
        <a:bodyPr/>
        <a:lstStyle/>
        <a:p>
          <a:endParaRPr lang="ru-RU"/>
        </a:p>
      </dgm:t>
    </dgm:pt>
    <dgm:pt modelId="{30A97AE7-C8D1-48C7-ADE3-3D2DBF6CB486}" type="sibTrans" cxnId="{FBCAFAC3-4EA2-4EE3-870F-43CC8039089B}">
      <dgm:prSet/>
      <dgm:spPr/>
      <dgm:t>
        <a:bodyPr/>
        <a:lstStyle/>
        <a:p>
          <a:endParaRPr lang="ru-RU"/>
        </a:p>
      </dgm:t>
    </dgm:pt>
    <dgm:pt modelId="{EA6E4585-6F70-409F-AEF8-6DDFF603097B}">
      <dgm:prSet phldrT="[Текст]"/>
      <dgm:spPr/>
      <dgm:t>
        <a:bodyPr/>
        <a:lstStyle/>
        <a:p>
          <a:r>
            <a:rPr lang="en-US" dirty="0" smtClean="0"/>
            <a:t>Converter</a:t>
          </a:r>
          <a:endParaRPr lang="ru-RU" dirty="0" smtClean="0"/>
        </a:p>
        <a:p>
          <a:r>
            <a:rPr lang="en-US" dirty="0" smtClean="0"/>
            <a:t>JSON</a:t>
          </a:r>
          <a:endParaRPr lang="ru-RU" dirty="0"/>
        </a:p>
      </dgm:t>
    </dgm:pt>
    <dgm:pt modelId="{EB87C571-E9EA-44FE-AF9E-18063CFD0C39}" type="parTrans" cxnId="{11623C04-D7AE-4604-BF56-F5E5DD861A64}">
      <dgm:prSet/>
      <dgm:spPr/>
      <dgm:t>
        <a:bodyPr/>
        <a:lstStyle/>
        <a:p>
          <a:endParaRPr lang="ru-RU"/>
        </a:p>
      </dgm:t>
    </dgm:pt>
    <dgm:pt modelId="{2A190A93-80C5-4978-A099-572CFD93B6B9}" type="sibTrans" cxnId="{11623C04-D7AE-4604-BF56-F5E5DD861A64}">
      <dgm:prSet/>
      <dgm:spPr/>
      <dgm:t>
        <a:bodyPr/>
        <a:lstStyle/>
        <a:p>
          <a:endParaRPr lang="ru-RU"/>
        </a:p>
      </dgm:t>
    </dgm:pt>
    <dgm:pt modelId="{E74BE7AA-AD2C-478B-B544-897806E38AD1}">
      <dgm:prSet phldrT="[Текст]"/>
      <dgm:spPr/>
      <dgm:t>
        <a:bodyPr/>
        <a:lstStyle/>
        <a:p>
          <a:r>
            <a:rPr lang="en-US" dirty="0" smtClean="0"/>
            <a:t>Inverted</a:t>
          </a:r>
          <a:endParaRPr lang="ru-RU" dirty="0" smtClean="0"/>
        </a:p>
        <a:p>
          <a:r>
            <a:rPr lang="en-US" dirty="0" smtClean="0"/>
            <a:t>Index</a:t>
          </a:r>
          <a:endParaRPr lang="ru-RU" dirty="0"/>
        </a:p>
      </dgm:t>
    </dgm:pt>
    <dgm:pt modelId="{49C289C0-664C-40B2-8678-A2EB77CF65D4}" type="parTrans" cxnId="{DFC1066F-519F-4605-847C-62AE5AF88A45}">
      <dgm:prSet/>
      <dgm:spPr/>
      <dgm:t>
        <a:bodyPr/>
        <a:lstStyle/>
        <a:p>
          <a:endParaRPr lang="ru-RU"/>
        </a:p>
      </dgm:t>
    </dgm:pt>
    <dgm:pt modelId="{61D21387-DAE6-4EDC-AAC6-1B6E0B2B8DE0}" type="sibTrans" cxnId="{DFC1066F-519F-4605-847C-62AE5AF88A45}">
      <dgm:prSet/>
      <dgm:spPr/>
      <dgm:t>
        <a:bodyPr/>
        <a:lstStyle/>
        <a:p>
          <a:endParaRPr lang="ru-RU"/>
        </a:p>
      </dgm:t>
    </dgm:pt>
    <dgm:pt modelId="{0AC6EE5B-94F5-4AF5-A317-22BCDC0A5716}">
      <dgm:prSet/>
      <dgm:spPr/>
      <dgm:t>
        <a:bodyPr/>
        <a:lstStyle/>
        <a:p>
          <a:r>
            <a:rPr lang="en-US" dirty="0" smtClean="0"/>
            <a:t>Documents</a:t>
          </a:r>
          <a:endParaRPr lang="ru-RU" dirty="0"/>
        </a:p>
      </dgm:t>
    </dgm:pt>
    <dgm:pt modelId="{CB42B11A-19DB-4B80-A525-194C04436E70}" type="parTrans" cxnId="{21B0756E-49D9-4E09-B21A-6D2F2639C75F}">
      <dgm:prSet/>
      <dgm:spPr/>
      <dgm:t>
        <a:bodyPr/>
        <a:lstStyle/>
        <a:p>
          <a:endParaRPr lang="ru-RU"/>
        </a:p>
      </dgm:t>
    </dgm:pt>
    <dgm:pt modelId="{E9637C63-B39C-42E1-A7D6-481AB222D018}" type="sibTrans" cxnId="{21B0756E-49D9-4E09-B21A-6D2F2639C75F}">
      <dgm:prSet/>
      <dgm:spPr/>
      <dgm:t>
        <a:bodyPr/>
        <a:lstStyle/>
        <a:p>
          <a:endParaRPr lang="ru-RU"/>
        </a:p>
      </dgm:t>
    </dgm:pt>
    <dgm:pt modelId="{AE6076AB-81D2-4D9E-9485-9A81ACE96751}">
      <dgm:prSet/>
      <dgm:spPr/>
      <dgm:t>
        <a:bodyPr/>
        <a:lstStyle/>
        <a:p>
          <a:r>
            <a:rPr lang="en-US" dirty="0" smtClean="0"/>
            <a:t>Requests</a:t>
          </a:r>
          <a:endParaRPr lang="ru-RU" dirty="0"/>
        </a:p>
      </dgm:t>
    </dgm:pt>
    <dgm:pt modelId="{3F6B56EA-0963-4989-B913-4C2714B96351}" type="parTrans" cxnId="{4E5905B5-6802-493B-AC02-0972B855CCD8}">
      <dgm:prSet/>
      <dgm:spPr/>
      <dgm:t>
        <a:bodyPr/>
        <a:lstStyle/>
        <a:p>
          <a:endParaRPr lang="ru-RU"/>
        </a:p>
      </dgm:t>
    </dgm:pt>
    <dgm:pt modelId="{562D2339-2BDB-4C4B-A1D6-11204852CB25}" type="sibTrans" cxnId="{4E5905B5-6802-493B-AC02-0972B855CCD8}">
      <dgm:prSet/>
      <dgm:spPr/>
      <dgm:t>
        <a:bodyPr/>
        <a:lstStyle/>
        <a:p>
          <a:endParaRPr lang="ru-RU"/>
        </a:p>
      </dgm:t>
    </dgm:pt>
    <dgm:pt modelId="{7788D2E0-1B12-4FD0-962D-537B22CD4366}">
      <dgm:prSet/>
      <dgm:spPr/>
      <dgm:t>
        <a:bodyPr/>
        <a:lstStyle/>
        <a:p>
          <a:r>
            <a:rPr lang="en-US" dirty="0" smtClean="0"/>
            <a:t>Relevant</a:t>
          </a:r>
          <a:endParaRPr lang="ru-RU" dirty="0" smtClean="0"/>
        </a:p>
        <a:p>
          <a:r>
            <a:rPr lang="en-US" dirty="0" smtClean="0"/>
            <a:t>Response</a:t>
          </a:r>
          <a:endParaRPr lang="ru-RU" dirty="0"/>
        </a:p>
      </dgm:t>
    </dgm:pt>
    <dgm:pt modelId="{E582B4CF-9E55-4AD8-8E16-6B2F4B48E951}" type="parTrans" cxnId="{4873B57B-8954-4722-8F6A-8957B71868A7}">
      <dgm:prSet/>
      <dgm:spPr/>
      <dgm:t>
        <a:bodyPr/>
        <a:lstStyle/>
        <a:p>
          <a:endParaRPr lang="ru-RU"/>
        </a:p>
      </dgm:t>
    </dgm:pt>
    <dgm:pt modelId="{CEFE41B2-04AC-4636-B717-B364E7DC6187}" type="sibTrans" cxnId="{4873B57B-8954-4722-8F6A-8957B71868A7}">
      <dgm:prSet/>
      <dgm:spPr/>
      <dgm:t>
        <a:bodyPr/>
        <a:lstStyle/>
        <a:p>
          <a:endParaRPr lang="ru-RU"/>
        </a:p>
      </dgm:t>
    </dgm:pt>
    <dgm:pt modelId="{5D4360AA-390F-403F-A4BA-A7B665FF8967}" type="pres">
      <dgm:prSet presAssocID="{22E145B5-E82A-4088-B9C8-A19C1E589F7B}" presName="CompostProcess" presStyleCnt="0">
        <dgm:presLayoutVars>
          <dgm:dir/>
          <dgm:resizeHandles val="exact"/>
        </dgm:presLayoutVars>
      </dgm:prSet>
      <dgm:spPr/>
    </dgm:pt>
    <dgm:pt modelId="{A10362D1-A377-43A9-BD1F-AD314ADD2D68}" type="pres">
      <dgm:prSet presAssocID="{22E145B5-E82A-4088-B9C8-A19C1E589F7B}" presName="arrow" presStyleLbl="bgShp" presStyleIdx="0" presStyleCnt="1"/>
      <dgm:spPr/>
    </dgm:pt>
    <dgm:pt modelId="{0F39B2D2-3919-49C6-A79D-15ED4305780E}" type="pres">
      <dgm:prSet presAssocID="{22E145B5-E82A-4088-B9C8-A19C1E589F7B}" presName="linearProcess" presStyleCnt="0"/>
      <dgm:spPr/>
    </dgm:pt>
    <dgm:pt modelId="{AF958E4B-1079-43B8-AA41-59A175711EE3}" type="pres">
      <dgm:prSet presAssocID="{3EAC6F84-6FF0-4AD5-97D6-9952003F0CE0}" presName="textNode" presStyleLbl="node1" presStyleIdx="0" presStyleCnt="6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E13C3DF4-23F8-4FE6-BFC0-CE8A41099824}" type="pres">
      <dgm:prSet presAssocID="{30A97AE7-C8D1-48C7-ADE3-3D2DBF6CB486}" presName="sibTrans" presStyleCnt="0"/>
      <dgm:spPr/>
    </dgm:pt>
    <dgm:pt modelId="{0A15E6E4-35BF-4314-8C3D-ED211E2F9958}" type="pres">
      <dgm:prSet presAssocID="{EA6E4585-6F70-409F-AEF8-6DDFF603097B}" presName="textNode" presStyleLbl="node1" presStyleIdx="1" presStyleCnt="6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181FE23-3E21-49B3-BC9F-410A92DCFEBD}" type="pres">
      <dgm:prSet presAssocID="{2A190A93-80C5-4978-A099-572CFD93B6B9}" presName="sibTrans" presStyleCnt="0"/>
      <dgm:spPr/>
    </dgm:pt>
    <dgm:pt modelId="{F054BA0B-B3F7-4B6B-BD2F-4AE8F4442468}" type="pres">
      <dgm:prSet presAssocID="{0AC6EE5B-94F5-4AF5-A317-22BCDC0A5716}" presName="textNode" presStyleLbl="node1" presStyleIdx="2" presStyleCnt="6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E9B674C4-C6D6-43BD-AA2D-959FB3B7D3FA}" type="pres">
      <dgm:prSet presAssocID="{E9637C63-B39C-42E1-A7D6-481AB222D018}" presName="sibTrans" presStyleCnt="0"/>
      <dgm:spPr/>
    </dgm:pt>
    <dgm:pt modelId="{DC4AEBBC-A52D-40F6-9146-7F10088A6B32}" type="pres">
      <dgm:prSet presAssocID="{E74BE7AA-AD2C-478B-B544-897806E38AD1}" presName="textNode" presStyleLbl="node1" presStyleIdx="3" presStyleCnt="6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565DECA6-36C8-43CE-8D9E-544F5BFE0609}" type="pres">
      <dgm:prSet presAssocID="{61D21387-DAE6-4EDC-AAC6-1B6E0B2B8DE0}" presName="sibTrans" presStyleCnt="0"/>
      <dgm:spPr/>
    </dgm:pt>
    <dgm:pt modelId="{014D856F-0A4A-4760-9506-E63C9F5DE09D}" type="pres">
      <dgm:prSet presAssocID="{AE6076AB-81D2-4D9E-9485-9A81ACE96751}" presName="textNode" presStyleLbl="node1" presStyleIdx="4" presStyleCnt="6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FCF8F01A-A651-490E-BEFC-5C1A5DBC1425}" type="pres">
      <dgm:prSet presAssocID="{562D2339-2BDB-4C4B-A1D6-11204852CB25}" presName="sibTrans" presStyleCnt="0"/>
      <dgm:spPr/>
    </dgm:pt>
    <dgm:pt modelId="{2EF5CFF0-CC5C-43EE-B44D-1D53039F8A29}" type="pres">
      <dgm:prSet presAssocID="{7788D2E0-1B12-4FD0-962D-537B22CD4366}" presName="textNode" presStyleLbl="node1" presStyleIdx="5" presStyleCnt="6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</dgm:ptLst>
  <dgm:cxnLst>
    <dgm:cxn modelId="{FBCAFAC3-4EA2-4EE3-870F-43CC8039089B}" srcId="{22E145B5-E82A-4088-B9C8-A19C1E589F7B}" destId="{3EAC6F84-6FF0-4AD5-97D6-9952003F0CE0}" srcOrd="0" destOrd="0" parTransId="{A5FFE402-BA69-4FCC-A079-7A391F040988}" sibTransId="{30A97AE7-C8D1-48C7-ADE3-3D2DBF6CB486}"/>
    <dgm:cxn modelId="{B7A34A39-771E-4D17-AB67-B86CAFF7426F}" type="presOf" srcId="{22E145B5-E82A-4088-B9C8-A19C1E589F7B}" destId="{5D4360AA-390F-403F-A4BA-A7B665FF8967}" srcOrd="0" destOrd="0" presId="urn:microsoft.com/office/officeart/2005/8/layout/hProcess9"/>
    <dgm:cxn modelId="{759803FA-91B2-47F5-B533-1244B8012BE0}" type="presOf" srcId="{7788D2E0-1B12-4FD0-962D-537B22CD4366}" destId="{2EF5CFF0-CC5C-43EE-B44D-1D53039F8A29}" srcOrd="0" destOrd="0" presId="urn:microsoft.com/office/officeart/2005/8/layout/hProcess9"/>
    <dgm:cxn modelId="{11623C04-D7AE-4604-BF56-F5E5DD861A64}" srcId="{22E145B5-E82A-4088-B9C8-A19C1E589F7B}" destId="{EA6E4585-6F70-409F-AEF8-6DDFF603097B}" srcOrd="1" destOrd="0" parTransId="{EB87C571-E9EA-44FE-AF9E-18063CFD0C39}" sibTransId="{2A190A93-80C5-4978-A099-572CFD93B6B9}"/>
    <dgm:cxn modelId="{7D44C1DF-6DAA-4194-B40E-62A7694ED93B}" type="presOf" srcId="{0AC6EE5B-94F5-4AF5-A317-22BCDC0A5716}" destId="{F054BA0B-B3F7-4B6B-BD2F-4AE8F4442468}" srcOrd="0" destOrd="0" presId="urn:microsoft.com/office/officeart/2005/8/layout/hProcess9"/>
    <dgm:cxn modelId="{B8B78095-F49D-4B14-AD35-26BB40DAF5C6}" type="presOf" srcId="{EA6E4585-6F70-409F-AEF8-6DDFF603097B}" destId="{0A15E6E4-35BF-4314-8C3D-ED211E2F9958}" srcOrd="0" destOrd="0" presId="urn:microsoft.com/office/officeart/2005/8/layout/hProcess9"/>
    <dgm:cxn modelId="{21B0756E-49D9-4E09-B21A-6D2F2639C75F}" srcId="{22E145B5-E82A-4088-B9C8-A19C1E589F7B}" destId="{0AC6EE5B-94F5-4AF5-A317-22BCDC0A5716}" srcOrd="2" destOrd="0" parTransId="{CB42B11A-19DB-4B80-A525-194C04436E70}" sibTransId="{E9637C63-B39C-42E1-A7D6-481AB222D018}"/>
    <dgm:cxn modelId="{5CD4F533-BDEB-4025-9A6E-2875FE56EE0C}" type="presOf" srcId="{AE6076AB-81D2-4D9E-9485-9A81ACE96751}" destId="{014D856F-0A4A-4760-9506-E63C9F5DE09D}" srcOrd="0" destOrd="0" presId="urn:microsoft.com/office/officeart/2005/8/layout/hProcess9"/>
    <dgm:cxn modelId="{15E8842D-E8D6-4DE8-ACC4-126FDC9485CF}" type="presOf" srcId="{3EAC6F84-6FF0-4AD5-97D6-9952003F0CE0}" destId="{AF958E4B-1079-43B8-AA41-59A175711EE3}" srcOrd="0" destOrd="0" presId="urn:microsoft.com/office/officeart/2005/8/layout/hProcess9"/>
    <dgm:cxn modelId="{4873B57B-8954-4722-8F6A-8957B71868A7}" srcId="{22E145B5-E82A-4088-B9C8-A19C1E589F7B}" destId="{7788D2E0-1B12-4FD0-962D-537B22CD4366}" srcOrd="5" destOrd="0" parTransId="{E582B4CF-9E55-4AD8-8E16-6B2F4B48E951}" sibTransId="{CEFE41B2-04AC-4636-B717-B364E7DC6187}"/>
    <dgm:cxn modelId="{4E5905B5-6802-493B-AC02-0972B855CCD8}" srcId="{22E145B5-E82A-4088-B9C8-A19C1E589F7B}" destId="{AE6076AB-81D2-4D9E-9485-9A81ACE96751}" srcOrd="4" destOrd="0" parTransId="{3F6B56EA-0963-4989-B913-4C2714B96351}" sibTransId="{562D2339-2BDB-4C4B-A1D6-11204852CB25}"/>
    <dgm:cxn modelId="{DFC1066F-519F-4605-847C-62AE5AF88A45}" srcId="{22E145B5-E82A-4088-B9C8-A19C1E589F7B}" destId="{E74BE7AA-AD2C-478B-B544-897806E38AD1}" srcOrd="3" destOrd="0" parTransId="{49C289C0-664C-40B2-8678-A2EB77CF65D4}" sibTransId="{61D21387-DAE6-4EDC-AAC6-1B6E0B2B8DE0}"/>
    <dgm:cxn modelId="{CFBFF8AF-CC67-4E25-83AA-4CEB29B92D01}" type="presOf" srcId="{E74BE7AA-AD2C-478B-B544-897806E38AD1}" destId="{DC4AEBBC-A52D-40F6-9146-7F10088A6B32}" srcOrd="0" destOrd="0" presId="urn:microsoft.com/office/officeart/2005/8/layout/hProcess9"/>
    <dgm:cxn modelId="{EA43E3AC-777E-4233-8A88-6F6C0E7AB63D}" type="presParOf" srcId="{5D4360AA-390F-403F-A4BA-A7B665FF8967}" destId="{A10362D1-A377-43A9-BD1F-AD314ADD2D68}" srcOrd="0" destOrd="0" presId="urn:microsoft.com/office/officeart/2005/8/layout/hProcess9"/>
    <dgm:cxn modelId="{65EE2737-B8C4-4E92-8857-42F8DD4643E6}" type="presParOf" srcId="{5D4360AA-390F-403F-A4BA-A7B665FF8967}" destId="{0F39B2D2-3919-49C6-A79D-15ED4305780E}" srcOrd="1" destOrd="0" presId="urn:microsoft.com/office/officeart/2005/8/layout/hProcess9"/>
    <dgm:cxn modelId="{E5013EA5-ABE4-4EE9-B948-FF2057EA41F7}" type="presParOf" srcId="{0F39B2D2-3919-49C6-A79D-15ED4305780E}" destId="{AF958E4B-1079-43B8-AA41-59A175711EE3}" srcOrd="0" destOrd="0" presId="urn:microsoft.com/office/officeart/2005/8/layout/hProcess9"/>
    <dgm:cxn modelId="{3B261E2D-C2D1-4E33-8A96-AD295DAE612F}" type="presParOf" srcId="{0F39B2D2-3919-49C6-A79D-15ED4305780E}" destId="{E13C3DF4-23F8-4FE6-BFC0-CE8A41099824}" srcOrd="1" destOrd="0" presId="urn:microsoft.com/office/officeart/2005/8/layout/hProcess9"/>
    <dgm:cxn modelId="{3F22A6F3-B75B-4D22-B3AA-D5C0207DA9F9}" type="presParOf" srcId="{0F39B2D2-3919-49C6-A79D-15ED4305780E}" destId="{0A15E6E4-35BF-4314-8C3D-ED211E2F9958}" srcOrd="2" destOrd="0" presId="urn:microsoft.com/office/officeart/2005/8/layout/hProcess9"/>
    <dgm:cxn modelId="{5CA9E1E1-F658-4D60-8DE6-A5C7685388B2}" type="presParOf" srcId="{0F39B2D2-3919-49C6-A79D-15ED4305780E}" destId="{6181FE23-3E21-49B3-BC9F-410A92DCFEBD}" srcOrd="3" destOrd="0" presId="urn:microsoft.com/office/officeart/2005/8/layout/hProcess9"/>
    <dgm:cxn modelId="{3F21F56B-6EC0-46BC-B925-5D2D965D0D1F}" type="presParOf" srcId="{0F39B2D2-3919-49C6-A79D-15ED4305780E}" destId="{F054BA0B-B3F7-4B6B-BD2F-4AE8F4442468}" srcOrd="4" destOrd="0" presId="urn:microsoft.com/office/officeart/2005/8/layout/hProcess9"/>
    <dgm:cxn modelId="{E85A9F5D-FACD-4444-BBBE-727ED73C3120}" type="presParOf" srcId="{0F39B2D2-3919-49C6-A79D-15ED4305780E}" destId="{E9B674C4-C6D6-43BD-AA2D-959FB3B7D3FA}" srcOrd="5" destOrd="0" presId="urn:microsoft.com/office/officeart/2005/8/layout/hProcess9"/>
    <dgm:cxn modelId="{E96F45BF-9DDA-4C98-929F-171319DF99AC}" type="presParOf" srcId="{0F39B2D2-3919-49C6-A79D-15ED4305780E}" destId="{DC4AEBBC-A52D-40F6-9146-7F10088A6B32}" srcOrd="6" destOrd="0" presId="urn:microsoft.com/office/officeart/2005/8/layout/hProcess9"/>
    <dgm:cxn modelId="{EF346BD9-6825-491E-BB84-4BAC0AB257F1}" type="presParOf" srcId="{0F39B2D2-3919-49C6-A79D-15ED4305780E}" destId="{565DECA6-36C8-43CE-8D9E-544F5BFE0609}" srcOrd="7" destOrd="0" presId="urn:microsoft.com/office/officeart/2005/8/layout/hProcess9"/>
    <dgm:cxn modelId="{8438F71D-9E72-40FD-9207-1CDFE6A92EED}" type="presParOf" srcId="{0F39B2D2-3919-49C6-A79D-15ED4305780E}" destId="{014D856F-0A4A-4760-9506-E63C9F5DE09D}" srcOrd="8" destOrd="0" presId="urn:microsoft.com/office/officeart/2005/8/layout/hProcess9"/>
    <dgm:cxn modelId="{19B4CBE0-314E-4CC2-AB84-A8BCBE12888D}" type="presParOf" srcId="{0F39B2D2-3919-49C6-A79D-15ED4305780E}" destId="{FCF8F01A-A651-490E-BEFC-5C1A5DBC1425}" srcOrd="9" destOrd="0" presId="urn:microsoft.com/office/officeart/2005/8/layout/hProcess9"/>
    <dgm:cxn modelId="{C434FDF4-0C56-4BA5-9466-C230AA5A91D7}" type="presParOf" srcId="{0F39B2D2-3919-49C6-A79D-15ED4305780E}" destId="{2EF5CFF0-CC5C-43EE-B44D-1D53039F8A29}" srcOrd="10" destOrd="0" presId="urn:microsoft.com/office/officeart/2005/8/layout/hProcess9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F7887599-5144-4F89-A6FD-21AD526F0AC5}" type="doc">
      <dgm:prSet loTypeId="urn:microsoft.com/office/officeart/2005/8/layout/hProcess6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96B43729-32E7-4966-82B3-07411DB75AAD}">
      <dgm:prSet phldrT="[Текст]"/>
      <dgm:spPr/>
      <dgm:t>
        <a:bodyPr/>
        <a:lstStyle/>
        <a:p>
          <a:r>
            <a:rPr lang="en-US" dirty="0" smtClean="0"/>
            <a:t>Converter</a:t>
          </a:r>
          <a:endParaRPr lang="ru-RU" dirty="0" smtClean="0"/>
        </a:p>
        <a:p>
          <a:r>
            <a:rPr lang="en-US" dirty="0" smtClean="0"/>
            <a:t>JSON</a:t>
          </a:r>
          <a:endParaRPr lang="ru-RU" dirty="0"/>
        </a:p>
      </dgm:t>
    </dgm:pt>
    <dgm:pt modelId="{C06EE498-6C3C-4E22-8987-E7AA46028558}" type="parTrans" cxnId="{BAEBFEDC-88C7-4E2B-8374-8D82281EA5DD}">
      <dgm:prSet/>
      <dgm:spPr/>
      <dgm:t>
        <a:bodyPr/>
        <a:lstStyle/>
        <a:p>
          <a:endParaRPr lang="ru-RU"/>
        </a:p>
      </dgm:t>
    </dgm:pt>
    <dgm:pt modelId="{078144A0-6773-4DF4-A6D5-2E4B64907C23}" type="sibTrans" cxnId="{BAEBFEDC-88C7-4E2B-8374-8D82281EA5DD}">
      <dgm:prSet/>
      <dgm:spPr/>
      <dgm:t>
        <a:bodyPr/>
        <a:lstStyle/>
        <a:p>
          <a:endParaRPr lang="ru-RU"/>
        </a:p>
      </dgm:t>
    </dgm:pt>
    <dgm:pt modelId="{8DB3673A-1FB4-4230-9129-2F630C046F7A}">
      <dgm:prSet phldrT="[Текст]"/>
      <dgm:spPr/>
      <dgm:t>
        <a:bodyPr/>
        <a:lstStyle/>
        <a:p>
          <a:r>
            <a:rPr lang="ru-RU" dirty="0" smtClean="0"/>
            <a:t>список путей файлов документов</a:t>
          </a:r>
          <a:endParaRPr lang="ru-RU" dirty="0"/>
        </a:p>
      </dgm:t>
    </dgm:pt>
    <dgm:pt modelId="{1D763C43-04A0-4278-8A70-3DA6F43A52BB}" type="parTrans" cxnId="{8C05B348-AB6B-4A4D-B12E-99E5147D7CFA}">
      <dgm:prSet/>
      <dgm:spPr/>
      <dgm:t>
        <a:bodyPr/>
        <a:lstStyle/>
        <a:p>
          <a:endParaRPr lang="ru-RU"/>
        </a:p>
      </dgm:t>
    </dgm:pt>
    <dgm:pt modelId="{7BDD3017-D7BF-4037-B9FB-5C3FDA7E0748}" type="sibTrans" cxnId="{8C05B348-AB6B-4A4D-B12E-99E5147D7CFA}">
      <dgm:prSet/>
      <dgm:spPr/>
      <dgm:t>
        <a:bodyPr/>
        <a:lstStyle/>
        <a:p>
          <a:endParaRPr lang="ru-RU"/>
        </a:p>
      </dgm:t>
    </dgm:pt>
    <dgm:pt modelId="{99708AB0-1646-4132-BB14-3DF8F6758D28}">
      <dgm:prSet phldrT="[Текст]"/>
      <dgm:spPr/>
      <dgm:t>
        <a:bodyPr/>
        <a:lstStyle/>
        <a:p>
          <a:r>
            <a:rPr lang="en-US" dirty="0" smtClean="0"/>
            <a:t>Dispatcher</a:t>
          </a:r>
          <a:endParaRPr lang="ru-RU" dirty="0" smtClean="0"/>
        </a:p>
        <a:p>
          <a:r>
            <a:rPr lang="en-US" dirty="0" smtClean="0"/>
            <a:t>Operations</a:t>
          </a:r>
          <a:endParaRPr lang="ru-RU" dirty="0"/>
        </a:p>
      </dgm:t>
    </dgm:pt>
    <dgm:pt modelId="{4485501E-98DA-4F48-9290-B9B204228490}" type="parTrans" cxnId="{B27E4B46-A786-4B51-96B1-76697E6D3CD2}">
      <dgm:prSet/>
      <dgm:spPr/>
      <dgm:t>
        <a:bodyPr/>
        <a:lstStyle/>
        <a:p>
          <a:endParaRPr lang="ru-RU"/>
        </a:p>
      </dgm:t>
    </dgm:pt>
    <dgm:pt modelId="{7AAE1CE8-C90A-40F0-853F-3DFB5F65AC24}" type="sibTrans" cxnId="{B27E4B46-A786-4B51-96B1-76697E6D3CD2}">
      <dgm:prSet/>
      <dgm:spPr/>
      <dgm:t>
        <a:bodyPr/>
        <a:lstStyle/>
        <a:p>
          <a:endParaRPr lang="ru-RU"/>
        </a:p>
      </dgm:t>
    </dgm:pt>
    <dgm:pt modelId="{A83CD0B5-99BC-4BE5-BEB2-E6030DA5E9B8}">
      <dgm:prSet phldrT="[Текст]"/>
      <dgm:spPr/>
      <dgm:t>
        <a:bodyPr/>
        <a:lstStyle/>
        <a:p>
          <a:r>
            <a:rPr lang="ru-RU" dirty="0" smtClean="0"/>
            <a:t>прочитанные документы</a:t>
          </a:r>
          <a:endParaRPr lang="ru-RU" dirty="0"/>
        </a:p>
      </dgm:t>
    </dgm:pt>
    <dgm:pt modelId="{29D46E2A-0493-4148-8D53-7FEC0981D220}" type="parTrans" cxnId="{A1298707-4F10-4E03-AC2E-5998703D8BD8}">
      <dgm:prSet/>
      <dgm:spPr/>
      <dgm:t>
        <a:bodyPr/>
        <a:lstStyle/>
        <a:p>
          <a:endParaRPr lang="ru-RU"/>
        </a:p>
      </dgm:t>
    </dgm:pt>
    <dgm:pt modelId="{FB98DAD8-2F41-4A1A-8E52-5A17988C12AE}" type="sibTrans" cxnId="{A1298707-4F10-4E03-AC2E-5998703D8BD8}">
      <dgm:prSet/>
      <dgm:spPr/>
      <dgm:t>
        <a:bodyPr/>
        <a:lstStyle/>
        <a:p>
          <a:endParaRPr lang="ru-RU"/>
        </a:p>
      </dgm:t>
    </dgm:pt>
    <dgm:pt modelId="{07803589-D453-48D7-A432-990B1722E9A2}">
      <dgm:prSet phldrT="[Текст]"/>
      <dgm:spPr/>
      <dgm:t>
        <a:bodyPr/>
        <a:lstStyle/>
        <a:p>
          <a:r>
            <a:rPr lang="en-US" dirty="0" smtClean="0"/>
            <a:t>Documents</a:t>
          </a:r>
          <a:endParaRPr lang="ru-RU" dirty="0"/>
        </a:p>
      </dgm:t>
    </dgm:pt>
    <dgm:pt modelId="{1B98C7DA-D7DB-4B41-BDB8-BCE8E4C0192A}" type="parTrans" cxnId="{A1499456-1E04-4E29-AC30-AC7FB907B67E}">
      <dgm:prSet/>
      <dgm:spPr/>
      <dgm:t>
        <a:bodyPr/>
        <a:lstStyle/>
        <a:p>
          <a:endParaRPr lang="ru-RU"/>
        </a:p>
      </dgm:t>
    </dgm:pt>
    <dgm:pt modelId="{AFA444ED-C78D-4F6D-B8AD-5A2F050901A2}" type="sibTrans" cxnId="{A1499456-1E04-4E29-AC30-AC7FB907B67E}">
      <dgm:prSet/>
      <dgm:spPr/>
      <dgm:t>
        <a:bodyPr/>
        <a:lstStyle/>
        <a:p>
          <a:endParaRPr lang="ru-RU"/>
        </a:p>
      </dgm:t>
    </dgm:pt>
    <dgm:pt modelId="{3FC824AE-D02E-444B-8379-0A8FFC590B87}">
      <dgm:prSet phldrT="[Текст]"/>
      <dgm:spPr/>
      <dgm:t>
        <a:bodyPr/>
        <a:lstStyle/>
        <a:p>
          <a:r>
            <a:rPr lang="ru-RU" dirty="0" smtClean="0"/>
            <a:t>ссылка на базу документов</a:t>
          </a:r>
          <a:endParaRPr lang="ru-RU" dirty="0"/>
        </a:p>
      </dgm:t>
    </dgm:pt>
    <dgm:pt modelId="{805612A3-7F88-4DA8-89DC-5DDAF7DDC8FC}" type="parTrans" cxnId="{03EEECD4-7C5B-4892-9400-D26304A37D13}">
      <dgm:prSet/>
      <dgm:spPr/>
      <dgm:t>
        <a:bodyPr/>
        <a:lstStyle/>
        <a:p>
          <a:endParaRPr lang="ru-RU"/>
        </a:p>
      </dgm:t>
    </dgm:pt>
    <dgm:pt modelId="{E84E3F8C-7C62-4F64-AC75-E17EEA82D445}" type="sibTrans" cxnId="{03EEECD4-7C5B-4892-9400-D26304A37D13}">
      <dgm:prSet/>
      <dgm:spPr/>
      <dgm:t>
        <a:bodyPr/>
        <a:lstStyle/>
        <a:p>
          <a:endParaRPr lang="ru-RU"/>
        </a:p>
      </dgm:t>
    </dgm:pt>
    <dgm:pt modelId="{DFB0D441-0B51-4119-A4EA-2C95C6F52CAD}" type="pres">
      <dgm:prSet presAssocID="{F7887599-5144-4F89-A6FD-21AD526F0AC5}" presName="theList" presStyleCnt="0">
        <dgm:presLayoutVars>
          <dgm:dir/>
          <dgm:animLvl val="lvl"/>
          <dgm:resizeHandles val="exact"/>
        </dgm:presLayoutVars>
      </dgm:prSet>
      <dgm:spPr/>
      <dgm:t>
        <a:bodyPr/>
        <a:lstStyle/>
        <a:p>
          <a:endParaRPr lang="ru-RU"/>
        </a:p>
      </dgm:t>
    </dgm:pt>
    <dgm:pt modelId="{43654DF6-E018-4ED3-B633-3B2651E35CF5}" type="pres">
      <dgm:prSet presAssocID="{96B43729-32E7-4966-82B3-07411DB75AAD}" presName="compNode" presStyleCnt="0"/>
      <dgm:spPr/>
    </dgm:pt>
    <dgm:pt modelId="{B0D32EEB-1CC2-427D-8466-60D47ABB5F2C}" type="pres">
      <dgm:prSet presAssocID="{96B43729-32E7-4966-82B3-07411DB75AAD}" presName="noGeometry" presStyleCnt="0"/>
      <dgm:spPr/>
    </dgm:pt>
    <dgm:pt modelId="{B0B6F61C-C060-4C4C-96BF-4EE40B41E6A0}" type="pres">
      <dgm:prSet presAssocID="{96B43729-32E7-4966-82B3-07411DB75AAD}" presName="childTextVisible" presStyleLbl="bgAccFollowNode1" presStyleIdx="0" presStyleCnt="3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493E8DDC-FB4F-479C-B6D3-EC8C78C12EEC}" type="pres">
      <dgm:prSet presAssocID="{96B43729-32E7-4966-82B3-07411DB75AAD}" presName="childTextHidden" presStyleLbl="bgAccFollowNode1" presStyleIdx="0" presStyleCnt="3"/>
      <dgm:spPr/>
      <dgm:t>
        <a:bodyPr/>
        <a:lstStyle/>
        <a:p>
          <a:endParaRPr lang="ru-RU"/>
        </a:p>
      </dgm:t>
    </dgm:pt>
    <dgm:pt modelId="{E644A287-01BC-4CF5-B466-30846E7BBA7F}" type="pres">
      <dgm:prSet presAssocID="{96B43729-32E7-4966-82B3-07411DB75AAD}" presName="parentText" presStyleLbl="node1" presStyleIdx="0" presStyleCnt="3">
        <dgm:presLayoutVars>
          <dgm:chMax val="1"/>
          <dgm:bulletEnabled val="1"/>
        </dgm:presLayoutVars>
      </dgm:prSet>
      <dgm:spPr>
        <a:prstGeom prst="roundRect">
          <a:avLst/>
        </a:prstGeom>
      </dgm:spPr>
      <dgm:t>
        <a:bodyPr/>
        <a:lstStyle/>
        <a:p>
          <a:endParaRPr lang="ru-RU"/>
        </a:p>
      </dgm:t>
    </dgm:pt>
    <dgm:pt modelId="{140D4898-DA02-4229-B01B-5DC1E2019E64}" type="pres">
      <dgm:prSet presAssocID="{96B43729-32E7-4966-82B3-07411DB75AAD}" presName="aSpace" presStyleCnt="0"/>
      <dgm:spPr/>
    </dgm:pt>
    <dgm:pt modelId="{B1E9E25E-78B8-46E7-9CB6-E90F48349CF9}" type="pres">
      <dgm:prSet presAssocID="{99708AB0-1646-4132-BB14-3DF8F6758D28}" presName="compNode" presStyleCnt="0"/>
      <dgm:spPr/>
    </dgm:pt>
    <dgm:pt modelId="{754077AE-D366-45EF-AECB-3479D724F6D6}" type="pres">
      <dgm:prSet presAssocID="{99708AB0-1646-4132-BB14-3DF8F6758D28}" presName="noGeometry" presStyleCnt="0"/>
      <dgm:spPr/>
    </dgm:pt>
    <dgm:pt modelId="{1FA1B9C7-0E34-4A44-A18B-216DF888F0C5}" type="pres">
      <dgm:prSet presAssocID="{99708AB0-1646-4132-BB14-3DF8F6758D28}" presName="childTextVisible" presStyleLbl="bgAccFollowNode1" presStyleIdx="1" presStyleCnt="3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F125536A-C7C4-4ECE-8B6D-D4E95D24701B}" type="pres">
      <dgm:prSet presAssocID="{99708AB0-1646-4132-BB14-3DF8F6758D28}" presName="childTextHidden" presStyleLbl="bgAccFollowNode1" presStyleIdx="1" presStyleCnt="3"/>
      <dgm:spPr/>
      <dgm:t>
        <a:bodyPr/>
        <a:lstStyle/>
        <a:p>
          <a:endParaRPr lang="ru-RU"/>
        </a:p>
      </dgm:t>
    </dgm:pt>
    <dgm:pt modelId="{0A88A3E8-7701-48D6-969C-59DBA88CA534}" type="pres">
      <dgm:prSet presAssocID="{99708AB0-1646-4132-BB14-3DF8F6758D28}" presName="parentText" presStyleLbl="node1" presStyleIdx="1" presStyleCnt="3">
        <dgm:presLayoutVars>
          <dgm:chMax val="1"/>
          <dgm:bulletEnabled val="1"/>
        </dgm:presLayoutVars>
      </dgm:prSet>
      <dgm:spPr>
        <a:prstGeom prst="roundRect">
          <a:avLst/>
        </a:prstGeom>
      </dgm:spPr>
      <dgm:t>
        <a:bodyPr/>
        <a:lstStyle/>
        <a:p>
          <a:endParaRPr lang="ru-RU"/>
        </a:p>
      </dgm:t>
    </dgm:pt>
    <dgm:pt modelId="{F3108C58-D776-4099-BE02-CF4208FB9CC3}" type="pres">
      <dgm:prSet presAssocID="{99708AB0-1646-4132-BB14-3DF8F6758D28}" presName="aSpace" presStyleCnt="0"/>
      <dgm:spPr/>
    </dgm:pt>
    <dgm:pt modelId="{BB45E4EC-1CC9-4F9E-8F7F-23BB47DA9CD4}" type="pres">
      <dgm:prSet presAssocID="{07803589-D453-48D7-A432-990B1722E9A2}" presName="compNode" presStyleCnt="0"/>
      <dgm:spPr/>
    </dgm:pt>
    <dgm:pt modelId="{60C838F3-784D-48D5-9890-0D8567F2A8E9}" type="pres">
      <dgm:prSet presAssocID="{07803589-D453-48D7-A432-990B1722E9A2}" presName="noGeometry" presStyleCnt="0"/>
      <dgm:spPr/>
    </dgm:pt>
    <dgm:pt modelId="{DD91B7DA-3D09-40A2-870E-D63ED550DC00}" type="pres">
      <dgm:prSet presAssocID="{07803589-D453-48D7-A432-990B1722E9A2}" presName="childTextVisible" presStyleLbl="bgAccFollowNode1" presStyleIdx="2" presStyleCnt="3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F8ED965C-CC1D-4016-9EDD-9E5620D13E48}" type="pres">
      <dgm:prSet presAssocID="{07803589-D453-48D7-A432-990B1722E9A2}" presName="childTextHidden" presStyleLbl="bgAccFollowNode1" presStyleIdx="2" presStyleCnt="3"/>
      <dgm:spPr/>
      <dgm:t>
        <a:bodyPr/>
        <a:lstStyle/>
        <a:p>
          <a:endParaRPr lang="ru-RU"/>
        </a:p>
      </dgm:t>
    </dgm:pt>
    <dgm:pt modelId="{18B87B03-25AC-4DAC-8711-93139D44A946}" type="pres">
      <dgm:prSet presAssocID="{07803589-D453-48D7-A432-990B1722E9A2}" presName="parentText" presStyleLbl="node1" presStyleIdx="2" presStyleCnt="3">
        <dgm:presLayoutVars>
          <dgm:chMax val="1"/>
          <dgm:bulletEnabled val="1"/>
        </dgm:presLayoutVars>
      </dgm:prSet>
      <dgm:spPr>
        <a:prstGeom prst="roundRect">
          <a:avLst/>
        </a:prstGeom>
      </dgm:spPr>
      <dgm:t>
        <a:bodyPr/>
        <a:lstStyle/>
        <a:p>
          <a:endParaRPr lang="ru-RU"/>
        </a:p>
      </dgm:t>
    </dgm:pt>
  </dgm:ptLst>
  <dgm:cxnLst>
    <dgm:cxn modelId="{BC94F650-8354-4134-88AD-D0D7CC39700C}" type="presOf" srcId="{99708AB0-1646-4132-BB14-3DF8F6758D28}" destId="{0A88A3E8-7701-48D6-969C-59DBA88CA534}" srcOrd="0" destOrd="0" presId="urn:microsoft.com/office/officeart/2005/8/layout/hProcess6"/>
    <dgm:cxn modelId="{6A6DE0BF-644C-4902-ACB7-816578CBB663}" type="presOf" srcId="{3FC824AE-D02E-444B-8379-0A8FFC590B87}" destId="{DD91B7DA-3D09-40A2-870E-D63ED550DC00}" srcOrd="0" destOrd="0" presId="urn:microsoft.com/office/officeart/2005/8/layout/hProcess6"/>
    <dgm:cxn modelId="{4F36F87D-1865-4C4F-9A1B-94447F6D7D58}" type="presOf" srcId="{F7887599-5144-4F89-A6FD-21AD526F0AC5}" destId="{DFB0D441-0B51-4119-A4EA-2C95C6F52CAD}" srcOrd="0" destOrd="0" presId="urn:microsoft.com/office/officeart/2005/8/layout/hProcess6"/>
    <dgm:cxn modelId="{2E4BC598-88FA-4399-81E1-0AC293A32523}" type="presOf" srcId="{8DB3673A-1FB4-4230-9129-2F630C046F7A}" destId="{B0B6F61C-C060-4C4C-96BF-4EE40B41E6A0}" srcOrd="0" destOrd="0" presId="urn:microsoft.com/office/officeart/2005/8/layout/hProcess6"/>
    <dgm:cxn modelId="{A1298707-4F10-4E03-AC2E-5998703D8BD8}" srcId="{99708AB0-1646-4132-BB14-3DF8F6758D28}" destId="{A83CD0B5-99BC-4BE5-BEB2-E6030DA5E9B8}" srcOrd="0" destOrd="0" parTransId="{29D46E2A-0493-4148-8D53-7FEC0981D220}" sibTransId="{FB98DAD8-2F41-4A1A-8E52-5A17988C12AE}"/>
    <dgm:cxn modelId="{03EEECD4-7C5B-4892-9400-D26304A37D13}" srcId="{07803589-D453-48D7-A432-990B1722E9A2}" destId="{3FC824AE-D02E-444B-8379-0A8FFC590B87}" srcOrd="0" destOrd="0" parTransId="{805612A3-7F88-4DA8-89DC-5DDAF7DDC8FC}" sibTransId="{E84E3F8C-7C62-4F64-AC75-E17EEA82D445}"/>
    <dgm:cxn modelId="{C822799F-3EEA-4D6E-A411-BD24AA026E99}" type="presOf" srcId="{A83CD0B5-99BC-4BE5-BEB2-E6030DA5E9B8}" destId="{1FA1B9C7-0E34-4A44-A18B-216DF888F0C5}" srcOrd="0" destOrd="0" presId="urn:microsoft.com/office/officeart/2005/8/layout/hProcess6"/>
    <dgm:cxn modelId="{3C7A481E-66EC-44A3-961F-C73B6A16179B}" type="presOf" srcId="{3FC824AE-D02E-444B-8379-0A8FFC590B87}" destId="{F8ED965C-CC1D-4016-9EDD-9E5620D13E48}" srcOrd="1" destOrd="0" presId="urn:microsoft.com/office/officeart/2005/8/layout/hProcess6"/>
    <dgm:cxn modelId="{6FCA5073-1B97-4837-9662-FE4C4FA0991E}" type="presOf" srcId="{8DB3673A-1FB4-4230-9129-2F630C046F7A}" destId="{493E8DDC-FB4F-479C-B6D3-EC8C78C12EEC}" srcOrd="1" destOrd="0" presId="urn:microsoft.com/office/officeart/2005/8/layout/hProcess6"/>
    <dgm:cxn modelId="{A1499456-1E04-4E29-AC30-AC7FB907B67E}" srcId="{F7887599-5144-4F89-A6FD-21AD526F0AC5}" destId="{07803589-D453-48D7-A432-990B1722E9A2}" srcOrd="2" destOrd="0" parTransId="{1B98C7DA-D7DB-4B41-BDB8-BCE8E4C0192A}" sibTransId="{AFA444ED-C78D-4F6D-B8AD-5A2F050901A2}"/>
    <dgm:cxn modelId="{8B4763C8-040C-4F8A-B653-9DD38A438B15}" type="presOf" srcId="{A83CD0B5-99BC-4BE5-BEB2-E6030DA5E9B8}" destId="{F125536A-C7C4-4ECE-8B6D-D4E95D24701B}" srcOrd="1" destOrd="0" presId="urn:microsoft.com/office/officeart/2005/8/layout/hProcess6"/>
    <dgm:cxn modelId="{A329232F-7D04-44EE-8F7D-9B5247C5C7AB}" type="presOf" srcId="{07803589-D453-48D7-A432-990B1722E9A2}" destId="{18B87B03-25AC-4DAC-8711-93139D44A946}" srcOrd="0" destOrd="0" presId="urn:microsoft.com/office/officeart/2005/8/layout/hProcess6"/>
    <dgm:cxn modelId="{ED6CB4A8-9F2A-4C3B-BD9A-507769D1E18D}" type="presOf" srcId="{96B43729-32E7-4966-82B3-07411DB75AAD}" destId="{E644A287-01BC-4CF5-B466-30846E7BBA7F}" srcOrd="0" destOrd="0" presId="urn:microsoft.com/office/officeart/2005/8/layout/hProcess6"/>
    <dgm:cxn modelId="{BAEBFEDC-88C7-4E2B-8374-8D82281EA5DD}" srcId="{F7887599-5144-4F89-A6FD-21AD526F0AC5}" destId="{96B43729-32E7-4966-82B3-07411DB75AAD}" srcOrd="0" destOrd="0" parTransId="{C06EE498-6C3C-4E22-8987-E7AA46028558}" sibTransId="{078144A0-6773-4DF4-A6D5-2E4B64907C23}"/>
    <dgm:cxn modelId="{B27E4B46-A786-4B51-96B1-76697E6D3CD2}" srcId="{F7887599-5144-4F89-A6FD-21AD526F0AC5}" destId="{99708AB0-1646-4132-BB14-3DF8F6758D28}" srcOrd="1" destOrd="0" parTransId="{4485501E-98DA-4F48-9290-B9B204228490}" sibTransId="{7AAE1CE8-C90A-40F0-853F-3DFB5F65AC24}"/>
    <dgm:cxn modelId="{8C05B348-AB6B-4A4D-B12E-99E5147D7CFA}" srcId="{96B43729-32E7-4966-82B3-07411DB75AAD}" destId="{8DB3673A-1FB4-4230-9129-2F630C046F7A}" srcOrd="0" destOrd="0" parTransId="{1D763C43-04A0-4278-8A70-3DA6F43A52BB}" sibTransId="{7BDD3017-D7BF-4037-B9FB-5C3FDA7E0748}"/>
    <dgm:cxn modelId="{E63D62F2-836E-4338-9034-FECD12C6EFF8}" type="presParOf" srcId="{DFB0D441-0B51-4119-A4EA-2C95C6F52CAD}" destId="{43654DF6-E018-4ED3-B633-3B2651E35CF5}" srcOrd="0" destOrd="0" presId="urn:microsoft.com/office/officeart/2005/8/layout/hProcess6"/>
    <dgm:cxn modelId="{A3F9BAA1-AA74-4FDA-B0B6-648D4DC79B27}" type="presParOf" srcId="{43654DF6-E018-4ED3-B633-3B2651E35CF5}" destId="{B0D32EEB-1CC2-427D-8466-60D47ABB5F2C}" srcOrd="0" destOrd="0" presId="urn:microsoft.com/office/officeart/2005/8/layout/hProcess6"/>
    <dgm:cxn modelId="{689B1339-2600-496F-B624-6A198A99CFCF}" type="presParOf" srcId="{43654DF6-E018-4ED3-B633-3B2651E35CF5}" destId="{B0B6F61C-C060-4C4C-96BF-4EE40B41E6A0}" srcOrd="1" destOrd="0" presId="urn:microsoft.com/office/officeart/2005/8/layout/hProcess6"/>
    <dgm:cxn modelId="{D1C6DF33-3602-48A2-908C-4B39332D3919}" type="presParOf" srcId="{43654DF6-E018-4ED3-B633-3B2651E35CF5}" destId="{493E8DDC-FB4F-479C-B6D3-EC8C78C12EEC}" srcOrd="2" destOrd="0" presId="urn:microsoft.com/office/officeart/2005/8/layout/hProcess6"/>
    <dgm:cxn modelId="{2195B806-36EE-441B-949A-C0FEC1953A0F}" type="presParOf" srcId="{43654DF6-E018-4ED3-B633-3B2651E35CF5}" destId="{E644A287-01BC-4CF5-B466-30846E7BBA7F}" srcOrd="3" destOrd="0" presId="urn:microsoft.com/office/officeart/2005/8/layout/hProcess6"/>
    <dgm:cxn modelId="{F867584E-0FE8-4F4E-8D5D-B102A9BF28FE}" type="presParOf" srcId="{DFB0D441-0B51-4119-A4EA-2C95C6F52CAD}" destId="{140D4898-DA02-4229-B01B-5DC1E2019E64}" srcOrd="1" destOrd="0" presId="urn:microsoft.com/office/officeart/2005/8/layout/hProcess6"/>
    <dgm:cxn modelId="{9F9405A3-209B-4B07-8401-EAC13ADB5450}" type="presParOf" srcId="{DFB0D441-0B51-4119-A4EA-2C95C6F52CAD}" destId="{B1E9E25E-78B8-46E7-9CB6-E90F48349CF9}" srcOrd="2" destOrd="0" presId="urn:microsoft.com/office/officeart/2005/8/layout/hProcess6"/>
    <dgm:cxn modelId="{5130991B-B04D-4A4F-BA75-EAE5E71B0D04}" type="presParOf" srcId="{B1E9E25E-78B8-46E7-9CB6-E90F48349CF9}" destId="{754077AE-D366-45EF-AECB-3479D724F6D6}" srcOrd="0" destOrd="0" presId="urn:microsoft.com/office/officeart/2005/8/layout/hProcess6"/>
    <dgm:cxn modelId="{F3052209-7153-4C22-BC10-3F5F60AA5748}" type="presParOf" srcId="{B1E9E25E-78B8-46E7-9CB6-E90F48349CF9}" destId="{1FA1B9C7-0E34-4A44-A18B-216DF888F0C5}" srcOrd="1" destOrd="0" presId="urn:microsoft.com/office/officeart/2005/8/layout/hProcess6"/>
    <dgm:cxn modelId="{C5859F65-C882-4B5A-8471-F2CF28EB98AF}" type="presParOf" srcId="{B1E9E25E-78B8-46E7-9CB6-E90F48349CF9}" destId="{F125536A-C7C4-4ECE-8B6D-D4E95D24701B}" srcOrd="2" destOrd="0" presId="urn:microsoft.com/office/officeart/2005/8/layout/hProcess6"/>
    <dgm:cxn modelId="{15ED5ED2-0581-495C-A0BC-FD659FC9B2D7}" type="presParOf" srcId="{B1E9E25E-78B8-46E7-9CB6-E90F48349CF9}" destId="{0A88A3E8-7701-48D6-969C-59DBA88CA534}" srcOrd="3" destOrd="0" presId="urn:microsoft.com/office/officeart/2005/8/layout/hProcess6"/>
    <dgm:cxn modelId="{8B2535E4-7E3D-4D63-87DE-FDB3C9868F63}" type="presParOf" srcId="{DFB0D441-0B51-4119-A4EA-2C95C6F52CAD}" destId="{F3108C58-D776-4099-BE02-CF4208FB9CC3}" srcOrd="3" destOrd="0" presId="urn:microsoft.com/office/officeart/2005/8/layout/hProcess6"/>
    <dgm:cxn modelId="{1624B4ED-4E79-40FA-B1D5-FCB0B07460F4}" type="presParOf" srcId="{DFB0D441-0B51-4119-A4EA-2C95C6F52CAD}" destId="{BB45E4EC-1CC9-4F9E-8F7F-23BB47DA9CD4}" srcOrd="4" destOrd="0" presId="urn:microsoft.com/office/officeart/2005/8/layout/hProcess6"/>
    <dgm:cxn modelId="{A4AB3926-CF24-4B7A-BF4C-4DF88A61F668}" type="presParOf" srcId="{BB45E4EC-1CC9-4F9E-8F7F-23BB47DA9CD4}" destId="{60C838F3-784D-48D5-9890-0D8567F2A8E9}" srcOrd="0" destOrd="0" presId="urn:microsoft.com/office/officeart/2005/8/layout/hProcess6"/>
    <dgm:cxn modelId="{1C03EBBF-610F-492D-8A3A-54274696C879}" type="presParOf" srcId="{BB45E4EC-1CC9-4F9E-8F7F-23BB47DA9CD4}" destId="{DD91B7DA-3D09-40A2-870E-D63ED550DC00}" srcOrd="1" destOrd="0" presId="urn:microsoft.com/office/officeart/2005/8/layout/hProcess6"/>
    <dgm:cxn modelId="{966A1B07-B941-42CD-AE44-170D0958501D}" type="presParOf" srcId="{BB45E4EC-1CC9-4F9E-8F7F-23BB47DA9CD4}" destId="{F8ED965C-CC1D-4016-9EDD-9E5620D13E48}" srcOrd="2" destOrd="0" presId="urn:microsoft.com/office/officeart/2005/8/layout/hProcess6"/>
    <dgm:cxn modelId="{B8218F11-785F-4AF2-93D4-DFEE85EB00E1}" type="presParOf" srcId="{BB45E4EC-1CC9-4F9E-8F7F-23BB47DA9CD4}" destId="{18B87B03-25AC-4DAC-8711-93139D44A946}" srcOrd="3" destOrd="0" presId="urn:microsoft.com/office/officeart/2005/8/layout/hProcess6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F7887599-5144-4F89-A6FD-21AD526F0AC5}" type="doc">
      <dgm:prSet loTypeId="urn:microsoft.com/office/officeart/2005/8/layout/hProcess6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96B43729-32E7-4966-82B3-07411DB75AAD}">
      <dgm:prSet phldrT="[Текст]"/>
      <dgm:spPr/>
      <dgm:t>
        <a:bodyPr/>
        <a:lstStyle/>
        <a:p>
          <a:r>
            <a:rPr lang="en-US" dirty="0" smtClean="0"/>
            <a:t>Converter</a:t>
          </a:r>
          <a:endParaRPr lang="ru-RU" dirty="0" smtClean="0"/>
        </a:p>
        <a:p>
          <a:r>
            <a:rPr lang="en-US" dirty="0" smtClean="0"/>
            <a:t>JSON</a:t>
          </a:r>
          <a:endParaRPr lang="ru-RU" dirty="0"/>
        </a:p>
      </dgm:t>
    </dgm:pt>
    <dgm:pt modelId="{C06EE498-6C3C-4E22-8987-E7AA46028558}" type="parTrans" cxnId="{BAEBFEDC-88C7-4E2B-8374-8D82281EA5DD}">
      <dgm:prSet/>
      <dgm:spPr/>
      <dgm:t>
        <a:bodyPr/>
        <a:lstStyle/>
        <a:p>
          <a:endParaRPr lang="ru-RU"/>
        </a:p>
      </dgm:t>
    </dgm:pt>
    <dgm:pt modelId="{078144A0-6773-4DF4-A6D5-2E4B64907C23}" type="sibTrans" cxnId="{BAEBFEDC-88C7-4E2B-8374-8D82281EA5DD}">
      <dgm:prSet/>
      <dgm:spPr/>
      <dgm:t>
        <a:bodyPr/>
        <a:lstStyle/>
        <a:p>
          <a:endParaRPr lang="ru-RU"/>
        </a:p>
      </dgm:t>
    </dgm:pt>
    <dgm:pt modelId="{8DB3673A-1FB4-4230-9129-2F630C046F7A}">
      <dgm:prSet phldrT="[Текст]"/>
      <dgm:spPr/>
      <dgm:t>
        <a:bodyPr/>
        <a:lstStyle/>
        <a:p>
          <a:r>
            <a:rPr lang="ru-RU" dirty="0" smtClean="0"/>
            <a:t>запросы</a:t>
          </a:r>
          <a:endParaRPr lang="ru-RU" dirty="0"/>
        </a:p>
      </dgm:t>
    </dgm:pt>
    <dgm:pt modelId="{1D763C43-04A0-4278-8A70-3DA6F43A52BB}" type="parTrans" cxnId="{8C05B348-AB6B-4A4D-B12E-99E5147D7CFA}">
      <dgm:prSet/>
      <dgm:spPr/>
      <dgm:t>
        <a:bodyPr/>
        <a:lstStyle/>
        <a:p>
          <a:endParaRPr lang="ru-RU"/>
        </a:p>
      </dgm:t>
    </dgm:pt>
    <dgm:pt modelId="{7BDD3017-D7BF-4037-B9FB-5C3FDA7E0748}" type="sibTrans" cxnId="{8C05B348-AB6B-4A4D-B12E-99E5147D7CFA}">
      <dgm:prSet/>
      <dgm:spPr/>
      <dgm:t>
        <a:bodyPr/>
        <a:lstStyle/>
        <a:p>
          <a:endParaRPr lang="ru-RU"/>
        </a:p>
      </dgm:t>
    </dgm:pt>
    <dgm:pt modelId="{99708AB0-1646-4132-BB14-3DF8F6758D28}">
      <dgm:prSet phldrT="[Текст]"/>
      <dgm:spPr/>
      <dgm:t>
        <a:bodyPr/>
        <a:lstStyle/>
        <a:p>
          <a:r>
            <a:rPr lang="en-US" dirty="0" smtClean="0"/>
            <a:t>Requests</a:t>
          </a:r>
          <a:endParaRPr lang="ru-RU" dirty="0"/>
        </a:p>
      </dgm:t>
    </dgm:pt>
    <dgm:pt modelId="{4485501E-98DA-4F48-9290-B9B204228490}" type="parTrans" cxnId="{B27E4B46-A786-4B51-96B1-76697E6D3CD2}">
      <dgm:prSet/>
      <dgm:spPr/>
      <dgm:t>
        <a:bodyPr/>
        <a:lstStyle/>
        <a:p>
          <a:endParaRPr lang="ru-RU"/>
        </a:p>
      </dgm:t>
    </dgm:pt>
    <dgm:pt modelId="{7AAE1CE8-C90A-40F0-853F-3DFB5F65AC24}" type="sibTrans" cxnId="{B27E4B46-A786-4B51-96B1-76697E6D3CD2}">
      <dgm:prSet/>
      <dgm:spPr/>
      <dgm:t>
        <a:bodyPr/>
        <a:lstStyle/>
        <a:p>
          <a:endParaRPr lang="ru-RU"/>
        </a:p>
      </dgm:t>
    </dgm:pt>
    <dgm:pt modelId="{A83CD0B5-99BC-4BE5-BEB2-E6030DA5E9B8}">
      <dgm:prSet phldrT="[Текст]"/>
      <dgm:spPr/>
      <dgm:t>
        <a:bodyPr/>
        <a:lstStyle/>
        <a:p>
          <a:r>
            <a:rPr lang="ru-RU" dirty="0" smtClean="0"/>
            <a:t>ссылка на базу запросов</a:t>
          </a:r>
          <a:endParaRPr lang="ru-RU" dirty="0"/>
        </a:p>
      </dgm:t>
    </dgm:pt>
    <dgm:pt modelId="{29D46E2A-0493-4148-8D53-7FEC0981D220}" type="parTrans" cxnId="{A1298707-4F10-4E03-AC2E-5998703D8BD8}">
      <dgm:prSet/>
      <dgm:spPr/>
      <dgm:t>
        <a:bodyPr/>
        <a:lstStyle/>
        <a:p>
          <a:endParaRPr lang="ru-RU"/>
        </a:p>
      </dgm:t>
    </dgm:pt>
    <dgm:pt modelId="{FB98DAD8-2F41-4A1A-8E52-5A17988C12AE}" type="sibTrans" cxnId="{A1298707-4F10-4E03-AC2E-5998703D8BD8}">
      <dgm:prSet/>
      <dgm:spPr/>
      <dgm:t>
        <a:bodyPr/>
        <a:lstStyle/>
        <a:p>
          <a:endParaRPr lang="ru-RU"/>
        </a:p>
      </dgm:t>
    </dgm:pt>
    <dgm:pt modelId="{DFB0D441-0B51-4119-A4EA-2C95C6F52CAD}" type="pres">
      <dgm:prSet presAssocID="{F7887599-5144-4F89-A6FD-21AD526F0AC5}" presName="theList" presStyleCnt="0">
        <dgm:presLayoutVars>
          <dgm:dir/>
          <dgm:animLvl val="lvl"/>
          <dgm:resizeHandles val="exact"/>
        </dgm:presLayoutVars>
      </dgm:prSet>
      <dgm:spPr/>
      <dgm:t>
        <a:bodyPr/>
        <a:lstStyle/>
        <a:p>
          <a:endParaRPr lang="ru-RU"/>
        </a:p>
      </dgm:t>
    </dgm:pt>
    <dgm:pt modelId="{43654DF6-E018-4ED3-B633-3B2651E35CF5}" type="pres">
      <dgm:prSet presAssocID="{96B43729-32E7-4966-82B3-07411DB75AAD}" presName="compNode" presStyleCnt="0"/>
      <dgm:spPr/>
    </dgm:pt>
    <dgm:pt modelId="{B0D32EEB-1CC2-427D-8466-60D47ABB5F2C}" type="pres">
      <dgm:prSet presAssocID="{96B43729-32E7-4966-82B3-07411DB75AAD}" presName="noGeometry" presStyleCnt="0"/>
      <dgm:spPr/>
    </dgm:pt>
    <dgm:pt modelId="{B0B6F61C-C060-4C4C-96BF-4EE40B41E6A0}" type="pres">
      <dgm:prSet presAssocID="{96B43729-32E7-4966-82B3-07411DB75AAD}" presName="childTextVisible" presStyleLbl="bgAccFollowNode1" presStyleIdx="0" presStyleCnt="2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493E8DDC-FB4F-479C-B6D3-EC8C78C12EEC}" type="pres">
      <dgm:prSet presAssocID="{96B43729-32E7-4966-82B3-07411DB75AAD}" presName="childTextHidden" presStyleLbl="bgAccFollowNode1" presStyleIdx="0" presStyleCnt="2"/>
      <dgm:spPr/>
      <dgm:t>
        <a:bodyPr/>
        <a:lstStyle/>
        <a:p>
          <a:endParaRPr lang="ru-RU"/>
        </a:p>
      </dgm:t>
    </dgm:pt>
    <dgm:pt modelId="{E644A287-01BC-4CF5-B466-30846E7BBA7F}" type="pres">
      <dgm:prSet presAssocID="{96B43729-32E7-4966-82B3-07411DB75AAD}" presName="parentText" presStyleLbl="node1" presStyleIdx="0" presStyleCnt="2">
        <dgm:presLayoutVars>
          <dgm:chMax val="1"/>
          <dgm:bulletEnabled val="1"/>
        </dgm:presLayoutVars>
      </dgm:prSet>
      <dgm:spPr>
        <a:prstGeom prst="roundRect">
          <a:avLst/>
        </a:prstGeom>
      </dgm:spPr>
      <dgm:t>
        <a:bodyPr/>
        <a:lstStyle/>
        <a:p>
          <a:endParaRPr lang="ru-RU"/>
        </a:p>
      </dgm:t>
    </dgm:pt>
    <dgm:pt modelId="{140D4898-DA02-4229-B01B-5DC1E2019E64}" type="pres">
      <dgm:prSet presAssocID="{96B43729-32E7-4966-82B3-07411DB75AAD}" presName="aSpace" presStyleCnt="0"/>
      <dgm:spPr/>
    </dgm:pt>
    <dgm:pt modelId="{B1E9E25E-78B8-46E7-9CB6-E90F48349CF9}" type="pres">
      <dgm:prSet presAssocID="{99708AB0-1646-4132-BB14-3DF8F6758D28}" presName="compNode" presStyleCnt="0"/>
      <dgm:spPr/>
    </dgm:pt>
    <dgm:pt modelId="{754077AE-D366-45EF-AECB-3479D724F6D6}" type="pres">
      <dgm:prSet presAssocID="{99708AB0-1646-4132-BB14-3DF8F6758D28}" presName="noGeometry" presStyleCnt="0"/>
      <dgm:spPr/>
    </dgm:pt>
    <dgm:pt modelId="{1FA1B9C7-0E34-4A44-A18B-216DF888F0C5}" type="pres">
      <dgm:prSet presAssocID="{99708AB0-1646-4132-BB14-3DF8F6758D28}" presName="childTextVisible" presStyleLbl="bgAccFollowNode1" presStyleIdx="1" presStyleCnt="2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F125536A-C7C4-4ECE-8B6D-D4E95D24701B}" type="pres">
      <dgm:prSet presAssocID="{99708AB0-1646-4132-BB14-3DF8F6758D28}" presName="childTextHidden" presStyleLbl="bgAccFollowNode1" presStyleIdx="1" presStyleCnt="2"/>
      <dgm:spPr/>
      <dgm:t>
        <a:bodyPr/>
        <a:lstStyle/>
        <a:p>
          <a:endParaRPr lang="ru-RU"/>
        </a:p>
      </dgm:t>
    </dgm:pt>
    <dgm:pt modelId="{0A88A3E8-7701-48D6-969C-59DBA88CA534}" type="pres">
      <dgm:prSet presAssocID="{99708AB0-1646-4132-BB14-3DF8F6758D28}" presName="parentText" presStyleLbl="node1" presStyleIdx="1" presStyleCnt="2">
        <dgm:presLayoutVars>
          <dgm:chMax val="1"/>
          <dgm:bulletEnabled val="1"/>
        </dgm:presLayoutVars>
      </dgm:prSet>
      <dgm:spPr>
        <a:prstGeom prst="roundRect">
          <a:avLst/>
        </a:prstGeom>
      </dgm:spPr>
      <dgm:t>
        <a:bodyPr/>
        <a:lstStyle/>
        <a:p>
          <a:endParaRPr lang="ru-RU"/>
        </a:p>
      </dgm:t>
    </dgm:pt>
  </dgm:ptLst>
  <dgm:cxnLst>
    <dgm:cxn modelId="{7C7D474C-D18B-4BB1-A050-EE77F57CB1EB}" type="presOf" srcId="{A83CD0B5-99BC-4BE5-BEB2-E6030DA5E9B8}" destId="{1FA1B9C7-0E34-4A44-A18B-216DF888F0C5}" srcOrd="0" destOrd="0" presId="urn:microsoft.com/office/officeart/2005/8/layout/hProcess6"/>
    <dgm:cxn modelId="{B0FEFEE0-CE18-43CB-90DE-6AF3FF218F61}" type="presOf" srcId="{8DB3673A-1FB4-4230-9129-2F630C046F7A}" destId="{B0B6F61C-C060-4C4C-96BF-4EE40B41E6A0}" srcOrd="0" destOrd="0" presId="urn:microsoft.com/office/officeart/2005/8/layout/hProcess6"/>
    <dgm:cxn modelId="{BAEBFEDC-88C7-4E2B-8374-8D82281EA5DD}" srcId="{F7887599-5144-4F89-A6FD-21AD526F0AC5}" destId="{96B43729-32E7-4966-82B3-07411DB75AAD}" srcOrd="0" destOrd="0" parTransId="{C06EE498-6C3C-4E22-8987-E7AA46028558}" sibTransId="{078144A0-6773-4DF4-A6D5-2E4B64907C23}"/>
    <dgm:cxn modelId="{5D7FE7FF-912C-4EA7-8823-E62C0400EF55}" type="presOf" srcId="{96B43729-32E7-4966-82B3-07411DB75AAD}" destId="{E644A287-01BC-4CF5-B466-30846E7BBA7F}" srcOrd="0" destOrd="0" presId="urn:microsoft.com/office/officeart/2005/8/layout/hProcess6"/>
    <dgm:cxn modelId="{A1298707-4F10-4E03-AC2E-5998703D8BD8}" srcId="{99708AB0-1646-4132-BB14-3DF8F6758D28}" destId="{A83CD0B5-99BC-4BE5-BEB2-E6030DA5E9B8}" srcOrd="0" destOrd="0" parTransId="{29D46E2A-0493-4148-8D53-7FEC0981D220}" sibTransId="{FB98DAD8-2F41-4A1A-8E52-5A17988C12AE}"/>
    <dgm:cxn modelId="{B27E4B46-A786-4B51-96B1-76697E6D3CD2}" srcId="{F7887599-5144-4F89-A6FD-21AD526F0AC5}" destId="{99708AB0-1646-4132-BB14-3DF8F6758D28}" srcOrd="1" destOrd="0" parTransId="{4485501E-98DA-4F48-9290-B9B204228490}" sibTransId="{7AAE1CE8-C90A-40F0-853F-3DFB5F65AC24}"/>
    <dgm:cxn modelId="{8C05B348-AB6B-4A4D-B12E-99E5147D7CFA}" srcId="{96B43729-32E7-4966-82B3-07411DB75AAD}" destId="{8DB3673A-1FB4-4230-9129-2F630C046F7A}" srcOrd="0" destOrd="0" parTransId="{1D763C43-04A0-4278-8A70-3DA6F43A52BB}" sibTransId="{7BDD3017-D7BF-4037-B9FB-5C3FDA7E0748}"/>
    <dgm:cxn modelId="{EDEA4B48-393D-48C5-A059-1A1B93B15D02}" type="presOf" srcId="{8DB3673A-1FB4-4230-9129-2F630C046F7A}" destId="{493E8DDC-FB4F-479C-B6D3-EC8C78C12EEC}" srcOrd="1" destOrd="0" presId="urn:microsoft.com/office/officeart/2005/8/layout/hProcess6"/>
    <dgm:cxn modelId="{DD90C7FB-FC40-41E4-9695-581861395268}" type="presOf" srcId="{F7887599-5144-4F89-A6FD-21AD526F0AC5}" destId="{DFB0D441-0B51-4119-A4EA-2C95C6F52CAD}" srcOrd="0" destOrd="0" presId="urn:microsoft.com/office/officeart/2005/8/layout/hProcess6"/>
    <dgm:cxn modelId="{7F955B28-06AF-4351-AEC9-C6746107636A}" type="presOf" srcId="{A83CD0B5-99BC-4BE5-BEB2-E6030DA5E9B8}" destId="{F125536A-C7C4-4ECE-8B6D-D4E95D24701B}" srcOrd="1" destOrd="0" presId="urn:microsoft.com/office/officeart/2005/8/layout/hProcess6"/>
    <dgm:cxn modelId="{B488B6E2-20BB-4471-A601-19B861239C8F}" type="presOf" srcId="{99708AB0-1646-4132-BB14-3DF8F6758D28}" destId="{0A88A3E8-7701-48D6-969C-59DBA88CA534}" srcOrd="0" destOrd="0" presId="urn:microsoft.com/office/officeart/2005/8/layout/hProcess6"/>
    <dgm:cxn modelId="{D34049BE-68DA-4B20-9FF3-AAD95CF3FA18}" type="presParOf" srcId="{DFB0D441-0B51-4119-A4EA-2C95C6F52CAD}" destId="{43654DF6-E018-4ED3-B633-3B2651E35CF5}" srcOrd="0" destOrd="0" presId="urn:microsoft.com/office/officeart/2005/8/layout/hProcess6"/>
    <dgm:cxn modelId="{CAE12547-78EF-49AF-B301-E263AFFD17C3}" type="presParOf" srcId="{43654DF6-E018-4ED3-B633-3B2651E35CF5}" destId="{B0D32EEB-1CC2-427D-8466-60D47ABB5F2C}" srcOrd="0" destOrd="0" presId="urn:microsoft.com/office/officeart/2005/8/layout/hProcess6"/>
    <dgm:cxn modelId="{CA9F18F6-CE21-4B0C-A64C-8285C3C0AD1A}" type="presParOf" srcId="{43654DF6-E018-4ED3-B633-3B2651E35CF5}" destId="{B0B6F61C-C060-4C4C-96BF-4EE40B41E6A0}" srcOrd="1" destOrd="0" presId="urn:microsoft.com/office/officeart/2005/8/layout/hProcess6"/>
    <dgm:cxn modelId="{796235E0-3168-4D9A-AC93-FEADB773ADA9}" type="presParOf" srcId="{43654DF6-E018-4ED3-B633-3B2651E35CF5}" destId="{493E8DDC-FB4F-479C-B6D3-EC8C78C12EEC}" srcOrd="2" destOrd="0" presId="urn:microsoft.com/office/officeart/2005/8/layout/hProcess6"/>
    <dgm:cxn modelId="{8FB0597D-E663-470A-8344-D3CB86C342DE}" type="presParOf" srcId="{43654DF6-E018-4ED3-B633-3B2651E35CF5}" destId="{E644A287-01BC-4CF5-B466-30846E7BBA7F}" srcOrd="3" destOrd="0" presId="urn:microsoft.com/office/officeart/2005/8/layout/hProcess6"/>
    <dgm:cxn modelId="{4590603A-DE7D-41D5-B72C-8038CBBE2D22}" type="presParOf" srcId="{DFB0D441-0B51-4119-A4EA-2C95C6F52CAD}" destId="{140D4898-DA02-4229-B01B-5DC1E2019E64}" srcOrd="1" destOrd="0" presId="urn:microsoft.com/office/officeart/2005/8/layout/hProcess6"/>
    <dgm:cxn modelId="{7032BEFC-405D-4824-A3BE-DE842C40757B}" type="presParOf" srcId="{DFB0D441-0B51-4119-A4EA-2C95C6F52CAD}" destId="{B1E9E25E-78B8-46E7-9CB6-E90F48349CF9}" srcOrd="2" destOrd="0" presId="urn:microsoft.com/office/officeart/2005/8/layout/hProcess6"/>
    <dgm:cxn modelId="{F0424433-70F0-4BE6-8DB5-96C808B57348}" type="presParOf" srcId="{B1E9E25E-78B8-46E7-9CB6-E90F48349CF9}" destId="{754077AE-D366-45EF-AECB-3479D724F6D6}" srcOrd="0" destOrd="0" presId="urn:microsoft.com/office/officeart/2005/8/layout/hProcess6"/>
    <dgm:cxn modelId="{A489D783-50AE-465E-A6D9-9297DD1FD1B6}" type="presParOf" srcId="{B1E9E25E-78B8-46E7-9CB6-E90F48349CF9}" destId="{1FA1B9C7-0E34-4A44-A18B-216DF888F0C5}" srcOrd="1" destOrd="0" presId="urn:microsoft.com/office/officeart/2005/8/layout/hProcess6"/>
    <dgm:cxn modelId="{528F7617-B216-48E6-99C7-38897E7F65F8}" type="presParOf" srcId="{B1E9E25E-78B8-46E7-9CB6-E90F48349CF9}" destId="{F125536A-C7C4-4ECE-8B6D-D4E95D24701B}" srcOrd="2" destOrd="0" presId="urn:microsoft.com/office/officeart/2005/8/layout/hProcess6"/>
    <dgm:cxn modelId="{F5098519-7330-4749-B983-78E935DC4A88}" type="presParOf" srcId="{B1E9E25E-78B8-46E7-9CB6-E90F48349CF9}" destId="{0A88A3E8-7701-48D6-969C-59DBA88CA534}" srcOrd="3" destOrd="0" presId="urn:microsoft.com/office/officeart/2005/8/layout/hProcess6"/>
  </dgm:cxnLst>
  <dgm:bg/>
  <dgm:whole/>
  <dgm:extLst>
    <a:ext uri="http://schemas.microsoft.com/office/drawing/2008/diagram">
      <dsp:dataModelExt xmlns:dsp="http://schemas.microsoft.com/office/drawing/2008/diagram" relId="rId11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F7887599-5144-4F89-A6FD-21AD526F0AC5}" type="doc">
      <dgm:prSet loTypeId="urn:microsoft.com/office/officeart/2005/8/layout/hProcess6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96B43729-32E7-4966-82B3-07411DB75AAD}">
      <dgm:prSet phldrT="[Текст]"/>
      <dgm:spPr/>
      <dgm:t>
        <a:bodyPr/>
        <a:lstStyle/>
        <a:p>
          <a:r>
            <a:rPr lang="en-US" dirty="0" smtClean="0"/>
            <a:t>Search</a:t>
          </a:r>
          <a:endParaRPr lang="ru-RU" dirty="0" smtClean="0"/>
        </a:p>
        <a:p>
          <a:r>
            <a:rPr lang="en-US" dirty="0" smtClean="0"/>
            <a:t>Engine</a:t>
          </a:r>
          <a:endParaRPr lang="ru-RU" dirty="0"/>
        </a:p>
      </dgm:t>
    </dgm:pt>
    <dgm:pt modelId="{C06EE498-6C3C-4E22-8987-E7AA46028558}" type="parTrans" cxnId="{BAEBFEDC-88C7-4E2B-8374-8D82281EA5DD}">
      <dgm:prSet/>
      <dgm:spPr/>
      <dgm:t>
        <a:bodyPr/>
        <a:lstStyle/>
        <a:p>
          <a:endParaRPr lang="ru-RU"/>
        </a:p>
      </dgm:t>
    </dgm:pt>
    <dgm:pt modelId="{078144A0-6773-4DF4-A6D5-2E4B64907C23}" type="sibTrans" cxnId="{BAEBFEDC-88C7-4E2B-8374-8D82281EA5DD}">
      <dgm:prSet/>
      <dgm:spPr/>
      <dgm:t>
        <a:bodyPr/>
        <a:lstStyle/>
        <a:p>
          <a:endParaRPr lang="ru-RU"/>
        </a:p>
      </dgm:t>
    </dgm:pt>
    <dgm:pt modelId="{8DB3673A-1FB4-4230-9129-2F630C046F7A}">
      <dgm:prSet phldrT="[Текст]"/>
      <dgm:spPr/>
      <dgm:t>
        <a:bodyPr/>
        <a:lstStyle/>
        <a:p>
          <a:r>
            <a:rPr lang="ru-RU" dirty="0" smtClean="0"/>
            <a:t>рассчитать релевантность ответов</a:t>
          </a:r>
          <a:endParaRPr lang="ru-RU" dirty="0"/>
        </a:p>
      </dgm:t>
    </dgm:pt>
    <dgm:pt modelId="{1D763C43-04A0-4278-8A70-3DA6F43A52BB}" type="parTrans" cxnId="{8C05B348-AB6B-4A4D-B12E-99E5147D7CFA}">
      <dgm:prSet/>
      <dgm:spPr/>
      <dgm:t>
        <a:bodyPr/>
        <a:lstStyle/>
        <a:p>
          <a:endParaRPr lang="ru-RU"/>
        </a:p>
      </dgm:t>
    </dgm:pt>
    <dgm:pt modelId="{7BDD3017-D7BF-4037-B9FB-5C3FDA7E0748}" type="sibTrans" cxnId="{8C05B348-AB6B-4A4D-B12E-99E5147D7CFA}">
      <dgm:prSet/>
      <dgm:spPr/>
      <dgm:t>
        <a:bodyPr/>
        <a:lstStyle/>
        <a:p>
          <a:endParaRPr lang="ru-RU"/>
        </a:p>
      </dgm:t>
    </dgm:pt>
    <dgm:pt modelId="{99708AB0-1646-4132-BB14-3DF8F6758D28}">
      <dgm:prSet phldrT="[Текст]"/>
      <dgm:spPr/>
      <dgm:t>
        <a:bodyPr/>
        <a:lstStyle/>
        <a:p>
          <a:r>
            <a:rPr lang="en-US" dirty="0" smtClean="0"/>
            <a:t>Relevant</a:t>
          </a:r>
          <a:endParaRPr lang="ru-RU" dirty="0" smtClean="0"/>
        </a:p>
        <a:p>
          <a:r>
            <a:rPr lang="en-US" dirty="0" smtClean="0"/>
            <a:t>Response</a:t>
          </a:r>
          <a:endParaRPr lang="ru-RU" dirty="0"/>
        </a:p>
      </dgm:t>
    </dgm:pt>
    <dgm:pt modelId="{4485501E-98DA-4F48-9290-B9B204228490}" type="parTrans" cxnId="{B27E4B46-A786-4B51-96B1-76697E6D3CD2}">
      <dgm:prSet/>
      <dgm:spPr/>
      <dgm:t>
        <a:bodyPr/>
        <a:lstStyle/>
        <a:p>
          <a:endParaRPr lang="ru-RU"/>
        </a:p>
      </dgm:t>
    </dgm:pt>
    <dgm:pt modelId="{7AAE1CE8-C90A-40F0-853F-3DFB5F65AC24}" type="sibTrans" cxnId="{B27E4B46-A786-4B51-96B1-76697E6D3CD2}">
      <dgm:prSet/>
      <dgm:spPr/>
      <dgm:t>
        <a:bodyPr/>
        <a:lstStyle/>
        <a:p>
          <a:endParaRPr lang="ru-RU"/>
        </a:p>
      </dgm:t>
    </dgm:pt>
    <dgm:pt modelId="{A83CD0B5-99BC-4BE5-BEB2-E6030DA5E9B8}">
      <dgm:prSet phldrT="[Текст]"/>
      <dgm:spPr/>
      <dgm:t>
        <a:bodyPr/>
        <a:lstStyle/>
        <a:p>
          <a:r>
            <a:rPr lang="ru-RU" dirty="0" smtClean="0"/>
            <a:t>ссылка на базу релевантности ответов</a:t>
          </a:r>
          <a:endParaRPr lang="ru-RU" dirty="0"/>
        </a:p>
      </dgm:t>
    </dgm:pt>
    <dgm:pt modelId="{29D46E2A-0493-4148-8D53-7FEC0981D220}" type="parTrans" cxnId="{A1298707-4F10-4E03-AC2E-5998703D8BD8}">
      <dgm:prSet/>
      <dgm:spPr/>
      <dgm:t>
        <a:bodyPr/>
        <a:lstStyle/>
        <a:p>
          <a:endParaRPr lang="ru-RU"/>
        </a:p>
      </dgm:t>
    </dgm:pt>
    <dgm:pt modelId="{FB98DAD8-2F41-4A1A-8E52-5A17988C12AE}" type="sibTrans" cxnId="{A1298707-4F10-4E03-AC2E-5998703D8BD8}">
      <dgm:prSet/>
      <dgm:spPr/>
      <dgm:t>
        <a:bodyPr/>
        <a:lstStyle/>
        <a:p>
          <a:endParaRPr lang="ru-RU"/>
        </a:p>
      </dgm:t>
    </dgm:pt>
    <dgm:pt modelId="{DFB0D441-0B51-4119-A4EA-2C95C6F52CAD}" type="pres">
      <dgm:prSet presAssocID="{F7887599-5144-4F89-A6FD-21AD526F0AC5}" presName="theList" presStyleCnt="0">
        <dgm:presLayoutVars>
          <dgm:dir/>
          <dgm:animLvl val="lvl"/>
          <dgm:resizeHandles val="exact"/>
        </dgm:presLayoutVars>
      </dgm:prSet>
      <dgm:spPr/>
      <dgm:t>
        <a:bodyPr/>
        <a:lstStyle/>
        <a:p>
          <a:endParaRPr lang="ru-RU"/>
        </a:p>
      </dgm:t>
    </dgm:pt>
    <dgm:pt modelId="{43654DF6-E018-4ED3-B633-3B2651E35CF5}" type="pres">
      <dgm:prSet presAssocID="{96B43729-32E7-4966-82B3-07411DB75AAD}" presName="compNode" presStyleCnt="0"/>
      <dgm:spPr/>
    </dgm:pt>
    <dgm:pt modelId="{B0D32EEB-1CC2-427D-8466-60D47ABB5F2C}" type="pres">
      <dgm:prSet presAssocID="{96B43729-32E7-4966-82B3-07411DB75AAD}" presName="noGeometry" presStyleCnt="0"/>
      <dgm:spPr/>
    </dgm:pt>
    <dgm:pt modelId="{B0B6F61C-C060-4C4C-96BF-4EE40B41E6A0}" type="pres">
      <dgm:prSet presAssocID="{96B43729-32E7-4966-82B3-07411DB75AAD}" presName="childTextVisible" presStyleLbl="bgAccFollowNode1" presStyleIdx="0" presStyleCnt="2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493E8DDC-FB4F-479C-B6D3-EC8C78C12EEC}" type="pres">
      <dgm:prSet presAssocID="{96B43729-32E7-4966-82B3-07411DB75AAD}" presName="childTextHidden" presStyleLbl="bgAccFollowNode1" presStyleIdx="0" presStyleCnt="2"/>
      <dgm:spPr/>
      <dgm:t>
        <a:bodyPr/>
        <a:lstStyle/>
        <a:p>
          <a:endParaRPr lang="ru-RU"/>
        </a:p>
      </dgm:t>
    </dgm:pt>
    <dgm:pt modelId="{E644A287-01BC-4CF5-B466-30846E7BBA7F}" type="pres">
      <dgm:prSet presAssocID="{96B43729-32E7-4966-82B3-07411DB75AAD}" presName="parentText" presStyleLbl="node1" presStyleIdx="0" presStyleCnt="2">
        <dgm:presLayoutVars>
          <dgm:chMax val="1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140D4898-DA02-4229-B01B-5DC1E2019E64}" type="pres">
      <dgm:prSet presAssocID="{96B43729-32E7-4966-82B3-07411DB75AAD}" presName="aSpace" presStyleCnt="0"/>
      <dgm:spPr/>
    </dgm:pt>
    <dgm:pt modelId="{B1E9E25E-78B8-46E7-9CB6-E90F48349CF9}" type="pres">
      <dgm:prSet presAssocID="{99708AB0-1646-4132-BB14-3DF8F6758D28}" presName="compNode" presStyleCnt="0"/>
      <dgm:spPr/>
    </dgm:pt>
    <dgm:pt modelId="{754077AE-D366-45EF-AECB-3479D724F6D6}" type="pres">
      <dgm:prSet presAssocID="{99708AB0-1646-4132-BB14-3DF8F6758D28}" presName="noGeometry" presStyleCnt="0"/>
      <dgm:spPr/>
    </dgm:pt>
    <dgm:pt modelId="{1FA1B9C7-0E34-4A44-A18B-216DF888F0C5}" type="pres">
      <dgm:prSet presAssocID="{99708AB0-1646-4132-BB14-3DF8F6758D28}" presName="childTextVisible" presStyleLbl="bgAccFollowNode1" presStyleIdx="1" presStyleCnt="2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F125536A-C7C4-4ECE-8B6D-D4E95D24701B}" type="pres">
      <dgm:prSet presAssocID="{99708AB0-1646-4132-BB14-3DF8F6758D28}" presName="childTextHidden" presStyleLbl="bgAccFollowNode1" presStyleIdx="1" presStyleCnt="2"/>
      <dgm:spPr/>
      <dgm:t>
        <a:bodyPr/>
        <a:lstStyle/>
        <a:p>
          <a:endParaRPr lang="ru-RU"/>
        </a:p>
      </dgm:t>
    </dgm:pt>
    <dgm:pt modelId="{0A88A3E8-7701-48D6-969C-59DBA88CA534}" type="pres">
      <dgm:prSet presAssocID="{99708AB0-1646-4132-BB14-3DF8F6758D28}" presName="parentText" presStyleLbl="node1" presStyleIdx="1" presStyleCnt="2">
        <dgm:presLayoutVars>
          <dgm:chMax val="1"/>
          <dgm:bulletEnabled val="1"/>
        </dgm:presLayoutVars>
      </dgm:prSet>
      <dgm:spPr/>
      <dgm:t>
        <a:bodyPr/>
        <a:lstStyle/>
        <a:p>
          <a:endParaRPr lang="ru-RU"/>
        </a:p>
      </dgm:t>
    </dgm:pt>
  </dgm:ptLst>
  <dgm:cxnLst>
    <dgm:cxn modelId="{DCFEF31E-C0B7-48FA-8348-F1E3576F1D36}" type="presOf" srcId="{8DB3673A-1FB4-4230-9129-2F630C046F7A}" destId="{493E8DDC-FB4F-479C-B6D3-EC8C78C12EEC}" srcOrd="1" destOrd="0" presId="urn:microsoft.com/office/officeart/2005/8/layout/hProcess6"/>
    <dgm:cxn modelId="{D84382E0-96E5-4E39-8A8F-A316EE0D527E}" type="presOf" srcId="{F7887599-5144-4F89-A6FD-21AD526F0AC5}" destId="{DFB0D441-0B51-4119-A4EA-2C95C6F52CAD}" srcOrd="0" destOrd="0" presId="urn:microsoft.com/office/officeart/2005/8/layout/hProcess6"/>
    <dgm:cxn modelId="{82FC70B3-869F-4940-B4CD-E6C80A77745A}" type="presOf" srcId="{96B43729-32E7-4966-82B3-07411DB75AAD}" destId="{E644A287-01BC-4CF5-B466-30846E7BBA7F}" srcOrd="0" destOrd="0" presId="urn:microsoft.com/office/officeart/2005/8/layout/hProcess6"/>
    <dgm:cxn modelId="{BAEBFEDC-88C7-4E2B-8374-8D82281EA5DD}" srcId="{F7887599-5144-4F89-A6FD-21AD526F0AC5}" destId="{96B43729-32E7-4966-82B3-07411DB75AAD}" srcOrd="0" destOrd="0" parTransId="{C06EE498-6C3C-4E22-8987-E7AA46028558}" sibTransId="{078144A0-6773-4DF4-A6D5-2E4B64907C23}"/>
    <dgm:cxn modelId="{4E63A092-081F-4FEE-971B-8C479A2CF9FC}" type="presOf" srcId="{8DB3673A-1FB4-4230-9129-2F630C046F7A}" destId="{B0B6F61C-C060-4C4C-96BF-4EE40B41E6A0}" srcOrd="0" destOrd="0" presId="urn:microsoft.com/office/officeart/2005/8/layout/hProcess6"/>
    <dgm:cxn modelId="{32BE6C3B-0CDC-4158-9BE9-250CB2C486B3}" type="presOf" srcId="{A83CD0B5-99BC-4BE5-BEB2-E6030DA5E9B8}" destId="{F125536A-C7C4-4ECE-8B6D-D4E95D24701B}" srcOrd="1" destOrd="0" presId="urn:microsoft.com/office/officeart/2005/8/layout/hProcess6"/>
    <dgm:cxn modelId="{A1298707-4F10-4E03-AC2E-5998703D8BD8}" srcId="{99708AB0-1646-4132-BB14-3DF8F6758D28}" destId="{A83CD0B5-99BC-4BE5-BEB2-E6030DA5E9B8}" srcOrd="0" destOrd="0" parTransId="{29D46E2A-0493-4148-8D53-7FEC0981D220}" sibTransId="{FB98DAD8-2F41-4A1A-8E52-5A17988C12AE}"/>
    <dgm:cxn modelId="{B27E4B46-A786-4B51-96B1-76697E6D3CD2}" srcId="{F7887599-5144-4F89-A6FD-21AD526F0AC5}" destId="{99708AB0-1646-4132-BB14-3DF8F6758D28}" srcOrd="1" destOrd="0" parTransId="{4485501E-98DA-4F48-9290-B9B204228490}" sibTransId="{7AAE1CE8-C90A-40F0-853F-3DFB5F65AC24}"/>
    <dgm:cxn modelId="{8C05B348-AB6B-4A4D-B12E-99E5147D7CFA}" srcId="{96B43729-32E7-4966-82B3-07411DB75AAD}" destId="{8DB3673A-1FB4-4230-9129-2F630C046F7A}" srcOrd="0" destOrd="0" parTransId="{1D763C43-04A0-4278-8A70-3DA6F43A52BB}" sibTransId="{7BDD3017-D7BF-4037-B9FB-5C3FDA7E0748}"/>
    <dgm:cxn modelId="{4C465946-8FF3-4854-8909-BA989C02A91E}" type="presOf" srcId="{99708AB0-1646-4132-BB14-3DF8F6758D28}" destId="{0A88A3E8-7701-48D6-969C-59DBA88CA534}" srcOrd="0" destOrd="0" presId="urn:microsoft.com/office/officeart/2005/8/layout/hProcess6"/>
    <dgm:cxn modelId="{DB4A90ED-83E1-44FE-9B09-B24E490EEC78}" type="presOf" srcId="{A83CD0B5-99BC-4BE5-BEB2-E6030DA5E9B8}" destId="{1FA1B9C7-0E34-4A44-A18B-216DF888F0C5}" srcOrd="0" destOrd="0" presId="urn:microsoft.com/office/officeart/2005/8/layout/hProcess6"/>
    <dgm:cxn modelId="{79338311-64ED-4568-B93E-A93A03665D8B}" type="presParOf" srcId="{DFB0D441-0B51-4119-A4EA-2C95C6F52CAD}" destId="{43654DF6-E018-4ED3-B633-3B2651E35CF5}" srcOrd="0" destOrd="0" presId="urn:microsoft.com/office/officeart/2005/8/layout/hProcess6"/>
    <dgm:cxn modelId="{91EB1E66-7668-4629-82BB-8F0C9ACEA9B0}" type="presParOf" srcId="{43654DF6-E018-4ED3-B633-3B2651E35CF5}" destId="{B0D32EEB-1CC2-427D-8466-60D47ABB5F2C}" srcOrd="0" destOrd="0" presId="urn:microsoft.com/office/officeart/2005/8/layout/hProcess6"/>
    <dgm:cxn modelId="{0D3C6269-8282-4C4B-B2D7-56A154569C5E}" type="presParOf" srcId="{43654DF6-E018-4ED3-B633-3B2651E35CF5}" destId="{B0B6F61C-C060-4C4C-96BF-4EE40B41E6A0}" srcOrd="1" destOrd="0" presId="urn:microsoft.com/office/officeart/2005/8/layout/hProcess6"/>
    <dgm:cxn modelId="{B3AC4F36-C76D-4B32-A6C4-16B0F65ABC88}" type="presParOf" srcId="{43654DF6-E018-4ED3-B633-3B2651E35CF5}" destId="{493E8DDC-FB4F-479C-B6D3-EC8C78C12EEC}" srcOrd="2" destOrd="0" presId="urn:microsoft.com/office/officeart/2005/8/layout/hProcess6"/>
    <dgm:cxn modelId="{01D98BA1-FA06-46D7-91AA-71EFD8C10268}" type="presParOf" srcId="{43654DF6-E018-4ED3-B633-3B2651E35CF5}" destId="{E644A287-01BC-4CF5-B466-30846E7BBA7F}" srcOrd="3" destOrd="0" presId="urn:microsoft.com/office/officeart/2005/8/layout/hProcess6"/>
    <dgm:cxn modelId="{B07240F3-5FFB-4F9A-970D-72D86E22C80D}" type="presParOf" srcId="{DFB0D441-0B51-4119-A4EA-2C95C6F52CAD}" destId="{140D4898-DA02-4229-B01B-5DC1E2019E64}" srcOrd="1" destOrd="0" presId="urn:microsoft.com/office/officeart/2005/8/layout/hProcess6"/>
    <dgm:cxn modelId="{8C4C739F-85F6-418F-A88E-19CF6C0F69B6}" type="presParOf" srcId="{DFB0D441-0B51-4119-A4EA-2C95C6F52CAD}" destId="{B1E9E25E-78B8-46E7-9CB6-E90F48349CF9}" srcOrd="2" destOrd="0" presId="urn:microsoft.com/office/officeart/2005/8/layout/hProcess6"/>
    <dgm:cxn modelId="{1BB585C8-40AF-4453-93B8-34EC728A75E5}" type="presParOf" srcId="{B1E9E25E-78B8-46E7-9CB6-E90F48349CF9}" destId="{754077AE-D366-45EF-AECB-3479D724F6D6}" srcOrd="0" destOrd="0" presId="urn:microsoft.com/office/officeart/2005/8/layout/hProcess6"/>
    <dgm:cxn modelId="{BD75D6FC-CD9C-44B2-8040-E8891C97DD49}" type="presParOf" srcId="{B1E9E25E-78B8-46E7-9CB6-E90F48349CF9}" destId="{1FA1B9C7-0E34-4A44-A18B-216DF888F0C5}" srcOrd="1" destOrd="0" presId="urn:microsoft.com/office/officeart/2005/8/layout/hProcess6"/>
    <dgm:cxn modelId="{709A2B66-5231-420D-8BF2-8600088BEBD9}" type="presParOf" srcId="{B1E9E25E-78B8-46E7-9CB6-E90F48349CF9}" destId="{F125536A-C7C4-4ECE-8B6D-D4E95D24701B}" srcOrd="2" destOrd="0" presId="urn:microsoft.com/office/officeart/2005/8/layout/hProcess6"/>
    <dgm:cxn modelId="{ED3D75FB-6300-4746-8EDB-36D3DCA4BEEB}" type="presParOf" srcId="{B1E9E25E-78B8-46E7-9CB6-E90F48349CF9}" destId="{0A88A3E8-7701-48D6-969C-59DBA88CA534}" srcOrd="3" destOrd="0" presId="urn:microsoft.com/office/officeart/2005/8/layout/hProcess6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F7887599-5144-4F89-A6FD-21AD526F0AC5}" type="doc">
      <dgm:prSet loTypeId="urn:microsoft.com/office/officeart/2005/8/layout/hProcess6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96B43729-32E7-4966-82B3-07411DB75AAD}">
      <dgm:prSet phldrT="[Текст]"/>
      <dgm:spPr/>
      <dgm:t>
        <a:bodyPr/>
        <a:lstStyle/>
        <a:p>
          <a:r>
            <a:rPr lang="en-US" dirty="0" smtClean="0"/>
            <a:t>Search</a:t>
          </a:r>
          <a:endParaRPr lang="ru-RU" dirty="0" smtClean="0"/>
        </a:p>
        <a:p>
          <a:r>
            <a:rPr lang="en-US" dirty="0" smtClean="0"/>
            <a:t>Engine</a:t>
          </a:r>
          <a:endParaRPr lang="ru-RU" dirty="0"/>
        </a:p>
      </dgm:t>
    </dgm:pt>
    <dgm:pt modelId="{C06EE498-6C3C-4E22-8987-E7AA46028558}" type="parTrans" cxnId="{BAEBFEDC-88C7-4E2B-8374-8D82281EA5DD}">
      <dgm:prSet/>
      <dgm:spPr/>
      <dgm:t>
        <a:bodyPr/>
        <a:lstStyle/>
        <a:p>
          <a:endParaRPr lang="ru-RU"/>
        </a:p>
      </dgm:t>
    </dgm:pt>
    <dgm:pt modelId="{078144A0-6773-4DF4-A6D5-2E4B64907C23}" type="sibTrans" cxnId="{BAEBFEDC-88C7-4E2B-8374-8D82281EA5DD}">
      <dgm:prSet/>
      <dgm:spPr/>
      <dgm:t>
        <a:bodyPr/>
        <a:lstStyle/>
        <a:p>
          <a:endParaRPr lang="ru-RU"/>
        </a:p>
      </dgm:t>
    </dgm:pt>
    <dgm:pt modelId="{8DB3673A-1FB4-4230-9129-2F630C046F7A}">
      <dgm:prSet phldrT="[Текст]"/>
      <dgm:spPr/>
      <dgm:t>
        <a:bodyPr/>
        <a:lstStyle/>
        <a:p>
          <a:r>
            <a:rPr lang="ru-RU" dirty="0" smtClean="0"/>
            <a:t>обновить базу инвертированных индексов</a:t>
          </a:r>
          <a:endParaRPr lang="ru-RU" dirty="0"/>
        </a:p>
      </dgm:t>
    </dgm:pt>
    <dgm:pt modelId="{1D763C43-04A0-4278-8A70-3DA6F43A52BB}" type="parTrans" cxnId="{8C05B348-AB6B-4A4D-B12E-99E5147D7CFA}">
      <dgm:prSet/>
      <dgm:spPr/>
      <dgm:t>
        <a:bodyPr/>
        <a:lstStyle/>
        <a:p>
          <a:endParaRPr lang="ru-RU"/>
        </a:p>
      </dgm:t>
    </dgm:pt>
    <dgm:pt modelId="{7BDD3017-D7BF-4037-B9FB-5C3FDA7E0748}" type="sibTrans" cxnId="{8C05B348-AB6B-4A4D-B12E-99E5147D7CFA}">
      <dgm:prSet/>
      <dgm:spPr/>
      <dgm:t>
        <a:bodyPr/>
        <a:lstStyle/>
        <a:p>
          <a:endParaRPr lang="ru-RU"/>
        </a:p>
      </dgm:t>
    </dgm:pt>
    <dgm:pt modelId="{99708AB0-1646-4132-BB14-3DF8F6758D28}">
      <dgm:prSet phldrT="[Текст]"/>
      <dgm:spPr/>
      <dgm:t>
        <a:bodyPr/>
        <a:lstStyle/>
        <a:p>
          <a:r>
            <a:rPr lang="en-US" dirty="0" smtClean="0"/>
            <a:t>Inverted</a:t>
          </a:r>
        </a:p>
        <a:p>
          <a:r>
            <a:rPr lang="en-US" dirty="0" smtClean="0"/>
            <a:t>Index</a:t>
          </a:r>
          <a:endParaRPr lang="ru-RU" dirty="0"/>
        </a:p>
      </dgm:t>
    </dgm:pt>
    <dgm:pt modelId="{4485501E-98DA-4F48-9290-B9B204228490}" type="parTrans" cxnId="{B27E4B46-A786-4B51-96B1-76697E6D3CD2}">
      <dgm:prSet/>
      <dgm:spPr/>
      <dgm:t>
        <a:bodyPr/>
        <a:lstStyle/>
        <a:p>
          <a:endParaRPr lang="ru-RU"/>
        </a:p>
      </dgm:t>
    </dgm:pt>
    <dgm:pt modelId="{7AAE1CE8-C90A-40F0-853F-3DFB5F65AC24}" type="sibTrans" cxnId="{B27E4B46-A786-4B51-96B1-76697E6D3CD2}">
      <dgm:prSet/>
      <dgm:spPr/>
      <dgm:t>
        <a:bodyPr/>
        <a:lstStyle/>
        <a:p>
          <a:endParaRPr lang="ru-RU"/>
        </a:p>
      </dgm:t>
    </dgm:pt>
    <dgm:pt modelId="{A83CD0B5-99BC-4BE5-BEB2-E6030DA5E9B8}">
      <dgm:prSet phldrT="[Текст]"/>
      <dgm:spPr/>
      <dgm:t>
        <a:bodyPr/>
        <a:lstStyle/>
        <a:p>
          <a:r>
            <a:rPr lang="ru-RU" dirty="0" smtClean="0"/>
            <a:t>ссылка на базу инвертированных индексов</a:t>
          </a:r>
          <a:endParaRPr lang="ru-RU" dirty="0"/>
        </a:p>
      </dgm:t>
    </dgm:pt>
    <dgm:pt modelId="{29D46E2A-0493-4148-8D53-7FEC0981D220}" type="parTrans" cxnId="{A1298707-4F10-4E03-AC2E-5998703D8BD8}">
      <dgm:prSet/>
      <dgm:spPr/>
      <dgm:t>
        <a:bodyPr/>
        <a:lstStyle/>
        <a:p>
          <a:endParaRPr lang="ru-RU"/>
        </a:p>
      </dgm:t>
    </dgm:pt>
    <dgm:pt modelId="{FB98DAD8-2F41-4A1A-8E52-5A17988C12AE}" type="sibTrans" cxnId="{A1298707-4F10-4E03-AC2E-5998703D8BD8}">
      <dgm:prSet/>
      <dgm:spPr/>
      <dgm:t>
        <a:bodyPr/>
        <a:lstStyle/>
        <a:p>
          <a:endParaRPr lang="ru-RU"/>
        </a:p>
      </dgm:t>
    </dgm:pt>
    <dgm:pt modelId="{DFB0D441-0B51-4119-A4EA-2C95C6F52CAD}" type="pres">
      <dgm:prSet presAssocID="{F7887599-5144-4F89-A6FD-21AD526F0AC5}" presName="theList" presStyleCnt="0">
        <dgm:presLayoutVars>
          <dgm:dir/>
          <dgm:animLvl val="lvl"/>
          <dgm:resizeHandles val="exact"/>
        </dgm:presLayoutVars>
      </dgm:prSet>
      <dgm:spPr/>
      <dgm:t>
        <a:bodyPr/>
        <a:lstStyle/>
        <a:p>
          <a:endParaRPr lang="ru-RU"/>
        </a:p>
      </dgm:t>
    </dgm:pt>
    <dgm:pt modelId="{43654DF6-E018-4ED3-B633-3B2651E35CF5}" type="pres">
      <dgm:prSet presAssocID="{96B43729-32E7-4966-82B3-07411DB75AAD}" presName="compNode" presStyleCnt="0"/>
      <dgm:spPr/>
    </dgm:pt>
    <dgm:pt modelId="{B0D32EEB-1CC2-427D-8466-60D47ABB5F2C}" type="pres">
      <dgm:prSet presAssocID="{96B43729-32E7-4966-82B3-07411DB75AAD}" presName="noGeometry" presStyleCnt="0"/>
      <dgm:spPr/>
    </dgm:pt>
    <dgm:pt modelId="{B0B6F61C-C060-4C4C-96BF-4EE40B41E6A0}" type="pres">
      <dgm:prSet presAssocID="{96B43729-32E7-4966-82B3-07411DB75AAD}" presName="childTextVisible" presStyleLbl="bgAccFollowNode1" presStyleIdx="0" presStyleCnt="2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493E8DDC-FB4F-479C-B6D3-EC8C78C12EEC}" type="pres">
      <dgm:prSet presAssocID="{96B43729-32E7-4966-82B3-07411DB75AAD}" presName="childTextHidden" presStyleLbl="bgAccFollowNode1" presStyleIdx="0" presStyleCnt="2"/>
      <dgm:spPr/>
      <dgm:t>
        <a:bodyPr/>
        <a:lstStyle/>
        <a:p>
          <a:endParaRPr lang="ru-RU"/>
        </a:p>
      </dgm:t>
    </dgm:pt>
    <dgm:pt modelId="{E644A287-01BC-4CF5-B466-30846E7BBA7F}" type="pres">
      <dgm:prSet presAssocID="{96B43729-32E7-4966-82B3-07411DB75AAD}" presName="parentText" presStyleLbl="node1" presStyleIdx="0" presStyleCnt="2">
        <dgm:presLayoutVars>
          <dgm:chMax val="1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140D4898-DA02-4229-B01B-5DC1E2019E64}" type="pres">
      <dgm:prSet presAssocID="{96B43729-32E7-4966-82B3-07411DB75AAD}" presName="aSpace" presStyleCnt="0"/>
      <dgm:spPr/>
    </dgm:pt>
    <dgm:pt modelId="{B1E9E25E-78B8-46E7-9CB6-E90F48349CF9}" type="pres">
      <dgm:prSet presAssocID="{99708AB0-1646-4132-BB14-3DF8F6758D28}" presName="compNode" presStyleCnt="0"/>
      <dgm:spPr/>
    </dgm:pt>
    <dgm:pt modelId="{754077AE-D366-45EF-AECB-3479D724F6D6}" type="pres">
      <dgm:prSet presAssocID="{99708AB0-1646-4132-BB14-3DF8F6758D28}" presName="noGeometry" presStyleCnt="0"/>
      <dgm:spPr/>
    </dgm:pt>
    <dgm:pt modelId="{1FA1B9C7-0E34-4A44-A18B-216DF888F0C5}" type="pres">
      <dgm:prSet presAssocID="{99708AB0-1646-4132-BB14-3DF8F6758D28}" presName="childTextVisible" presStyleLbl="bgAccFollowNode1" presStyleIdx="1" presStyleCnt="2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F125536A-C7C4-4ECE-8B6D-D4E95D24701B}" type="pres">
      <dgm:prSet presAssocID="{99708AB0-1646-4132-BB14-3DF8F6758D28}" presName="childTextHidden" presStyleLbl="bgAccFollowNode1" presStyleIdx="1" presStyleCnt="2"/>
      <dgm:spPr/>
      <dgm:t>
        <a:bodyPr/>
        <a:lstStyle/>
        <a:p>
          <a:endParaRPr lang="ru-RU"/>
        </a:p>
      </dgm:t>
    </dgm:pt>
    <dgm:pt modelId="{0A88A3E8-7701-48D6-969C-59DBA88CA534}" type="pres">
      <dgm:prSet presAssocID="{99708AB0-1646-4132-BB14-3DF8F6758D28}" presName="parentText" presStyleLbl="node1" presStyleIdx="1" presStyleCnt="2">
        <dgm:presLayoutVars>
          <dgm:chMax val="1"/>
          <dgm:bulletEnabled val="1"/>
        </dgm:presLayoutVars>
      </dgm:prSet>
      <dgm:spPr/>
      <dgm:t>
        <a:bodyPr/>
        <a:lstStyle/>
        <a:p>
          <a:endParaRPr lang="ru-RU"/>
        </a:p>
      </dgm:t>
    </dgm:pt>
  </dgm:ptLst>
  <dgm:cxnLst>
    <dgm:cxn modelId="{A1723A8E-A14B-47CD-BCFA-BB2DE3AD2E48}" type="presOf" srcId="{A83CD0B5-99BC-4BE5-BEB2-E6030DA5E9B8}" destId="{1FA1B9C7-0E34-4A44-A18B-216DF888F0C5}" srcOrd="0" destOrd="0" presId="urn:microsoft.com/office/officeart/2005/8/layout/hProcess6"/>
    <dgm:cxn modelId="{DD79ECB3-0EFC-4FB6-9210-8227D25C4E34}" type="presOf" srcId="{F7887599-5144-4F89-A6FD-21AD526F0AC5}" destId="{DFB0D441-0B51-4119-A4EA-2C95C6F52CAD}" srcOrd="0" destOrd="0" presId="urn:microsoft.com/office/officeart/2005/8/layout/hProcess6"/>
    <dgm:cxn modelId="{A1298707-4F10-4E03-AC2E-5998703D8BD8}" srcId="{99708AB0-1646-4132-BB14-3DF8F6758D28}" destId="{A83CD0B5-99BC-4BE5-BEB2-E6030DA5E9B8}" srcOrd="0" destOrd="0" parTransId="{29D46E2A-0493-4148-8D53-7FEC0981D220}" sibTransId="{FB98DAD8-2F41-4A1A-8E52-5A17988C12AE}"/>
    <dgm:cxn modelId="{8C05B348-AB6B-4A4D-B12E-99E5147D7CFA}" srcId="{96B43729-32E7-4966-82B3-07411DB75AAD}" destId="{8DB3673A-1FB4-4230-9129-2F630C046F7A}" srcOrd="0" destOrd="0" parTransId="{1D763C43-04A0-4278-8A70-3DA6F43A52BB}" sibTransId="{7BDD3017-D7BF-4037-B9FB-5C3FDA7E0748}"/>
    <dgm:cxn modelId="{0F53DE8F-27A1-41BD-87AA-059DDDD4FF3E}" type="presOf" srcId="{A83CD0B5-99BC-4BE5-BEB2-E6030DA5E9B8}" destId="{F125536A-C7C4-4ECE-8B6D-D4E95D24701B}" srcOrd="1" destOrd="0" presId="urn:microsoft.com/office/officeart/2005/8/layout/hProcess6"/>
    <dgm:cxn modelId="{CFB046B4-BCE5-4B5C-AC0A-37C79F441415}" type="presOf" srcId="{8DB3673A-1FB4-4230-9129-2F630C046F7A}" destId="{B0B6F61C-C060-4C4C-96BF-4EE40B41E6A0}" srcOrd="0" destOrd="0" presId="urn:microsoft.com/office/officeart/2005/8/layout/hProcess6"/>
    <dgm:cxn modelId="{BAEBFEDC-88C7-4E2B-8374-8D82281EA5DD}" srcId="{F7887599-5144-4F89-A6FD-21AD526F0AC5}" destId="{96B43729-32E7-4966-82B3-07411DB75AAD}" srcOrd="0" destOrd="0" parTransId="{C06EE498-6C3C-4E22-8987-E7AA46028558}" sibTransId="{078144A0-6773-4DF4-A6D5-2E4B64907C23}"/>
    <dgm:cxn modelId="{1EB3B1F2-0D28-45C5-A7EB-76AF655A07DA}" type="presOf" srcId="{8DB3673A-1FB4-4230-9129-2F630C046F7A}" destId="{493E8DDC-FB4F-479C-B6D3-EC8C78C12EEC}" srcOrd="1" destOrd="0" presId="urn:microsoft.com/office/officeart/2005/8/layout/hProcess6"/>
    <dgm:cxn modelId="{0F4A3348-4FC5-4357-AECD-24336DD7386C}" type="presOf" srcId="{99708AB0-1646-4132-BB14-3DF8F6758D28}" destId="{0A88A3E8-7701-48D6-969C-59DBA88CA534}" srcOrd="0" destOrd="0" presId="urn:microsoft.com/office/officeart/2005/8/layout/hProcess6"/>
    <dgm:cxn modelId="{B27E4B46-A786-4B51-96B1-76697E6D3CD2}" srcId="{F7887599-5144-4F89-A6FD-21AD526F0AC5}" destId="{99708AB0-1646-4132-BB14-3DF8F6758D28}" srcOrd="1" destOrd="0" parTransId="{4485501E-98DA-4F48-9290-B9B204228490}" sibTransId="{7AAE1CE8-C90A-40F0-853F-3DFB5F65AC24}"/>
    <dgm:cxn modelId="{983BAA11-5F11-4878-8AA1-A95DB42E61B1}" type="presOf" srcId="{96B43729-32E7-4966-82B3-07411DB75AAD}" destId="{E644A287-01BC-4CF5-B466-30846E7BBA7F}" srcOrd="0" destOrd="0" presId="urn:microsoft.com/office/officeart/2005/8/layout/hProcess6"/>
    <dgm:cxn modelId="{A2F5E5B9-01D9-4930-914D-F36927F49F69}" type="presParOf" srcId="{DFB0D441-0B51-4119-A4EA-2C95C6F52CAD}" destId="{43654DF6-E018-4ED3-B633-3B2651E35CF5}" srcOrd="0" destOrd="0" presId="urn:microsoft.com/office/officeart/2005/8/layout/hProcess6"/>
    <dgm:cxn modelId="{ACFBD078-91F1-4658-BF0D-4A0632DCBC8A}" type="presParOf" srcId="{43654DF6-E018-4ED3-B633-3B2651E35CF5}" destId="{B0D32EEB-1CC2-427D-8466-60D47ABB5F2C}" srcOrd="0" destOrd="0" presId="urn:microsoft.com/office/officeart/2005/8/layout/hProcess6"/>
    <dgm:cxn modelId="{EFC495B4-FB49-4F2A-BD10-C271816866CF}" type="presParOf" srcId="{43654DF6-E018-4ED3-B633-3B2651E35CF5}" destId="{B0B6F61C-C060-4C4C-96BF-4EE40B41E6A0}" srcOrd="1" destOrd="0" presId="urn:microsoft.com/office/officeart/2005/8/layout/hProcess6"/>
    <dgm:cxn modelId="{29DA277E-F57D-4CD5-885C-8AEC941474C2}" type="presParOf" srcId="{43654DF6-E018-4ED3-B633-3B2651E35CF5}" destId="{493E8DDC-FB4F-479C-B6D3-EC8C78C12EEC}" srcOrd="2" destOrd="0" presId="urn:microsoft.com/office/officeart/2005/8/layout/hProcess6"/>
    <dgm:cxn modelId="{8F548E28-F821-4FE6-AB4E-7D62512F271F}" type="presParOf" srcId="{43654DF6-E018-4ED3-B633-3B2651E35CF5}" destId="{E644A287-01BC-4CF5-B466-30846E7BBA7F}" srcOrd="3" destOrd="0" presId="urn:microsoft.com/office/officeart/2005/8/layout/hProcess6"/>
    <dgm:cxn modelId="{DFDCA02C-DAE1-42E1-AD50-44CE96985438}" type="presParOf" srcId="{DFB0D441-0B51-4119-A4EA-2C95C6F52CAD}" destId="{140D4898-DA02-4229-B01B-5DC1E2019E64}" srcOrd="1" destOrd="0" presId="urn:microsoft.com/office/officeart/2005/8/layout/hProcess6"/>
    <dgm:cxn modelId="{CB5B2793-9BAC-4D8E-BDC3-C7979B6443D4}" type="presParOf" srcId="{DFB0D441-0B51-4119-A4EA-2C95C6F52CAD}" destId="{B1E9E25E-78B8-46E7-9CB6-E90F48349CF9}" srcOrd="2" destOrd="0" presId="urn:microsoft.com/office/officeart/2005/8/layout/hProcess6"/>
    <dgm:cxn modelId="{F40B6C7A-2712-4F6F-A964-F1379D42941D}" type="presParOf" srcId="{B1E9E25E-78B8-46E7-9CB6-E90F48349CF9}" destId="{754077AE-D366-45EF-AECB-3479D724F6D6}" srcOrd="0" destOrd="0" presId="urn:microsoft.com/office/officeart/2005/8/layout/hProcess6"/>
    <dgm:cxn modelId="{43B2CF84-5260-4B4E-A685-7BA5E2424289}" type="presParOf" srcId="{B1E9E25E-78B8-46E7-9CB6-E90F48349CF9}" destId="{1FA1B9C7-0E34-4A44-A18B-216DF888F0C5}" srcOrd="1" destOrd="0" presId="urn:microsoft.com/office/officeart/2005/8/layout/hProcess6"/>
    <dgm:cxn modelId="{278CD750-3FF0-4A2A-B12F-52C860275AF1}" type="presParOf" srcId="{B1E9E25E-78B8-46E7-9CB6-E90F48349CF9}" destId="{F125536A-C7C4-4ECE-8B6D-D4E95D24701B}" srcOrd="2" destOrd="0" presId="urn:microsoft.com/office/officeart/2005/8/layout/hProcess6"/>
    <dgm:cxn modelId="{4A16B832-F51F-46E9-ADDC-97D92A513820}" type="presParOf" srcId="{B1E9E25E-78B8-46E7-9CB6-E90F48349CF9}" destId="{0A88A3E8-7701-48D6-969C-59DBA88CA534}" srcOrd="3" destOrd="0" presId="urn:microsoft.com/office/officeart/2005/8/layout/hProcess6"/>
  </dgm:cxnLst>
  <dgm:bg/>
  <dgm:whole/>
  <dgm:extLst>
    <a:ext uri="http://schemas.microsoft.com/office/drawing/2008/diagram">
      <dsp:dataModelExt xmlns:dsp="http://schemas.microsoft.com/office/drawing/2008/diagram" relId="rId11" minVer="http://schemas.openxmlformats.org/drawingml/2006/diagram"/>
    </a:ext>
  </dgm:extLst>
</dgm:dataModel>
</file>

<file path=ppt/diagrams/data8.xml><?xml version="1.0" encoding="utf-8"?>
<dgm:dataModel xmlns:dgm="http://schemas.openxmlformats.org/drawingml/2006/diagram" xmlns:a="http://schemas.openxmlformats.org/drawingml/2006/main">
  <dgm:ptLst>
    <dgm:pt modelId="{F7887599-5144-4F89-A6FD-21AD526F0AC5}" type="doc">
      <dgm:prSet loTypeId="urn:microsoft.com/office/officeart/2005/8/layout/hProcess6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96B43729-32E7-4966-82B3-07411DB75AAD}">
      <dgm:prSet phldrT="[Текст]"/>
      <dgm:spPr/>
      <dgm:t>
        <a:bodyPr/>
        <a:lstStyle/>
        <a:p>
          <a:r>
            <a:rPr lang="en-US" dirty="0" smtClean="0"/>
            <a:t>Search</a:t>
          </a:r>
          <a:endParaRPr lang="ru-RU" dirty="0" smtClean="0"/>
        </a:p>
        <a:p>
          <a:r>
            <a:rPr lang="en-US" dirty="0" smtClean="0"/>
            <a:t>Engine</a:t>
          </a:r>
          <a:endParaRPr lang="ru-RU" dirty="0"/>
        </a:p>
      </dgm:t>
    </dgm:pt>
    <dgm:pt modelId="{C06EE498-6C3C-4E22-8987-E7AA46028558}" type="parTrans" cxnId="{BAEBFEDC-88C7-4E2B-8374-8D82281EA5DD}">
      <dgm:prSet/>
      <dgm:spPr/>
      <dgm:t>
        <a:bodyPr/>
        <a:lstStyle/>
        <a:p>
          <a:endParaRPr lang="ru-RU"/>
        </a:p>
      </dgm:t>
    </dgm:pt>
    <dgm:pt modelId="{078144A0-6773-4DF4-A6D5-2E4B64907C23}" type="sibTrans" cxnId="{BAEBFEDC-88C7-4E2B-8374-8D82281EA5DD}">
      <dgm:prSet/>
      <dgm:spPr/>
      <dgm:t>
        <a:bodyPr/>
        <a:lstStyle/>
        <a:p>
          <a:endParaRPr lang="ru-RU"/>
        </a:p>
      </dgm:t>
    </dgm:pt>
    <dgm:pt modelId="{8DB3673A-1FB4-4230-9129-2F630C046F7A}">
      <dgm:prSet phldrT="[Текст]"/>
      <dgm:spPr/>
      <dgm:t>
        <a:bodyPr/>
        <a:lstStyle/>
        <a:p>
          <a:r>
            <a:rPr lang="ru-RU" dirty="0" smtClean="0"/>
            <a:t>получить </a:t>
          </a:r>
          <a:r>
            <a:rPr lang="en-US" dirty="0" smtClean="0"/>
            <a:t>JSON-</a:t>
          </a:r>
          <a:r>
            <a:rPr lang="ru-RU" dirty="0" smtClean="0"/>
            <a:t>объект ответов</a:t>
          </a:r>
          <a:endParaRPr lang="ru-RU" dirty="0"/>
        </a:p>
      </dgm:t>
    </dgm:pt>
    <dgm:pt modelId="{1D763C43-04A0-4278-8A70-3DA6F43A52BB}" type="parTrans" cxnId="{8C05B348-AB6B-4A4D-B12E-99E5147D7CFA}">
      <dgm:prSet/>
      <dgm:spPr/>
      <dgm:t>
        <a:bodyPr/>
        <a:lstStyle/>
        <a:p>
          <a:endParaRPr lang="ru-RU"/>
        </a:p>
      </dgm:t>
    </dgm:pt>
    <dgm:pt modelId="{7BDD3017-D7BF-4037-B9FB-5C3FDA7E0748}" type="sibTrans" cxnId="{8C05B348-AB6B-4A4D-B12E-99E5147D7CFA}">
      <dgm:prSet/>
      <dgm:spPr/>
      <dgm:t>
        <a:bodyPr/>
        <a:lstStyle/>
        <a:p>
          <a:endParaRPr lang="ru-RU"/>
        </a:p>
      </dgm:t>
    </dgm:pt>
    <dgm:pt modelId="{99708AB0-1646-4132-BB14-3DF8F6758D28}">
      <dgm:prSet phldrT="[Текст]"/>
      <dgm:spPr/>
      <dgm:t>
        <a:bodyPr/>
        <a:lstStyle/>
        <a:p>
          <a:r>
            <a:rPr lang="en-US" dirty="0" smtClean="0"/>
            <a:t>Converter</a:t>
          </a:r>
          <a:endParaRPr lang="ru-RU" dirty="0" smtClean="0"/>
        </a:p>
        <a:p>
          <a:r>
            <a:rPr lang="en-US" dirty="0" smtClean="0"/>
            <a:t>JSON</a:t>
          </a:r>
          <a:endParaRPr lang="ru-RU" dirty="0"/>
        </a:p>
      </dgm:t>
    </dgm:pt>
    <dgm:pt modelId="{4485501E-98DA-4F48-9290-B9B204228490}" type="parTrans" cxnId="{B27E4B46-A786-4B51-96B1-76697E6D3CD2}">
      <dgm:prSet/>
      <dgm:spPr/>
      <dgm:t>
        <a:bodyPr/>
        <a:lstStyle/>
        <a:p>
          <a:endParaRPr lang="ru-RU"/>
        </a:p>
      </dgm:t>
    </dgm:pt>
    <dgm:pt modelId="{7AAE1CE8-C90A-40F0-853F-3DFB5F65AC24}" type="sibTrans" cxnId="{B27E4B46-A786-4B51-96B1-76697E6D3CD2}">
      <dgm:prSet/>
      <dgm:spPr/>
      <dgm:t>
        <a:bodyPr/>
        <a:lstStyle/>
        <a:p>
          <a:endParaRPr lang="ru-RU"/>
        </a:p>
      </dgm:t>
    </dgm:pt>
    <dgm:pt modelId="{A83CD0B5-99BC-4BE5-BEB2-E6030DA5E9B8}">
      <dgm:prSet phldrT="[Текст]"/>
      <dgm:spPr/>
      <dgm:t>
        <a:bodyPr/>
        <a:lstStyle/>
        <a:p>
          <a:r>
            <a:rPr lang="ru-RU" dirty="0" smtClean="0"/>
            <a:t>ссылка на </a:t>
          </a:r>
          <a:r>
            <a:rPr lang="en-US" dirty="0" smtClean="0"/>
            <a:t>JSON-</a:t>
          </a:r>
          <a:r>
            <a:rPr lang="ru-RU" dirty="0" smtClean="0"/>
            <a:t>объект ответов</a:t>
          </a:r>
          <a:endParaRPr lang="ru-RU" dirty="0"/>
        </a:p>
      </dgm:t>
    </dgm:pt>
    <dgm:pt modelId="{29D46E2A-0493-4148-8D53-7FEC0981D220}" type="parTrans" cxnId="{A1298707-4F10-4E03-AC2E-5998703D8BD8}">
      <dgm:prSet/>
      <dgm:spPr/>
      <dgm:t>
        <a:bodyPr/>
        <a:lstStyle/>
        <a:p>
          <a:endParaRPr lang="ru-RU"/>
        </a:p>
      </dgm:t>
    </dgm:pt>
    <dgm:pt modelId="{FB98DAD8-2F41-4A1A-8E52-5A17988C12AE}" type="sibTrans" cxnId="{A1298707-4F10-4E03-AC2E-5998703D8BD8}">
      <dgm:prSet/>
      <dgm:spPr/>
      <dgm:t>
        <a:bodyPr/>
        <a:lstStyle/>
        <a:p>
          <a:endParaRPr lang="ru-RU"/>
        </a:p>
      </dgm:t>
    </dgm:pt>
    <dgm:pt modelId="{07803589-D453-48D7-A432-990B1722E9A2}">
      <dgm:prSet phldrT="[Текст]"/>
      <dgm:spPr/>
      <dgm:t>
        <a:bodyPr/>
        <a:lstStyle/>
        <a:p>
          <a:r>
            <a:rPr lang="en-US" dirty="0" smtClean="0"/>
            <a:t>Dispatcher</a:t>
          </a:r>
          <a:endParaRPr lang="ru-RU" dirty="0" smtClean="0"/>
        </a:p>
        <a:p>
          <a:r>
            <a:rPr lang="en-US" dirty="0" smtClean="0"/>
            <a:t>Operation</a:t>
          </a:r>
          <a:endParaRPr lang="ru-RU" dirty="0"/>
        </a:p>
      </dgm:t>
    </dgm:pt>
    <dgm:pt modelId="{1B98C7DA-D7DB-4B41-BDB8-BCE8E4C0192A}" type="parTrans" cxnId="{A1499456-1E04-4E29-AC30-AC7FB907B67E}">
      <dgm:prSet/>
      <dgm:spPr/>
      <dgm:t>
        <a:bodyPr/>
        <a:lstStyle/>
        <a:p>
          <a:endParaRPr lang="ru-RU"/>
        </a:p>
      </dgm:t>
    </dgm:pt>
    <dgm:pt modelId="{AFA444ED-C78D-4F6D-B8AD-5A2F050901A2}" type="sibTrans" cxnId="{A1499456-1E04-4E29-AC30-AC7FB907B67E}">
      <dgm:prSet/>
      <dgm:spPr/>
      <dgm:t>
        <a:bodyPr/>
        <a:lstStyle/>
        <a:p>
          <a:endParaRPr lang="ru-RU"/>
        </a:p>
      </dgm:t>
    </dgm:pt>
    <dgm:pt modelId="{DFB0D441-0B51-4119-A4EA-2C95C6F52CAD}" type="pres">
      <dgm:prSet presAssocID="{F7887599-5144-4F89-A6FD-21AD526F0AC5}" presName="theList" presStyleCnt="0">
        <dgm:presLayoutVars>
          <dgm:dir/>
          <dgm:animLvl val="lvl"/>
          <dgm:resizeHandles val="exact"/>
        </dgm:presLayoutVars>
      </dgm:prSet>
      <dgm:spPr/>
      <dgm:t>
        <a:bodyPr/>
        <a:lstStyle/>
        <a:p>
          <a:endParaRPr lang="ru-RU"/>
        </a:p>
      </dgm:t>
    </dgm:pt>
    <dgm:pt modelId="{43654DF6-E018-4ED3-B633-3B2651E35CF5}" type="pres">
      <dgm:prSet presAssocID="{96B43729-32E7-4966-82B3-07411DB75AAD}" presName="compNode" presStyleCnt="0"/>
      <dgm:spPr/>
    </dgm:pt>
    <dgm:pt modelId="{B0D32EEB-1CC2-427D-8466-60D47ABB5F2C}" type="pres">
      <dgm:prSet presAssocID="{96B43729-32E7-4966-82B3-07411DB75AAD}" presName="noGeometry" presStyleCnt="0"/>
      <dgm:spPr/>
    </dgm:pt>
    <dgm:pt modelId="{B0B6F61C-C060-4C4C-96BF-4EE40B41E6A0}" type="pres">
      <dgm:prSet presAssocID="{96B43729-32E7-4966-82B3-07411DB75AAD}" presName="childTextVisible" presStyleLbl="bgAccFollowNode1" presStyleIdx="0" presStyleCnt="3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493E8DDC-FB4F-479C-B6D3-EC8C78C12EEC}" type="pres">
      <dgm:prSet presAssocID="{96B43729-32E7-4966-82B3-07411DB75AAD}" presName="childTextHidden" presStyleLbl="bgAccFollowNode1" presStyleIdx="0" presStyleCnt="3"/>
      <dgm:spPr/>
      <dgm:t>
        <a:bodyPr/>
        <a:lstStyle/>
        <a:p>
          <a:endParaRPr lang="ru-RU"/>
        </a:p>
      </dgm:t>
    </dgm:pt>
    <dgm:pt modelId="{E644A287-01BC-4CF5-B466-30846E7BBA7F}" type="pres">
      <dgm:prSet presAssocID="{96B43729-32E7-4966-82B3-07411DB75AAD}" presName="parentText" presStyleLbl="node1" presStyleIdx="0" presStyleCnt="3">
        <dgm:presLayoutVars>
          <dgm:chMax val="1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140D4898-DA02-4229-B01B-5DC1E2019E64}" type="pres">
      <dgm:prSet presAssocID="{96B43729-32E7-4966-82B3-07411DB75AAD}" presName="aSpace" presStyleCnt="0"/>
      <dgm:spPr/>
    </dgm:pt>
    <dgm:pt modelId="{B1E9E25E-78B8-46E7-9CB6-E90F48349CF9}" type="pres">
      <dgm:prSet presAssocID="{99708AB0-1646-4132-BB14-3DF8F6758D28}" presName="compNode" presStyleCnt="0"/>
      <dgm:spPr/>
    </dgm:pt>
    <dgm:pt modelId="{754077AE-D366-45EF-AECB-3479D724F6D6}" type="pres">
      <dgm:prSet presAssocID="{99708AB0-1646-4132-BB14-3DF8F6758D28}" presName="noGeometry" presStyleCnt="0"/>
      <dgm:spPr/>
    </dgm:pt>
    <dgm:pt modelId="{1FA1B9C7-0E34-4A44-A18B-216DF888F0C5}" type="pres">
      <dgm:prSet presAssocID="{99708AB0-1646-4132-BB14-3DF8F6758D28}" presName="childTextVisible" presStyleLbl="bgAccFollowNode1" presStyleIdx="1" presStyleCnt="3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F125536A-C7C4-4ECE-8B6D-D4E95D24701B}" type="pres">
      <dgm:prSet presAssocID="{99708AB0-1646-4132-BB14-3DF8F6758D28}" presName="childTextHidden" presStyleLbl="bgAccFollowNode1" presStyleIdx="1" presStyleCnt="3"/>
      <dgm:spPr/>
      <dgm:t>
        <a:bodyPr/>
        <a:lstStyle/>
        <a:p>
          <a:endParaRPr lang="ru-RU"/>
        </a:p>
      </dgm:t>
    </dgm:pt>
    <dgm:pt modelId="{0A88A3E8-7701-48D6-969C-59DBA88CA534}" type="pres">
      <dgm:prSet presAssocID="{99708AB0-1646-4132-BB14-3DF8F6758D28}" presName="parentText" presStyleLbl="node1" presStyleIdx="1" presStyleCnt="3">
        <dgm:presLayoutVars>
          <dgm:chMax val="1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F3108C58-D776-4099-BE02-CF4208FB9CC3}" type="pres">
      <dgm:prSet presAssocID="{99708AB0-1646-4132-BB14-3DF8F6758D28}" presName="aSpace" presStyleCnt="0"/>
      <dgm:spPr/>
    </dgm:pt>
    <dgm:pt modelId="{BB45E4EC-1CC9-4F9E-8F7F-23BB47DA9CD4}" type="pres">
      <dgm:prSet presAssocID="{07803589-D453-48D7-A432-990B1722E9A2}" presName="compNode" presStyleCnt="0"/>
      <dgm:spPr/>
    </dgm:pt>
    <dgm:pt modelId="{60C838F3-784D-48D5-9890-0D8567F2A8E9}" type="pres">
      <dgm:prSet presAssocID="{07803589-D453-48D7-A432-990B1722E9A2}" presName="noGeometry" presStyleCnt="0"/>
      <dgm:spPr/>
    </dgm:pt>
    <dgm:pt modelId="{DD91B7DA-3D09-40A2-870E-D63ED550DC00}" type="pres">
      <dgm:prSet presAssocID="{07803589-D453-48D7-A432-990B1722E9A2}" presName="childTextVisible" presStyleLbl="bgAccFollowNode1" presStyleIdx="2" presStyleCnt="3" custLinFactNeighborX="4106" custLinFactNeighborY="-1606">
        <dgm:presLayoutVars>
          <dgm:bulletEnabled val="1"/>
        </dgm:presLayoutVars>
      </dgm:prSet>
      <dgm:spPr>
        <a:solidFill>
          <a:schemeClr val="bg2"/>
        </a:solidFill>
        <a:ln>
          <a:solidFill>
            <a:schemeClr val="bg2">
              <a:alpha val="90000"/>
            </a:schemeClr>
          </a:solidFill>
        </a:ln>
      </dgm:spPr>
      <dgm:t>
        <a:bodyPr/>
        <a:lstStyle/>
        <a:p>
          <a:endParaRPr lang="ru-RU"/>
        </a:p>
      </dgm:t>
    </dgm:pt>
    <dgm:pt modelId="{F8ED965C-CC1D-4016-9EDD-9E5620D13E48}" type="pres">
      <dgm:prSet presAssocID="{07803589-D453-48D7-A432-990B1722E9A2}" presName="childTextHidden" presStyleLbl="bgAccFollowNode1" presStyleIdx="2" presStyleCnt="3"/>
      <dgm:spPr/>
      <dgm:t>
        <a:bodyPr/>
        <a:lstStyle/>
        <a:p>
          <a:endParaRPr lang="ru-RU"/>
        </a:p>
      </dgm:t>
    </dgm:pt>
    <dgm:pt modelId="{18B87B03-25AC-4DAC-8711-93139D44A946}" type="pres">
      <dgm:prSet presAssocID="{07803589-D453-48D7-A432-990B1722E9A2}" presName="parentText" presStyleLbl="node1" presStyleIdx="2" presStyleCnt="3">
        <dgm:presLayoutVars>
          <dgm:chMax val="1"/>
          <dgm:bulletEnabled val="1"/>
        </dgm:presLayoutVars>
      </dgm:prSet>
      <dgm:spPr/>
      <dgm:t>
        <a:bodyPr/>
        <a:lstStyle/>
        <a:p>
          <a:endParaRPr lang="ru-RU"/>
        </a:p>
      </dgm:t>
    </dgm:pt>
  </dgm:ptLst>
  <dgm:cxnLst>
    <dgm:cxn modelId="{1941B42A-FF96-4D1A-BFF2-E1B547B95CC7}" type="presOf" srcId="{99708AB0-1646-4132-BB14-3DF8F6758D28}" destId="{0A88A3E8-7701-48D6-969C-59DBA88CA534}" srcOrd="0" destOrd="0" presId="urn:microsoft.com/office/officeart/2005/8/layout/hProcess6"/>
    <dgm:cxn modelId="{F64B3086-F8CB-4217-BC70-4359B120388B}" type="presOf" srcId="{96B43729-32E7-4966-82B3-07411DB75AAD}" destId="{E644A287-01BC-4CF5-B466-30846E7BBA7F}" srcOrd="0" destOrd="0" presId="urn:microsoft.com/office/officeart/2005/8/layout/hProcess6"/>
    <dgm:cxn modelId="{C409B337-70AD-41CA-8D75-779BEED49CA1}" type="presOf" srcId="{07803589-D453-48D7-A432-990B1722E9A2}" destId="{18B87B03-25AC-4DAC-8711-93139D44A946}" srcOrd="0" destOrd="0" presId="urn:microsoft.com/office/officeart/2005/8/layout/hProcess6"/>
    <dgm:cxn modelId="{0EB9CE65-DEE4-46CF-84B6-813F51DCBBC0}" type="presOf" srcId="{8DB3673A-1FB4-4230-9129-2F630C046F7A}" destId="{493E8DDC-FB4F-479C-B6D3-EC8C78C12EEC}" srcOrd="1" destOrd="0" presId="urn:microsoft.com/office/officeart/2005/8/layout/hProcess6"/>
    <dgm:cxn modelId="{0FD57EE2-82A1-4C80-8CF1-B75C7282B889}" type="presOf" srcId="{A83CD0B5-99BC-4BE5-BEB2-E6030DA5E9B8}" destId="{F125536A-C7C4-4ECE-8B6D-D4E95D24701B}" srcOrd="1" destOrd="0" presId="urn:microsoft.com/office/officeart/2005/8/layout/hProcess6"/>
    <dgm:cxn modelId="{45CA74A8-92FB-432A-ACAD-C4E62E052E0F}" type="presOf" srcId="{F7887599-5144-4F89-A6FD-21AD526F0AC5}" destId="{DFB0D441-0B51-4119-A4EA-2C95C6F52CAD}" srcOrd="0" destOrd="0" presId="urn:microsoft.com/office/officeart/2005/8/layout/hProcess6"/>
    <dgm:cxn modelId="{BAEBFEDC-88C7-4E2B-8374-8D82281EA5DD}" srcId="{F7887599-5144-4F89-A6FD-21AD526F0AC5}" destId="{96B43729-32E7-4966-82B3-07411DB75AAD}" srcOrd="0" destOrd="0" parTransId="{C06EE498-6C3C-4E22-8987-E7AA46028558}" sibTransId="{078144A0-6773-4DF4-A6D5-2E4B64907C23}"/>
    <dgm:cxn modelId="{A1298707-4F10-4E03-AC2E-5998703D8BD8}" srcId="{99708AB0-1646-4132-BB14-3DF8F6758D28}" destId="{A83CD0B5-99BC-4BE5-BEB2-E6030DA5E9B8}" srcOrd="0" destOrd="0" parTransId="{29D46E2A-0493-4148-8D53-7FEC0981D220}" sibTransId="{FB98DAD8-2F41-4A1A-8E52-5A17988C12AE}"/>
    <dgm:cxn modelId="{B27E4B46-A786-4B51-96B1-76697E6D3CD2}" srcId="{F7887599-5144-4F89-A6FD-21AD526F0AC5}" destId="{99708AB0-1646-4132-BB14-3DF8F6758D28}" srcOrd="1" destOrd="0" parTransId="{4485501E-98DA-4F48-9290-B9B204228490}" sibTransId="{7AAE1CE8-C90A-40F0-853F-3DFB5F65AC24}"/>
    <dgm:cxn modelId="{8C05B348-AB6B-4A4D-B12E-99E5147D7CFA}" srcId="{96B43729-32E7-4966-82B3-07411DB75AAD}" destId="{8DB3673A-1FB4-4230-9129-2F630C046F7A}" srcOrd="0" destOrd="0" parTransId="{1D763C43-04A0-4278-8A70-3DA6F43A52BB}" sibTransId="{7BDD3017-D7BF-4037-B9FB-5C3FDA7E0748}"/>
    <dgm:cxn modelId="{7A5458CE-4F3E-4A2C-850A-5B53E0FB5D28}" type="presOf" srcId="{A83CD0B5-99BC-4BE5-BEB2-E6030DA5E9B8}" destId="{1FA1B9C7-0E34-4A44-A18B-216DF888F0C5}" srcOrd="0" destOrd="0" presId="urn:microsoft.com/office/officeart/2005/8/layout/hProcess6"/>
    <dgm:cxn modelId="{A1499456-1E04-4E29-AC30-AC7FB907B67E}" srcId="{F7887599-5144-4F89-A6FD-21AD526F0AC5}" destId="{07803589-D453-48D7-A432-990B1722E9A2}" srcOrd="2" destOrd="0" parTransId="{1B98C7DA-D7DB-4B41-BDB8-BCE8E4C0192A}" sibTransId="{AFA444ED-C78D-4F6D-B8AD-5A2F050901A2}"/>
    <dgm:cxn modelId="{A0B6B183-F121-4AF6-8C72-45C125F8FE2D}" type="presOf" srcId="{8DB3673A-1FB4-4230-9129-2F630C046F7A}" destId="{B0B6F61C-C060-4C4C-96BF-4EE40B41E6A0}" srcOrd="0" destOrd="0" presId="urn:microsoft.com/office/officeart/2005/8/layout/hProcess6"/>
    <dgm:cxn modelId="{21D087E2-532C-4D05-8EEC-713AE0FE0B33}" type="presParOf" srcId="{DFB0D441-0B51-4119-A4EA-2C95C6F52CAD}" destId="{43654DF6-E018-4ED3-B633-3B2651E35CF5}" srcOrd="0" destOrd="0" presId="urn:microsoft.com/office/officeart/2005/8/layout/hProcess6"/>
    <dgm:cxn modelId="{2EE6157F-1729-425F-8B72-511625EF018D}" type="presParOf" srcId="{43654DF6-E018-4ED3-B633-3B2651E35CF5}" destId="{B0D32EEB-1CC2-427D-8466-60D47ABB5F2C}" srcOrd="0" destOrd="0" presId="urn:microsoft.com/office/officeart/2005/8/layout/hProcess6"/>
    <dgm:cxn modelId="{341234B2-E5F1-448F-891A-0AC5FEDF791E}" type="presParOf" srcId="{43654DF6-E018-4ED3-B633-3B2651E35CF5}" destId="{B0B6F61C-C060-4C4C-96BF-4EE40B41E6A0}" srcOrd="1" destOrd="0" presId="urn:microsoft.com/office/officeart/2005/8/layout/hProcess6"/>
    <dgm:cxn modelId="{4292A921-6194-497B-83EB-559F9C487243}" type="presParOf" srcId="{43654DF6-E018-4ED3-B633-3B2651E35CF5}" destId="{493E8DDC-FB4F-479C-B6D3-EC8C78C12EEC}" srcOrd="2" destOrd="0" presId="urn:microsoft.com/office/officeart/2005/8/layout/hProcess6"/>
    <dgm:cxn modelId="{343A2A9C-5D7B-4CFA-AD3B-F849B5704BE5}" type="presParOf" srcId="{43654DF6-E018-4ED3-B633-3B2651E35CF5}" destId="{E644A287-01BC-4CF5-B466-30846E7BBA7F}" srcOrd="3" destOrd="0" presId="urn:microsoft.com/office/officeart/2005/8/layout/hProcess6"/>
    <dgm:cxn modelId="{90CFA7D6-F024-4121-AFBB-04D92512CDFC}" type="presParOf" srcId="{DFB0D441-0B51-4119-A4EA-2C95C6F52CAD}" destId="{140D4898-DA02-4229-B01B-5DC1E2019E64}" srcOrd="1" destOrd="0" presId="urn:microsoft.com/office/officeart/2005/8/layout/hProcess6"/>
    <dgm:cxn modelId="{378F4F98-7E7F-44C6-B92A-53E0889308AF}" type="presParOf" srcId="{DFB0D441-0B51-4119-A4EA-2C95C6F52CAD}" destId="{B1E9E25E-78B8-46E7-9CB6-E90F48349CF9}" srcOrd="2" destOrd="0" presId="urn:microsoft.com/office/officeart/2005/8/layout/hProcess6"/>
    <dgm:cxn modelId="{1F2D131C-38A9-435C-A1D2-D470F9786B89}" type="presParOf" srcId="{B1E9E25E-78B8-46E7-9CB6-E90F48349CF9}" destId="{754077AE-D366-45EF-AECB-3479D724F6D6}" srcOrd="0" destOrd="0" presId="urn:microsoft.com/office/officeart/2005/8/layout/hProcess6"/>
    <dgm:cxn modelId="{6262AFCF-1802-42AE-B4EA-FA2AE7C0CBF8}" type="presParOf" srcId="{B1E9E25E-78B8-46E7-9CB6-E90F48349CF9}" destId="{1FA1B9C7-0E34-4A44-A18B-216DF888F0C5}" srcOrd="1" destOrd="0" presId="urn:microsoft.com/office/officeart/2005/8/layout/hProcess6"/>
    <dgm:cxn modelId="{1E45F242-A700-4EBE-B10F-8515E051BCB1}" type="presParOf" srcId="{B1E9E25E-78B8-46E7-9CB6-E90F48349CF9}" destId="{F125536A-C7C4-4ECE-8B6D-D4E95D24701B}" srcOrd="2" destOrd="0" presId="urn:microsoft.com/office/officeart/2005/8/layout/hProcess6"/>
    <dgm:cxn modelId="{F6DB2622-8107-4B24-AE11-357C89E01E3A}" type="presParOf" srcId="{B1E9E25E-78B8-46E7-9CB6-E90F48349CF9}" destId="{0A88A3E8-7701-48D6-969C-59DBA88CA534}" srcOrd="3" destOrd="0" presId="urn:microsoft.com/office/officeart/2005/8/layout/hProcess6"/>
    <dgm:cxn modelId="{839934C2-FB0E-4B23-9F7B-6AAF9D020CDD}" type="presParOf" srcId="{DFB0D441-0B51-4119-A4EA-2C95C6F52CAD}" destId="{F3108C58-D776-4099-BE02-CF4208FB9CC3}" srcOrd="3" destOrd="0" presId="urn:microsoft.com/office/officeart/2005/8/layout/hProcess6"/>
    <dgm:cxn modelId="{61ADD99C-AD24-4BD6-8D4D-7E7BAE7123C2}" type="presParOf" srcId="{DFB0D441-0B51-4119-A4EA-2C95C6F52CAD}" destId="{BB45E4EC-1CC9-4F9E-8F7F-23BB47DA9CD4}" srcOrd="4" destOrd="0" presId="urn:microsoft.com/office/officeart/2005/8/layout/hProcess6"/>
    <dgm:cxn modelId="{0D85023C-212C-4AD3-8C50-E3599A79B00C}" type="presParOf" srcId="{BB45E4EC-1CC9-4F9E-8F7F-23BB47DA9CD4}" destId="{60C838F3-784D-48D5-9890-0D8567F2A8E9}" srcOrd="0" destOrd="0" presId="urn:microsoft.com/office/officeart/2005/8/layout/hProcess6"/>
    <dgm:cxn modelId="{DB630DBD-EB3D-4593-9F93-9646210D5D23}" type="presParOf" srcId="{BB45E4EC-1CC9-4F9E-8F7F-23BB47DA9CD4}" destId="{DD91B7DA-3D09-40A2-870E-D63ED550DC00}" srcOrd="1" destOrd="0" presId="urn:microsoft.com/office/officeart/2005/8/layout/hProcess6"/>
    <dgm:cxn modelId="{B4135F83-76D7-445C-BF09-307AF1C75BE7}" type="presParOf" srcId="{BB45E4EC-1CC9-4F9E-8F7F-23BB47DA9CD4}" destId="{F8ED965C-CC1D-4016-9EDD-9E5620D13E48}" srcOrd="2" destOrd="0" presId="urn:microsoft.com/office/officeart/2005/8/layout/hProcess6"/>
    <dgm:cxn modelId="{6D51423E-27E7-4EA2-8592-9C41B45B39D4}" type="presParOf" srcId="{BB45E4EC-1CC9-4F9E-8F7F-23BB47DA9CD4}" destId="{18B87B03-25AC-4DAC-8711-93139D44A946}" srcOrd="3" destOrd="0" presId="urn:microsoft.com/office/officeart/2005/8/layout/hProcess6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9.xml><?xml version="1.0" encoding="utf-8"?>
<dgm:dataModel xmlns:dgm="http://schemas.openxmlformats.org/drawingml/2006/diagram" xmlns:a="http://schemas.openxmlformats.org/drawingml/2006/main">
  <dgm:ptLst>
    <dgm:pt modelId="{F7887599-5144-4F89-A6FD-21AD526F0AC5}" type="doc">
      <dgm:prSet loTypeId="urn:microsoft.com/office/officeart/2005/8/layout/hProcess6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96B43729-32E7-4966-82B3-07411DB75AAD}">
      <dgm:prSet phldrT="[Текст]"/>
      <dgm:spPr/>
      <dgm:t>
        <a:bodyPr/>
        <a:lstStyle/>
        <a:p>
          <a:r>
            <a:rPr lang="en-US" dirty="0" smtClean="0"/>
            <a:t>Search</a:t>
          </a:r>
          <a:endParaRPr lang="ru-RU" dirty="0" smtClean="0"/>
        </a:p>
        <a:p>
          <a:r>
            <a:rPr lang="en-US" dirty="0" smtClean="0"/>
            <a:t>Engine</a:t>
          </a:r>
          <a:endParaRPr lang="ru-RU" dirty="0"/>
        </a:p>
      </dgm:t>
    </dgm:pt>
    <dgm:pt modelId="{C06EE498-6C3C-4E22-8987-E7AA46028558}" type="parTrans" cxnId="{BAEBFEDC-88C7-4E2B-8374-8D82281EA5DD}">
      <dgm:prSet/>
      <dgm:spPr/>
      <dgm:t>
        <a:bodyPr/>
        <a:lstStyle/>
        <a:p>
          <a:endParaRPr lang="ru-RU"/>
        </a:p>
      </dgm:t>
    </dgm:pt>
    <dgm:pt modelId="{078144A0-6773-4DF4-A6D5-2E4B64907C23}" type="sibTrans" cxnId="{BAEBFEDC-88C7-4E2B-8374-8D82281EA5DD}">
      <dgm:prSet/>
      <dgm:spPr/>
      <dgm:t>
        <a:bodyPr/>
        <a:lstStyle/>
        <a:p>
          <a:endParaRPr lang="ru-RU"/>
        </a:p>
      </dgm:t>
    </dgm:pt>
    <dgm:pt modelId="{8DB3673A-1FB4-4230-9129-2F630C046F7A}">
      <dgm:prSet phldrT="[Текст]"/>
      <dgm:spPr/>
      <dgm:t>
        <a:bodyPr/>
        <a:lstStyle/>
        <a:p>
          <a:r>
            <a:rPr lang="ru-RU" dirty="0" smtClean="0"/>
            <a:t>записать в JSON-объект результаты поиска</a:t>
          </a:r>
          <a:endParaRPr lang="ru-RU" dirty="0"/>
        </a:p>
      </dgm:t>
    </dgm:pt>
    <dgm:pt modelId="{1D763C43-04A0-4278-8A70-3DA6F43A52BB}" type="parTrans" cxnId="{8C05B348-AB6B-4A4D-B12E-99E5147D7CFA}">
      <dgm:prSet/>
      <dgm:spPr/>
      <dgm:t>
        <a:bodyPr/>
        <a:lstStyle/>
        <a:p>
          <a:endParaRPr lang="ru-RU"/>
        </a:p>
      </dgm:t>
    </dgm:pt>
    <dgm:pt modelId="{7BDD3017-D7BF-4037-B9FB-5C3FDA7E0748}" type="sibTrans" cxnId="{8C05B348-AB6B-4A4D-B12E-99E5147D7CFA}">
      <dgm:prSet/>
      <dgm:spPr/>
      <dgm:t>
        <a:bodyPr/>
        <a:lstStyle/>
        <a:p>
          <a:endParaRPr lang="ru-RU"/>
        </a:p>
      </dgm:t>
    </dgm:pt>
    <dgm:pt modelId="{99708AB0-1646-4132-BB14-3DF8F6758D28}">
      <dgm:prSet phldrT="[Текст]"/>
      <dgm:spPr/>
      <dgm:t>
        <a:bodyPr/>
        <a:lstStyle/>
        <a:p>
          <a:r>
            <a:rPr lang="en-US" dirty="0" smtClean="0"/>
            <a:t>Converter</a:t>
          </a:r>
          <a:endParaRPr lang="ru-RU" dirty="0" smtClean="0"/>
        </a:p>
        <a:p>
          <a:r>
            <a:rPr lang="en-US" dirty="0" smtClean="0"/>
            <a:t>JSON</a:t>
          </a:r>
          <a:endParaRPr lang="ru-RU" dirty="0"/>
        </a:p>
      </dgm:t>
    </dgm:pt>
    <dgm:pt modelId="{4485501E-98DA-4F48-9290-B9B204228490}" type="parTrans" cxnId="{B27E4B46-A786-4B51-96B1-76697E6D3CD2}">
      <dgm:prSet/>
      <dgm:spPr/>
      <dgm:t>
        <a:bodyPr/>
        <a:lstStyle/>
        <a:p>
          <a:endParaRPr lang="ru-RU"/>
        </a:p>
      </dgm:t>
    </dgm:pt>
    <dgm:pt modelId="{7AAE1CE8-C90A-40F0-853F-3DFB5F65AC24}" type="sibTrans" cxnId="{B27E4B46-A786-4B51-96B1-76697E6D3CD2}">
      <dgm:prSet/>
      <dgm:spPr/>
      <dgm:t>
        <a:bodyPr/>
        <a:lstStyle/>
        <a:p>
          <a:endParaRPr lang="ru-RU"/>
        </a:p>
      </dgm:t>
    </dgm:pt>
    <dgm:pt modelId="{A83CD0B5-99BC-4BE5-BEB2-E6030DA5E9B8}">
      <dgm:prSet phldrT="[Текст]"/>
      <dgm:spPr/>
      <dgm:t>
        <a:bodyPr/>
        <a:lstStyle/>
        <a:p>
          <a:r>
            <a:rPr lang="ru-RU" dirty="0" smtClean="0"/>
            <a:t>Ссылка на  </a:t>
          </a:r>
          <a:r>
            <a:rPr lang="en-US" dirty="0" smtClean="0"/>
            <a:t>JSON-</a:t>
          </a:r>
          <a:r>
            <a:rPr lang="ru-RU" dirty="0" smtClean="0"/>
            <a:t>объект ответов</a:t>
          </a:r>
          <a:endParaRPr lang="ru-RU" dirty="0"/>
        </a:p>
      </dgm:t>
    </dgm:pt>
    <dgm:pt modelId="{29D46E2A-0493-4148-8D53-7FEC0981D220}" type="parTrans" cxnId="{A1298707-4F10-4E03-AC2E-5998703D8BD8}">
      <dgm:prSet/>
      <dgm:spPr/>
      <dgm:t>
        <a:bodyPr/>
        <a:lstStyle/>
        <a:p>
          <a:endParaRPr lang="ru-RU"/>
        </a:p>
      </dgm:t>
    </dgm:pt>
    <dgm:pt modelId="{FB98DAD8-2F41-4A1A-8E52-5A17988C12AE}" type="sibTrans" cxnId="{A1298707-4F10-4E03-AC2E-5998703D8BD8}">
      <dgm:prSet/>
      <dgm:spPr/>
      <dgm:t>
        <a:bodyPr/>
        <a:lstStyle/>
        <a:p>
          <a:endParaRPr lang="ru-RU"/>
        </a:p>
      </dgm:t>
    </dgm:pt>
    <dgm:pt modelId="{DFB0D441-0B51-4119-A4EA-2C95C6F52CAD}" type="pres">
      <dgm:prSet presAssocID="{F7887599-5144-4F89-A6FD-21AD526F0AC5}" presName="theList" presStyleCnt="0">
        <dgm:presLayoutVars>
          <dgm:dir/>
          <dgm:animLvl val="lvl"/>
          <dgm:resizeHandles val="exact"/>
        </dgm:presLayoutVars>
      </dgm:prSet>
      <dgm:spPr/>
      <dgm:t>
        <a:bodyPr/>
        <a:lstStyle/>
        <a:p>
          <a:endParaRPr lang="ru-RU"/>
        </a:p>
      </dgm:t>
    </dgm:pt>
    <dgm:pt modelId="{43654DF6-E018-4ED3-B633-3B2651E35CF5}" type="pres">
      <dgm:prSet presAssocID="{96B43729-32E7-4966-82B3-07411DB75AAD}" presName="compNode" presStyleCnt="0"/>
      <dgm:spPr/>
    </dgm:pt>
    <dgm:pt modelId="{B0D32EEB-1CC2-427D-8466-60D47ABB5F2C}" type="pres">
      <dgm:prSet presAssocID="{96B43729-32E7-4966-82B3-07411DB75AAD}" presName="noGeometry" presStyleCnt="0"/>
      <dgm:spPr/>
    </dgm:pt>
    <dgm:pt modelId="{B0B6F61C-C060-4C4C-96BF-4EE40B41E6A0}" type="pres">
      <dgm:prSet presAssocID="{96B43729-32E7-4966-82B3-07411DB75AAD}" presName="childTextVisible" presStyleLbl="bgAccFollowNode1" presStyleIdx="0" presStyleCnt="2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493E8DDC-FB4F-479C-B6D3-EC8C78C12EEC}" type="pres">
      <dgm:prSet presAssocID="{96B43729-32E7-4966-82B3-07411DB75AAD}" presName="childTextHidden" presStyleLbl="bgAccFollowNode1" presStyleIdx="0" presStyleCnt="2"/>
      <dgm:spPr/>
      <dgm:t>
        <a:bodyPr/>
        <a:lstStyle/>
        <a:p>
          <a:endParaRPr lang="ru-RU"/>
        </a:p>
      </dgm:t>
    </dgm:pt>
    <dgm:pt modelId="{E644A287-01BC-4CF5-B466-30846E7BBA7F}" type="pres">
      <dgm:prSet presAssocID="{96B43729-32E7-4966-82B3-07411DB75AAD}" presName="parentText" presStyleLbl="node1" presStyleIdx="0" presStyleCnt="2">
        <dgm:presLayoutVars>
          <dgm:chMax val="1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140D4898-DA02-4229-B01B-5DC1E2019E64}" type="pres">
      <dgm:prSet presAssocID="{96B43729-32E7-4966-82B3-07411DB75AAD}" presName="aSpace" presStyleCnt="0"/>
      <dgm:spPr/>
    </dgm:pt>
    <dgm:pt modelId="{B1E9E25E-78B8-46E7-9CB6-E90F48349CF9}" type="pres">
      <dgm:prSet presAssocID="{99708AB0-1646-4132-BB14-3DF8F6758D28}" presName="compNode" presStyleCnt="0"/>
      <dgm:spPr/>
    </dgm:pt>
    <dgm:pt modelId="{754077AE-D366-45EF-AECB-3479D724F6D6}" type="pres">
      <dgm:prSet presAssocID="{99708AB0-1646-4132-BB14-3DF8F6758D28}" presName="noGeometry" presStyleCnt="0"/>
      <dgm:spPr/>
    </dgm:pt>
    <dgm:pt modelId="{1FA1B9C7-0E34-4A44-A18B-216DF888F0C5}" type="pres">
      <dgm:prSet presAssocID="{99708AB0-1646-4132-BB14-3DF8F6758D28}" presName="childTextVisible" presStyleLbl="bgAccFollowNode1" presStyleIdx="1" presStyleCnt="2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F125536A-C7C4-4ECE-8B6D-D4E95D24701B}" type="pres">
      <dgm:prSet presAssocID="{99708AB0-1646-4132-BB14-3DF8F6758D28}" presName="childTextHidden" presStyleLbl="bgAccFollowNode1" presStyleIdx="1" presStyleCnt="2"/>
      <dgm:spPr/>
      <dgm:t>
        <a:bodyPr/>
        <a:lstStyle/>
        <a:p>
          <a:endParaRPr lang="ru-RU"/>
        </a:p>
      </dgm:t>
    </dgm:pt>
    <dgm:pt modelId="{0A88A3E8-7701-48D6-969C-59DBA88CA534}" type="pres">
      <dgm:prSet presAssocID="{99708AB0-1646-4132-BB14-3DF8F6758D28}" presName="parentText" presStyleLbl="node1" presStyleIdx="1" presStyleCnt="2">
        <dgm:presLayoutVars>
          <dgm:chMax val="1"/>
          <dgm:bulletEnabled val="1"/>
        </dgm:presLayoutVars>
      </dgm:prSet>
      <dgm:spPr/>
      <dgm:t>
        <a:bodyPr/>
        <a:lstStyle/>
        <a:p>
          <a:endParaRPr lang="ru-RU"/>
        </a:p>
      </dgm:t>
    </dgm:pt>
  </dgm:ptLst>
  <dgm:cxnLst>
    <dgm:cxn modelId="{8773AC68-D4E5-4E0F-8A9C-D80ACED6B4E1}" type="presOf" srcId="{8DB3673A-1FB4-4230-9129-2F630C046F7A}" destId="{B0B6F61C-C060-4C4C-96BF-4EE40B41E6A0}" srcOrd="0" destOrd="0" presId="urn:microsoft.com/office/officeart/2005/8/layout/hProcess6"/>
    <dgm:cxn modelId="{15B3F786-5A84-4A80-B2F8-C2F3BA18425F}" type="presOf" srcId="{A83CD0B5-99BC-4BE5-BEB2-E6030DA5E9B8}" destId="{1FA1B9C7-0E34-4A44-A18B-216DF888F0C5}" srcOrd="0" destOrd="0" presId="urn:microsoft.com/office/officeart/2005/8/layout/hProcess6"/>
    <dgm:cxn modelId="{33BDD9BD-21C8-4310-A351-0961BF2E2B3D}" type="presOf" srcId="{96B43729-32E7-4966-82B3-07411DB75AAD}" destId="{E644A287-01BC-4CF5-B466-30846E7BBA7F}" srcOrd="0" destOrd="0" presId="urn:microsoft.com/office/officeart/2005/8/layout/hProcess6"/>
    <dgm:cxn modelId="{756FE671-C7A9-4EDE-8AEB-7966D3D6399B}" type="presOf" srcId="{99708AB0-1646-4132-BB14-3DF8F6758D28}" destId="{0A88A3E8-7701-48D6-969C-59DBA88CA534}" srcOrd="0" destOrd="0" presId="urn:microsoft.com/office/officeart/2005/8/layout/hProcess6"/>
    <dgm:cxn modelId="{37A94EF3-E978-42D3-8162-19DADFEC16C6}" type="presOf" srcId="{A83CD0B5-99BC-4BE5-BEB2-E6030DA5E9B8}" destId="{F125536A-C7C4-4ECE-8B6D-D4E95D24701B}" srcOrd="1" destOrd="0" presId="urn:microsoft.com/office/officeart/2005/8/layout/hProcess6"/>
    <dgm:cxn modelId="{BAEBFEDC-88C7-4E2B-8374-8D82281EA5DD}" srcId="{F7887599-5144-4F89-A6FD-21AD526F0AC5}" destId="{96B43729-32E7-4966-82B3-07411DB75AAD}" srcOrd="0" destOrd="0" parTransId="{C06EE498-6C3C-4E22-8987-E7AA46028558}" sibTransId="{078144A0-6773-4DF4-A6D5-2E4B64907C23}"/>
    <dgm:cxn modelId="{30B4A2BC-F7C3-4A50-87F4-7C2FB445B286}" type="presOf" srcId="{F7887599-5144-4F89-A6FD-21AD526F0AC5}" destId="{DFB0D441-0B51-4119-A4EA-2C95C6F52CAD}" srcOrd="0" destOrd="0" presId="urn:microsoft.com/office/officeart/2005/8/layout/hProcess6"/>
    <dgm:cxn modelId="{A1298707-4F10-4E03-AC2E-5998703D8BD8}" srcId="{99708AB0-1646-4132-BB14-3DF8F6758D28}" destId="{A83CD0B5-99BC-4BE5-BEB2-E6030DA5E9B8}" srcOrd="0" destOrd="0" parTransId="{29D46E2A-0493-4148-8D53-7FEC0981D220}" sibTransId="{FB98DAD8-2F41-4A1A-8E52-5A17988C12AE}"/>
    <dgm:cxn modelId="{B27E4B46-A786-4B51-96B1-76697E6D3CD2}" srcId="{F7887599-5144-4F89-A6FD-21AD526F0AC5}" destId="{99708AB0-1646-4132-BB14-3DF8F6758D28}" srcOrd="1" destOrd="0" parTransId="{4485501E-98DA-4F48-9290-B9B204228490}" sibTransId="{7AAE1CE8-C90A-40F0-853F-3DFB5F65AC24}"/>
    <dgm:cxn modelId="{8C05B348-AB6B-4A4D-B12E-99E5147D7CFA}" srcId="{96B43729-32E7-4966-82B3-07411DB75AAD}" destId="{8DB3673A-1FB4-4230-9129-2F630C046F7A}" srcOrd="0" destOrd="0" parTransId="{1D763C43-04A0-4278-8A70-3DA6F43A52BB}" sibTransId="{7BDD3017-D7BF-4037-B9FB-5C3FDA7E0748}"/>
    <dgm:cxn modelId="{1146FEBF-230B-4A38-A4DF-32E622225E65}" type="presOf" srcId="{8DB3673A-1FB4-4230-9129-2F630C046F7A}" destId="{493E8DDC-FB4F-479C-B6D3-EC8C78C12EEC}" srcOrd="1" destOrd="0" presId="urn:microsoft.com/office/officeart/2005/8/layout/hProcess6"/>
    <dgm:cxn modelId="{BCE3AC4D-DC24-4399-A8C1-1727835A5086}" type="presParOf" srcId="{DFB0D441-0B51-4119-A4EA-2C95C6F52CAD}" destId="{43654DF6-E018-4ED3-B633-3B2651E35CF5}" srcOrd="0" destOrd="0" presId="urn:microsoft.com/office/officeart/2005/8/layout/hProcess6"/>
    <dgm:cxn modelId="{43297464-3AE7-402C-8E0E-0CF63BFC80E0}" type="presParOf" srcId="{43654DF6-E018-4ED3-B633-3B2651E35CF5}" destId="{B0D32EEB-1CC2-427D-8466-60D47ABB5F2C}" srcOrd="0" destOrd="0" presId="urn:microsoft.com/office/officeart/2005/8/layout/hProcess6"/>
    <dgm:cxn modelId="{D9219773-E5B7-439E-B5F4-F8898F3B1BEC}" type="presParOf" srcId="{43654DF6-E018-4ED3-B633-3B2651E35CF5}" destId="{B0B6F61C-C060-4C4C-96BF-4EE40B41E6A0}" srcOrd="1" destOrd="0" presId="urn:microsoft.com/office/officeart/2005/8/layout/hProcess6"/>
    <dgm:cxn modelId="{915D77DA-97F1-467F-B5AA-DFCA7390B484}" type="presParOf" srcId="{43654DF6-E018-4ED3-B633-3B2651E35CF5}" destId="{493E8DDC-FB4F-479C-B6D3-EC8C78C12EEC}" srcOrd="2" destOrd="0" presId="urn:microsoft.com/office/officeart/2005/8/layout/hProcess6"/>
    <dgm:cxn modelId="{B6339E27-2CE4-4BCF-98AE-B3E528EE80B8}" type="presParOf" srcId="{43654DF6-E018-4ED3-B633-3B2651E35CF5}" destId="{E644A287-01BC-4CF5-B466-30846E7BBA7F}" srcOrd="3" destOrd="0" presId="urn:microsoft.com/office/officeart/2005/8/layout/hProcess6"/>
    <dgm:cxn modelId="{B6EB6D3B-B5B2-4EEF-9A62-226A58F3FFD1}" type="presParOf" srcId="{DFB0D441-0B51-4119-A4EA-2C95C6F52CAD}" destId="{140D4898-DA02-4229-B01B-5DC1E2019E64}" srcOrd="1" destOrd="0" presId="urn:microsoft.com/office/officeart/2005/8/layout/hProcess6"/>
    <dgm:cxn modelId="{B0B5D7E6-6A12-4D6A-ACCE-07E2B8A9BD09}" type="presParOf" srcId="{DFB0D441-0B51-4119-A4EA-2C95C6F52CAD}" destId="{B1E9E25E-78B8-46E7-9CB6-E90F48349CF9}" srcOrd="2" destOrd="0" presId="urn:microsoft.com/office/officeart/2005/8/layout/hProcess6"/>
    <dgm:cxn modelId="{5451C048-F195-4656-AD5F-332D2EA6251A}" type="presParOf" srcId="{B1E9E25E-78B8-46E7-9CB6-E90F48349CF9}" destId="{754077AE-D366-45EF-AECB-3479D724F6D6}" srcOrd="0" destOrd="0" presId="urn:microsoft.com/office/officeart/2005/8/layout/hProcess6"/>
    <dgm:cxn modelId="{7481D4CB-62A6-4222-939B-940D8577B67F}" type="presParOf" srcId="{B1E9E25E-78B8-46E7-9CB6-E90F48349CF9}" destId="{1FA1B9C7-0E34-4A44-A18B-216DF888F0C5}" srcOrd="1" destOrd="0" presId="urn:microsoft.com/office/officeart/2005/8/layout/hProcess6"/>
    <dgm:cxn modelId="{E2B1DAE4-396D-4AE7-8E84-465E040DD98A}" type="presParOf" srcId="{B1E9E25E-78B8-46E7-9CB6-E90F48349CF9}" destId="{F125536A-C7C4-4ECE-8B6D-D4E95D24701B}" srcOrd="2" destOrd="0" presId="urn:microsoft.com/office/officeart/2005/8/layout/hProcess6"/>
    <dgm:cxn modelId="{F2106A1B-C82B-49E3-86D3-69AC73F72FE7}" type="presParOf" srcId="{B1E9E25E-78B8-46E7-9CB6-E90F48349CF9}" destId="{0A88A3E8-7701-48D6-969C-59DBA88CA534}" srcOrd="3" destOrd="0" presId="urn:microsoft.com/office/officeart/2005/8/layout/hProcess6"/>
  </dgm:cxnLst>
  <dgm:bg/>
  <dgm:whole/>
  <dgm:extLst>
    <a:ext uri="http://schemas.microsoft.com/office/drawing/2008/diagram">
      <dsp:dataModelExt xmlns:dsp="http://schemas.microsoft.com/office/drawing/2008/diagram" relId="rId11" minVer="http://schemas.openxmlformats.org/drawingml/2006/diagram"/>
    </a:ext>
  </dgm:extLst>
</dgm:dataModel>
</file>

<file path=ppt/diagrams/data10.xml><?xml version="1.0" encoding="utf-8"?>
<dgm:dataModel xmlns:dgm="http://schemas.openxmlformats.org/drawingml/2006/diagram" xmlns:a="http://schemas.openxmlformats.org/drawingml/2006/main">
  <dgm:ptLst>
    <dgm:pt modelId="{43654343-DB53-42AB-A74A-F1B8C77FC7AB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2E623F1E-8BE3-4C3D-8265-19EDBBBD0197}">
      <dgm:prSet phldrT="[Текст]"/>
      <dgm:spPr/>
      <dgm:t>
        <a:bodyPr/>
        <a:lstStyle/>
        <a:p>
          <a:r>
            <a:rPr lang="ru-RU" dirty="0" smtClean="0"/>
            <a:t>Функции библиотеки</a:t>
          </a:r>
          <a:endParaRPr lang="ru-RU" dirty="0"/>
        </a:p>
      </dgm:t>
    </dgm:pt>
    <dgm:pt modelId="{DC9D396A-E0D1-49AA-A782-4C3FBF25DB9D}" type="parTrans" cxnId="{1DC3C6B9-EDD0-4B3C-817F-3B6C7FA796B1}">
      <dgm:prSet/>
      <dgm:spPr/>
      <dgm:t>
        <a:bodyPr/>
        <a:lstStyle/>
        <a:p>
          <a:endParaRPr lang="ru-RU"/>
        </a:p>
      </dgm:t>
    </dgm:pt>
    <dgm:pt modelId="{D487729C-3736-4AB6-8A23-244116BE78F6}" type="sibTrans" cxnId="{1DC3C6B9-EDD0-4B3C-817F-3B6C7FA796B1}">
      <dgm:prSet/>
      <dgm:spPr/>
      <dgm:t>
        <a:bodyPr/>
        <a:lstStyle/>
        <a:p>
          <a:endParaRPr lang="ru-RU"/>
        </a:p>
      </dgm:t>
    </dgm:pt>
    <dgm:pt modelId="{79306A6F-DF62-4B70-AEAA-7AACBA933274}">
      <dgm:prSet phldrT="[Текст]"/>
      <dgm:spPr/>
      <dgm:t>
        <a:bodyPr/>
        <a:lstStyle/>
        <a:p>
          <a:r>
            <a:rPr lang="ru-RU" dirty="0" smtClean="0"/>
            <a:t>Прочитать/записать текстовый файл</a:t>
          </a:r>
          <a:endParaRPr lang="ru-RU" dirty="0"/>
        </a:p>
      </dgm:t>
    </dgm:pt>
    <dgm:pt modelId="{ED6D6C32-A6A4-4F53-BECD-31DF94AB2F2D}" type="parTrans" cxnId="{BAC2D091-19B2-47EA-A560-CF3C9EE07EEE}">
      <dgm:prSet/>
      <dgm:spPr/>
      <dgm:t>
        <a:bodyPr/>
        <a:lstStyle/>
        <a:p>
          <a:endParaRPr lang="ru-RU"/>
        </a:p>
      </dgm:t>
    </dgm:pt>
    <dgm:pt modelId="{3C0A9A96-F363-4021-A337-B08E7E4FF28B}" type="sibTrans" cxnId="{BAC2D091-19B2-47EA-A560-CF3C9EE07EEE}">
      <dgm:prSet/>
      <dgm:spPr/>
      <dgm:t>
        <a:bodyPr/>
        <a:lstStyle/>
        <a:p>
          <a:endParaRPr lang="ru-RU"/>
        </a:p>
      </dgm:t>
    </dgm:pt>
    <dgm:pt modelId="{1EF42ADA-5F02-4E46-BE50-FEA15D3D173E}">
      <dgm:prSet phldrT="[Текст]"/>
      <dgm:spPr/>
      <dgm:t>
        <a:bodyPr/>
        <a:lstStyle/>
        <a:p>
          <a:r>
            <a:rPr lang="ru-RU" dirty="0" smtClean="0"/>
            <a:t>Проверка при работе с файлами</a:t>
          </a:r>
          <a:endParaRPr lang="ru-RU" dirty="0"/>
        </a:p>
      </dgm:t>
    </dgm:pt>
    <dgm:pt modelId="{3C59A9C2-E01F-46D5-B3B1-192E43353452}" type="parTrans" cxnId="{6436DBCA-1735-4B6C-96BD-2870F8DDD555}">
      <dgm:prSet/>
      <dgm:spPr/>
      <dgm:t>
        <a:bodyPr/>
        <a:lstStyle/>
        <a:p>
          <a:endParaRPr lang="ru-RU"/>
        </a:p>
      </dgm:t>
    </dgm:pt>
    <dgm:pt modelId="{16D47AF7-45E3-4CA0-A461-E4B2D347912E}" type="sibTrans" cxnId="{6436DBCA-1735-4B6C-96BD-2870F8DDD555}">
      <dgm:prSet/>
      <dgm:spPr/>
      <dgm:t>
        <a:bodyPr/>
        <a:lstStyle/>
        <a:p>
          <a:endParaRPr lang="ru-RU"/>
        </a:p>
      </dgm:t>
    </dgm:pt>
    <dgm:pt modelId="{573D393A-66A2-446E-BFEF-C3FBF1C42C84}">
      <dgm:prSet phldrT="[Текст]"/>
      <dgm:spPr/>
      <dgm:t>
        <a:bodyPr/>
        <a:lstStyle/>
        <a:p>
          <a:r>
            <a:rPr lang="ru-RU" dirty="0" smtClean="0"/>
            <a:t>Проверка на существование файла</a:t>
          </a:r>
          <a:endParaRPr lang="ru-RU" dirty="0"/>
        </a:p>
      </dgm:t>
    </dgm:pt>
    <dgm:pt modelId="{8FB5C8FE-E193-41CA-9D85-84904BACA977}" type="parTrans" cxnId="{48A65D49-CABF-4D36-AE62-7F08CF0329A8}">
      <dgm:prSet/>
      <dgm:spPr/>
      <dgm:t>
        <a:bodyPr/>
        <a:lstStyle/>
        <a:p>
          <a:endParaRPr lang="ru-RU"/>
        </a:p>
      </dgm:t>
    </dgm:pt>
    <dgm:pt modelId="{20177508-7C4A-44B7-9491-F2F874B79DF0}" type="sibTrans" cxnId="{48A65D49-CABF-4D36-AE62-7F08CF0329A8}">
      <dgm:prSet/>
      <dgm:spPr/>
      <dgm:t>
        <a:bodyPr/>
        <a:lstStyle/>
        <a:p>
          <a:endParaRPr lang="ru-RU"/>
        </a:p>
      </dgm:t>
    </dgm:pt>
    <dgm:pt modelId="{6BC8465F-F152-4B2B-B6B0-8BEFA793F1E3}">
      <dgm:prSet phldrT="[Текст]"/>
      <dgm:spPr/>
      <dgm:t>
        <a:bodyPr/>
        <a:lstStyle/>
        <a:p>
          <a:r>
            <a:rPr lang="ru-RU" dirty="0" smtClean="0"/>
            <a:t>Прочитать/записать </a:t>
          </a:r>
          <a:r>
            <a:rPr lang="en-US" dirty="0" smtClean="0"/>
            <a:t>JSON-</a:t>
          </a:r>
          <a:r>
            <a:rPr lang="ru-RU" dirty="0" smtClean="0"/>
            <a:t>файл</a:t>
          </a:r>
          <a:endParaRPr lang="ru-RU" dirty="0"/>
        </a:p>
      </dgm:t>
    </dgm:pt>
    <dgm:pt modelId="{9A34D1F0-FD46-4312-B06F-D5D631444813}" type="parTrans" cxnId="{3CD1693C-FD15-4008-95EC-E01AA2B4F014}">
      <dgm:prSet/>
      <dgm:spPr/>
      <dgm:t>
        <a:bodyPr/>
        <a:lstStyle/>
        <a:p>
          <a:endParaRPr lang="ru-RU"/>
        </a:p>
      </dgm:t>
    </dgm:pt>
    <dgm:pt modelId="{A9B214D6-FC85-452E-A1AA-6CACFC7D5066}" type="sibTrans" cxnId="{3CD1693C-FD15-4008-95EC-E01AA2B4F014}">
      <dgm:prSet/>
      <dgm:spPr/>
      <dgm:t>
        <a:bodyPr/>
        <a:lstStyle/>
        <a:p>
          <a:endParaRPr lang="ru-RU"/>
        </a:p>
      </dgm:t>
    </dgm:pt>
    <dgm:pt modelId="{A11CB2FD-A157-4C68-83D6-C4C5B942172A}">
      <dgm:prSet phldrT="[Текст]"/>
      <dgm:spPr/>
      <dgm:t>
        <a:bodyPr/>
        <a:lstStyle/>
        <a:p>
          <a:r>
            <a:rPr lang="ru-RU" dirty="0" smtClean="0"/>
            <a:t>Проверить </a:t>
          </a:r>
          <a:r>
            <a:rPr lang="en-US" dirty="0" smtClean="0"/>
            <a:t>JSON-</a:t>
          </a:r>
          <a:r>
            <a:rPr lang="ru-RU" dirty="0" smtClean="0"/>
            <a:t>структуру на соответствие шаблону</a:t>
          </a:r>
          <a:endParaRPr lang="ru-RU" dirty="0"/>
        </a:p>
      </dgm:t>
    </dgm:pt>
    <dgm:pt modelId="{0253DC1D-0C3C-405D-93F7-80D19AD67065}" type="parTrans" cxnId="{F3B4AF9B-7FE3-40D3-BA22-E241A2CE68FB}">
      <dgm:prSet/>
      <dgm:spPr/>
      <dgm:t>
        <a:bodyPr/>
        <a:lstStyle/>
        <a:p>
          <a:endParaRPr lang="ru-RU"/>
        </a:p>
      </dgm:t>
    </dgm:pt>
    <dgm:pt modelId="{72CE49A4-A530-4D9D-B4FC-D654EF8E746F}" type="sibTrans" cxnId="{F3B4AF9B-7FE3-40D3-BA22-E241A2CE68FB}">
      <dgm:prSet/>
      <dgm:spPr/>
      <dgm:t>
        <a:bodyPr/>
        <a:lstStyle/>
        <a:p>
          <a:endParaRPr lang="ru-RU"/>
        </a:p>
      </dgm:t>
    </dgm:pt>
    <dgm:pt modelId="{6EC4C7A0-7E2A-47DE-B2E1-3DBF10A006E4}">
      <dgm:prSet phldrT="[Текст]"/>
      <dgm:spPr/>
      <dgm:t>
        <a:bodyPr/>
        <a:lstStyle/>
        <a:p>
          <a:r>
            <a:rPr lang="ru-RU" dirty="0" smtClean="0"/>
            <a:t>Проверка на открытие файла</a:t>
          </a:r>
          <a:endParaRPr lang="ru-RU" dirty="0"/>
        </a:p>
      </dgm:t>
    </dgm:pt>
    <dgm:pt modelId="{153CCD8A-EEDE-42A6-83D5-2DBF09F852E6}" type="parTrans" cxnId="{A077084D-BD82-48E8-9493-C824B2A7DEC1}">
      <dgm:prSet/>
      <dgm:spPr/>
      <dgm:t>
        <a:bodyPr/>
        <a:lstStyle/>
        <a:p>
          <a:endParaRPr lang="ru-RU"/>
        </a:p>
      </dgm:t>
    </dgm:pt>
    <dgm:pt modelId="{18B62E41-65DF-4ED6-9329-DB071B0EAC9F}" type="sibTrans" cxnId="{A077084D-BD82-48E8-9493-C824B2A7DEC1}">
      <dgm:prSet/>
      <dgm:spPr/>
      <dgm:t>
        <a:bodyPr/>
        <a:lstStyle/>
        <a:p>
          <a:endParaRPr lang="ru-RU"/>
        </a:p>
      </dgm:t>
    </dgm:pt>
    <dgm:pt modelId="{017FE366-74F1-4A0F-BBA6-BE17472606E3}">
      <dgm:prSet phldrT="[Текст]"/>
      <dgm:spPr/>
      <dgm:t>
        <a:bodyPr/>
        <a:lstStyle/>
        <a:p>
          <a:r>
            <a:rPr lang="ru-RU" dirty="0" smtClean="0"/>
            <a:t>Проверка на ошибки во время чтения/записи файла</a:t>
          </a:r>
          <a:endParaRPr lang="ru-RU" dirty="0"/>
        </a:p>
      </dgm:t>
    </dgm:pt>
    <dgm:pt modelId="{6204BB66-3532-4E4F-B7A3-5D564691C70E}" type="parTrans" cxnId="{ABE72B95-550F-4C6F-A736-9AEE0A6AFA42}">
      <dgm:prSet/>
      <dgm:spPr/>
      <dgm:t>
        <a:bodyPr/>
        <a:lstStyle/>
        <a:p>
          <a:endParaRPr lang="ru-RU"/>
        </a:p>
      </dgm:t>
    </dgm:pt>
    <dgm:pt modelId="{84425D09-E092-4EB6-A849-487EBDBB914D}" type="sibTrans" cxnId="{ABE72B95-550F-4C6F-A736-9AEE0A6AFA42}">
      <dgm:prSet/>
      <dgm:spPr/>
      <dgm:t>
        <a:bodyPr/>
        <a:lstStyle/>
        <a:p>
          <a:endParaRPr lang="ru-RU"/>
        </a:p>
      </dgm:t>
    </dgm:pt>
    <dgm:pt modelId="{8997A8C5-71D1-4253-A406-6EEF7A742701}" type="pres">
      <dgm:prSet presAssocID="{43654343-DB53-42AB-A74A-F1B8C77FC7AB}" presName="linear" presStyleCnt="0">
        <dgm:presLayoutVars>
          <dgm:animLvl val="lvl"/>
          <dgm:resizeHandles val="exact"/>
        </dgm:presLayoutVars>
      </dgm:prSet>
      <dgm:spPr/>
      <dgm:t>
        <a:bodyPr/>
        <a:lstStyle/>
        <a:p>
          <a:endParaRPr lang="ru-RU"/>
        </a:p>
      </dgm:t>
    </dgm:pt>
    <dgm:pt modelId="{B9E4810E-52F3-40F0-9593-6C037BA1D12A}" type="pres">
      <dgm:prSet presAssocID="{2E623F1E-8BE3-4C3D-8265-19EDBBBD0197}" presName="parentText" presStyleLbl="node1" presStyleIdx="0" presStyleCnt="2">
        <dgm:presLayoutVars>
          <dgm:chMax val="0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25A264F-F3DF-4EEC-8B66-102C93BB9818}" type="pres">
      <dgm:prSet presAssocID="{2E623F1E-8BE3-4C3D-8265-19EDBBBD0197}" presName="childText" presStyleLbl="revTx" presStyleIdx="0" presStyleCnt="2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557F1F5C-6D75-4492-8EF1-6580ED92ACAF}" type="pres">
      <dgm:prSet presAssocID="{1EF42ADA-5F02-4E46-BE50-FEA15D3D173E}" presName="parentText" presStyleLbl="node1" presStyleIdx="1" presStyleCnt="2">
        <dgm:presLayoutVars>
          <dgm:chMax val="0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57A1B8A-9783-4C29-9201-29A02D448FA4}" type="pres">
      <dgm:prSet presAssocID="{1EF42ADA-5F02-4E46-BE50-FEA15D3D173E}" presName="childText" presStyleLbl="revTx" presStyleIdx="1" presStyleCnt="2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</dgm:ptLst>
  <dgm:cxnLst>
    <dgm:cxn modelId="{1DC3C6B9-EDD0-4B3C-817F-3B6C7FA796B1}" srcId="{43654343-DB53-42AB-A74A-F1B8C77FC7AB}" destId="{2E623F1E-8BE3-4C3D-8265-19EDBBBD0197}" srcOrd="0" destOrd="0" parTransId="{DC9D396A-E0D1-49AA-A782-4C3FBF25DB9D}" sibTransId="{D487729C-3736-4AB6-8A23-244116BE78F6}"/>
    <dgm:cxn modelId="{D817F523-88F6-435B-AF3D-410EB41D04C7}" type="presOf" srcId="{79306A6F-DF62-4B70-AEAA-7AACBA933274}" destId="{625A264F-F3DF-4EEC-8B66-102C93BB9818}" srcOrd="0" destOrd="0" presId="urn:microsoft.com/office/officeart/2005/8/layout/vList2"/>
    <dgm:cxn modelId="{050D1CCC-6CCB-47AC-B1B0-006D5C3B9463}" type="presOf" srcId="{017FE366-74F1-4A0F-BBA6-BE17472606E3}" destId="{657A1B8A-9783-4C29-9201-29A02D448FA4}" srcOrd="0" destOrd="2" presId="urn:microsoft.com/office/officeart/2005/8/layout/vList2"/>
    <dgm:cxn modelId="{A077084D-BD82-48E8-9493-C824B2A7DEC1}" srcId="{1EF42ADA-5F02-4E46-BE50-FEA15D3D173E}" destId="{6EC4C7A0-7E2A-47DE-B2E1-3DBF10A006E4}" srcOrd="1" destOrd="0" parTransId="{153CCD8A-EEDE-42A6-83D5-2DBF09F852E6}" sibTransId="{18B62E41-65DF-4ED6-9329-DB071B0EAC9F}"/>
    <dgm:cxn modelId="{64AA8193-3439-4C5F-B251-813F4773F941}" type="presOf" srcId="{43654343-DB53-42AB-A74A-F1B8C77FC7AB}" destId="{8997A8C5-71D1-4253-A406-6EEF7A742701}" srcOrd="0" destOrd="0" presId="urn:microsoft.com/office/officeart/2005/8/layout/vList2"/>
    <dgm:cxn modelId="{3CD1693C-FD15-4008-95EC-E01AA2B4F014}" srcId="{2E623F1E-8BE3-4C3D-8265-19EDBBBD0197}" destId="{6BC8465F-F152-4B2B-B6B0-8BEFA793F1E3}" srcOrd="1" destOrd="0" parTransId="{9A34D1F0-FD46-4312-B06F-D5D631444813}" sibTransId="{A9B214D6-FC85-452E-A1AA-6CACFC7D5066}"/>
    <dgm:cxn modelId="{ABE72B95-550F-4C6F-A736-9AEE0A6AFA42}" srcId="{1EF42ADA-5F02-4E46-BE50-FEA15D3D173E}" destId="{017FE366-74F1-4A0F-BBA6-BE17472606E3}" srcOrd="2" destOrd="0" parTransId="{6204BB66-3532-4E4F-B7A3-5D564691C70E}" sibTransId="{84425D09-E092-4EB6-A849-487EBDBB914D}"/>
    <dgm:cxn modelId="{BAC2D091-19B2-47EA-A560-CF3C9EE07EEE}" srcId="{2E623F1E-8BE3-4C3D-8265-19EDBBBD0197}" destId="{79306A6F-DF62-4B70-AEAA-7AACBA933274}" srcOrd="0" destOrd="0" parTransId="{ED6D6C32-A6A4-4F53-BECD-31DF94AB2F2D}" sibTransId="{3C0A9A96-F363-4021-A337-B08E7E4FF28B}"/>
    <dgm:cxn modelId="{6436DBCA-1735-4B6C-96BD-2870F8DDD555}" srcId="{43654343-DB53-42AB-A74A-F1B8C77FC7AB}" destId="{1EF42ADA-5F02-4E46-BE50-FEA15D3D173E}" srcOrd="1" destOrd="0" parTransId="{3C59A9C2-E01F-46D5-B3B1-192E43353452}" sibTransId="{16D47AF7-45E3-4CA0-A461-E4B2D347912E}"/>
    <dgm:cxn modelId="{F10569FF-8F86-4F84-B533-45D6AE975FD5}" type="presOf" srcId="{A11CB2FD-A157-4C68-83D6-C4C5B942172A}" destId="{625A264F-F3DF-4EEC-8B66-102C93BB9818}" srcOrd="0" destOrd="2" presId="urn:microsoft.com/office/officeart/2005/8/layout/vList2"/>
    <dgm:cxn modelId="{C3CFC676-C5FC-4571-B86C-5A148CFD44A5}" type="presOf" srcId="{6EC4C7A0-7E2A-47DE-B2E1-3DBF10A006E4}" destId="{657A1B8A-9783-4C29-9201-29A02D448FA4}" srcOrd="0" destOrd="1" presId="urn:microsoft.com/office/officeart/2005/8/layout/vList2"/>
    <dgm:cxn modelId="{8D2F85D3-D5F7-4AFE-ACBB-57AD0CD0C668}" type="presOf" srcId="{6BC8465F-F152-4B2B-B6B0-8BEFA793F1E3}" destId="{625A264F-F3DF-4EEC-8B66-102C93BB9818}" srcOrd="0" destOrd="1" presId="urn:microsoft.com/office/officeart/2005/8/layout/vList2"/>
    <dgm:cxn modelId="{6CF4803D-F75D-4A12-AC1C-B72C879BD512}" type="presOf" srcId="{1EF42ADA-5F02-4E46-BE50-FEA15D3D173E}" destId="{557F1F5C-6D75-4492-8EF1-6580ED92ACAF}" srcOrd="0" destOrd="0" presId="urn:microsoft.com/office/officeart/2005/8/layout/vList2"/>
    <dgm:cxn modelId="{E8D8967D-C691-4B22-97CC-DB357D43275D}" type="presOf" srcId="{573D393A-66A2-446E-BFEF-C3FBF1C42C84}" destId="{657A1B8A-9783-4C29-9201-29A02D448FA4}" srcOrd="0" destOrd="0" presId="urn:microsoft.com/office/officeart/2005/8/layout/vList2"/>
    <dgm:cxn modelId="{F3B4AF9B-7FE3-40D3-BA22-E241A2CE68FB}" srcId="{2E623F1E-8BE3-4C3D-8265-19EDBBBD0197}" destId="{A11CB2FD-A157-4C68-83D6-C4C5B942172A}" srcOrd="2" destOrd="0" parTransId="{0253DC1D-0C3C-405D-93F7-80D19AD67065}" sibTransId="{72CE49A4-A530-4D9D-B4FC-D654EF8E746F}"/>
    <dgm:cxn modelId="{CAD3D820-E2B7-4353-8121-030808F9E88E}" type="presOf" srcId="{2E623F1E-8BE3-4C3D-8265-19EDBBBD0197}" destId="{B9E4810E-52F3-40F0-9593-6C037BA1D12A}" srcOrd="0" destOrd="0" presId="urn:microsoft.com/office/officeart/2005/8/layout/vList2"/>
    <dgm:cxn modelId="{48A65D49-CABF-4D36-AE62-7F08CF0329A8}" srcId="{1EF42ADA-5F02-4E46-BE50-FEA15D3D173E}" destId="{573D393A-66A2-446E-BFEF-C3FBF1C42C84}" srcOrd="0" destOrd="0" parTransId="{8FB5C8FE-E193-41CA-9D85-84904BACA977}" sibTransId="{20177508-7C4A-44B7-9491-F2F874B79DF0}"/>
    <dgm:cxn modelId="{B0F92AEA-C73F-4AC3-ADE5-AD6CDED41AA6}" type="presParOf" srcId="{8997A8C5-71D1-4253-A406-6EEF7A742701}" destId="{B9E4810E-52F3-40F0-9593-6C037BA1D12A}" srcOrd="0" destOrd="0" presId="urn:microsoft.com/office/officeart/2005/8/layout/vList2"/>
    <dgm:cxn modelId="{E4A5257F-7DB9-4081-9EE2-928FC54713AA}" type="presParOf" srcId="{8997A8C5-71D1-4253-A406-6EEF7A742701}" destId="{625A264F-F3DF-4EEC-8B66-102C93BB9818}" srcOrd="1" destOrd="0" presId="urn:microsoft.com/office/officeart/2005/8/layout/vList2"/>
    <dgm:cxn modelId="{637DB6D7-B307-41C3-8B70-014AB2C84E55}" type="presParOf" srcId="{8997A8C5-71D1-4253-A406-6EEF7A742701}" destId="{557F1F5C-6D75-4492-8EF1-6580ED92ACAF}" srcOrd="2" destOrd="0" presId="urn:microsoft.com/office/officeart/2005/8/layout/vList2"/>
    <dgm:cxn modelId="{C7445A9E-61AD-411A-98E4-88100172EE7C}" type="presParOf" srcId="{8997A8C5-71D1-4253-A406-6EEF7A742701}" destId="{657A1B8A-9783-4C29-9201-29A02D448FA4}" srcOrd="3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1.xml><?xml version="1.0" encoding="utf-8"?>
<dgm:dataModel xmlns:dgm="http://schemas.openxmlformats.org/drawingml/2006/diagram" xmlns:a="http://schemas.openxmlformats.org/drawingml/2006/main">
  <dgm:ptLst>
    <dgm:pt modelId="{DE97C37A-15F9-479B-99A3-F6B494A17A28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48CC3452-B333-4F90-887E-97722077E109}">
      <dgm:prSet phldrT="[Текст]"/>
      <dgm:spPr/>
      <dgm:t>
        <a:bodyPr/>
        <a:lstStyle/>
        <a:p>
          <a:r>
            <a:rPr lang="ru-RU" dirty="0" smtClean="0"/>
            <a:t>Функции библиотеки</a:t>
          </a:r>
          <a:endParaRPr lang="ru-RU" dirty="0"/>
        </a:p>
      </dgm:t>
    </dgm:pt>
    <dgm:pt modelId="{35712032-4428-4257-9017-747507727C01}" type="parTrans" cxnId="{6E5F6FAF-D8FF-4B9A-95AB-5E41E36C5067}">
      <dgm:prSet/>
      <dgm:spPr/>
      <dgm:t>
        <a:bodyPr/>
        <a:lstStyle/>
        <a:p>
          <a:endParaRPr lang="ru-RU"/>
        </a:p>
      </dgm:t>
    </dgm:pt>
    <dgm:pt modelId="{E4073338-D12C-4A4B-BB0F-7A4D7334FDF9}" type="sibTrans" cxnId="{6E5F6FAF-D8FF-4B9A-95AB-5E41E36C5067}">
      <dgm:prSet/>
      <dgm:spPr/>
      <dgm:t>
        <a:bodyPr/>
        <a:lstStyle/>
        <a:p>
          <a:endParaRPr lang="ru-RU"/>
        </a:p>
      </dgm:t>
    </dgm:pt>
    <dgm:pt modelId="{9B56D241-76D7-4251-B32B-D23DBA23DD57}">
      <dgm:prSet phldrT="[Текст]"/>
      <dgm:spPr/>
      <dgm:t>
        <a:bodyPr/>
        <a:lstStyle/>
        <a:p>
          <a:r>
            <a:rPr lang="ru-RU" dirty="0" smtClean="0"/>
            <a:t>Предоставляет 5 уровней логирования</a:t>
          </a:r>
          <a:endParaRPr lang="ru-RU" dirty="0"/>
        </a:p>
      </dgm:t>
    </dgm:pt>
    <dgm:pt modelId="{6FF665C2-6B19-4231-9619-04858625CE9E}" type="parTrans" cxnId="{8A696FEE-1277-452D-A088-A2A0DAE032E4}">
      <dgm:prSet/>
      <dgm:spPr/>
      <dgm:t>
        <a:bodyPr/>
        <a:lstStyle/>
        <a:p>
          <a:endParaRPr lang="ru-RU"/>
        </a:p>
      </dgm:t>
    </dgm:pt>
    <dgm:pt modelId="{033FF7EA-AA5C-45DB-95B2-A6FC5F7DCF5A}" type="sibTrans" cxnId="{8A696FEE-1277-452D-A088-A2A0DAE032E4}">
      <dgm:prSet/>
      <dgm:spPr/>
      <dgm:t>
        <a:bodyPr/>
        <a:lstStyle/>
        <a:p>
          <a:endParaRPr lang="ru-RU"/>
        </a:p>
      </dgm:t>
    </dgm:pt>
    <dgm:pt modelId="{D02487A7-D405-4913-B5D3-9E4B813ED8A3}">
      <dgm:prSet phldrT="[Текст]"/>
      <dgm:spPr/>
      <dgm:t>
        <a:bodyPr/>
        <a:lstStyle/>
        <a:p>
          <a:r>
            <a:rPr lang="ru-RU" dirty="0" smtClean="0"/>
            <a:t>Внутренние функции</a:t>
          </a:r>
          <a:endParaRPr lang="ru-RU" dirty="0"/>
        </a:p>
      </dgm:t>
    </dgm:pt>
    <dgm:pt modelId="{5A3BC19E-47B9-4A58-9EB8-BD29DF168158}" type="parTrans" cxnId="{8C4092E5-17AE-4DF4-B0A6-9820210905D1}">
      <dgm:prSet/>
      <dgm:spPr/>
      <dgm:t>
        <a:bodyPr/>
        <a:lstStyle/>
        <a:p>
          <a:endParaRPr lang="ru-RU"/>
        </a:p>
      </dgm:t>
    </dgm:pt>
    <dgm:pt modelId="{94DB38CC-2E78-4908-B401-D8F6866C6328}" type="sibTrans" cxnId="{8C4092E5-17AE-4DF4-B0A6-9820210905D1}">
      <dgm:prSet/>
      <dgm:spPr/>
      <dgm:t>
        <a:bodyPr/>
        <a:lstStyle/>
        <a:p>
          <a:endParaRPr lang="ru-RU"/>
        </a:p>
      </dgm:t>
    </dgm:pt>
    <dgm:pt modelId="{8BFD0C5C-B51E-4EC7-ADD9-528DAF03ABF3}">
      <dgm:prSet phldrT="[Текст]"/>
      <dgm:spPr/>
      <dgm:t>
        <a:bodyPr/>
        <a:lstStyle/>
        <a:p>
          <a:r>
            <a:rPr lang="ru-RU" dirty="0" smtClean="0"/>
            <a:t>Записывает сообщения в лог-файлы в другом потоке</a:t>
          </a:r>
          <a:endParaRPr lang="ru-RU" dirty="0"/>
        </a:p>
      </dgm:t>
    </dgm:pt>
    <dgm:pt modelId="{BB8B7341-F9C0-4D44-BFF3-EF4184FB971B}" type="parTrans" cxnId="{EABBA5E9-2939-4F28-A387-DD26B4742B91}">
      <dgm:prSet/>
      <dgm:spPr/>
      <dgm:t>
        <a:bodyPr/>
        <a:lstStyle/>
        <a:p>
          <a:endParaRPr lang="ru-RU"/>
        </a:p>
      </dgm:t>
    </dgm:pt>
    <dgm:pt modelId="{F42BB69E-AF42-478D-B006-D93189C1974B}" type="sibTrans" cxnId="{EABBA5E9-2939-4F28-A387-DD26B4742B91}">
      <dgm:prSet/>
      <dgm:spPr/>
      <dgm:t>
        <a:bodyPr/>
        <a:lstStyle/>
        <a:p>
          <a:endParaRPr lang="ru-RU"/>
        </a:p>
      </dgm:t>
    </dgm:pt>
    <dgm:pt modelId="{E63A86B8-E71D-4DCF-8529-FC80F323294E}">
      <dgm:prSet phldrT="[Текст]"/>
      <dgm:spPr/>
      <dgm:t>
        <a:bodyPr/>
        <a:lstStyle/>
        <a:p>
          <a:r>
            <a:rPr lang="ru-RU" dirty="0" smtClean="0"/>
            <a:t>Выводит события в консоль в другом потоке и в другом процессе</a:t>
          </a:r>
          <a:endParaRPr lang="ru-RU" dirty="0"/>
        </a:p>
      </dgm:t>
    </dgm:pt>
    <dgm:pt modelId="{47AF8924-2A5F-4625-AE87-F524E7E949DD}" type="parTrans" cxnId="{0A75C6FB-C679-4699-9B74-0EDF79087546}">
      <dgm:prSet/>
      <dgm:spPr/>
      <dgm:t>
        <a:bodyPr/>
        <a:lstStyle/>
        <a:p>
          <a:endParaRPr lang="ru-RU"/>
        </a:p>
      </dgm:t>
    </dgm:pt>
    <dgm:pt modelId="{B71E376A-E657-4C43-BF6D-716913A47424}" type="sibTrans" cxnId="{0A75C6FB-C679-4699-9B74-0EDF79087546}">
      <dgm:prSet/>
      <dgm:spPr/>
      <dgm:t>
        <a:bodyPr/>
        <a:lstStyle/>
        <a:p>
          <a:endParaRPr lang="ru-RU"/>
        </a:p>
      </dgm:t>
    </dgm:pt>
    <dgm:pt modelId="{055380E7-1356-4300-812C-461537FDAF9B}">
      <dgm:prSet phldrT="[Текст]"/>
      <dgm:spPr/>
      <dgm:t>
        <a:bodyPr/>
        <a:lstStyle/>
        <a:p>
          <a:r>
            <a:rPr lang="ru-RU" dirty="0" smtClean="0"/>
            <a:t>Регулирует интервал времени использования файла</a:t>
          </a:r>
          <a:endParaRPr lang="ru-RU" dirty="0"/>
        </a:p>
      </dgm:t>
    </dgm:pt>
    <dgm:pt modelId="{75C7FA51-3E92-4F51-A151-B733AF643E08}" type="parTrans" cxnId="{292E37D6-5817-418F-8356-00BAA360ED99}">
      <dgm:prSet/>
      <dgm:spPr/>
      <dgm:t>
        <a:bodyPr/>
        <a:lstStyle/>
        <a:p>
          <a:endParaRPr lang="ru-RU"/>
        </a:p>
      </dgm:t>
    </dgm:pt>
    <dgm:pt modelId="{1BF5A7B9-846E-49DC-AE12-12C6C253096B}" type="sibTrans" cxnId="{292E37D6-5817-418F-8356-00BAA360ED99}">
      <dgm:prSet/>
      <dgm:spPr/>
      <dgm:t>
        <a:bodyPr/>
        <a:lstStyle/>
        <a:p>
          <a:endParaRPr lang="ru-RU"/>
        </a:p>
      </dgm:t>
    </dgm:pt>
    <dgm:pt modelId="{36FF98E9-5656-4EF7-8B92-CC6F2A5F3655}">
      <dgm:prSet phldrT="[Текст]"/>
      <dgm:spPr/>
      <dgm:t>
        <a:bodyPr/>
        <a:lstStyle/>
        <a:p>
          <a:r>
            <a:rPr lang="ru-RU" dirty="0" smtClean="0"/>
            <a:t>Регулирует интервал времени хранения файла</a:t>
          </a:r>
          <a:endParaRPr lang="ru-RU" dirty="0"/>
        </a:p>
      </dgm:t>
    </dgm:pt>
    <dgm:pt modelId="{8E8E9C50-21B7-4177-99CD-CFA3DFF060E1}" type="parTrans" cxnId="{E9A4FEA3-CFB4-4EE6-8C72-DE0E32EC7C9E}">
      <dgm:prSet/>
      <dgm:spPr/>
      <dgm:t>
        <a:bodyPr/>
        <a:lstStyle/>
        <a:p>
          <a:endParaRPr lang="ru-RU"/>
        </a:p>
      </dgm:t>
    </dgm:pt>
    <dgm:pt modelId="{CF367263-300A-4100-B1C8-2469043859E7}" type="sibTrans" cxnId="{E9A4FEA3-CFB4-4EE6-8C72-DE0E32EC7C9E}">
      <dgm:prSet/>
      <dgm:spPr/>
      <dgm:t>
        <a:bodyPr/>
        <a:lstStyle/>
        <a:p>
          <a:endParaRPr lang="ru-RU"/>
        </a:p>
      </dgm:t>
    </dgm:pt>
    <dgm:pt modelId="{A765A4A8-D9EA-411B-BB69-52A9710F2630}">
      <dgm:prSet phldrT="[Текст]"/>
      <dgm:spPr/>
      <dgm:t>
        <a:bodyPr/>
        <a:lstStyle/>
        <a:p>
          <a:endParaRPr lang="ru-RU" dirty="0"/>
        </a:p>
      </dgm:t>
    </dgm:pt>
    <dgm:pt modelId="{EA7E045F-72D8-4A79-B9BB-E4709CC8F5FF}" type="parTrans" cxnId="{A6156309-2BA0-4C3C-9452-55FC45A16B5C}">
      <dgm:prSet/>
      <dgm:spPr/>
      <dgm:t>
        <a:bodyPr/>
        <a:lstStyle/>
        <a:p>
          <a:endParaRPr lang="ru-RU"/>
        </a:p>
      </dgm:t>
    </dgm:pt>
    <dgm:pt modelId="{7C87BFC3-5B3B-466A-AA3A-26DFAF5EB4D8}" type="sibTrans" cxnId="{A6156309-2BA0-4C3C-9452-55FC45A16B5C}">
      <dgm:prSet/>
      <dgm:spPr/>
      <dgm:t>
        <a:bodyPr/>
        <a:lstStyle/>
        <a:p>
          <a:endParaRPr lang="ru-RU"/>
        </a:p>
      </dgm:t>
    </dgm:pt>
    <dgm:pt modelId="{C10E8076-8318-4B9B-A3D2-9D98281FA950}" type="pres">
      <dgm:prSet presAssocID="{DE97C37A-15F9-479B-99A3-F6B494A17A28}" presName="linear" presStyleCnt="0">
        <dgm:presLayoutVars>
          <dgm:animLvl val="lvl"/>
          <dgm:resizeHandles val="exact"/>
        </dgm:presLayoutVars>
      </dgm:prSet>
      <dgm:spPr/>
      <dgm:t>
        <a:bodyPr/>
        <a:lstStyle/>
        <a:p>
          <a:endParaRPr lang="ru-RU"/>
        </a:p>
      </dgm:t>
    </dgm:pt>
    <dgm:pt modelId="{A44F0C9A-3648-4916-982F-AF9587978149}" type="pres">
      <dgm:prSet presAssocID="{48CC3452-B333-4F90-887E-97722077E109}" presName="parentText" presStyleLbl="node1" presStyleIdx="0" presStyleCnt="2" custLinFactNeighborY="-3949">
        <dgm:presLayoutVars>
          <dgm:chMax val="0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F2725D4B-59A7-40CF-AA8E-A27EC37530B2}" type="pres">
      <dgm:prSet presAssocID="{48CC3452-B333-4F90-887E-97722077E109}" presName="childText" presStyleLbl="revTx" presStyleIdx="0" presStyleCnt="2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C5C9815-44A2-4551-A509-FE6F0947C3DB}" type="pres">
      <dgm:prSet presAssocID="{D02487A7-D405-4913-B5D3-9E4B813ED8A3}" presName="parentText" presStyleLbl="node1" presStyleIdx="1" presStyleCnt="2">
        <dgm:presLayoutVars>
          <dgm:chMax val="0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84271FDF-D644-48A5-8BBB-391AF85E26F5}" type="pres">
      <dgm:prSet presAssocID="{D02487A7-D405-4913-B5D3-9E4B813ED8A3}" presName="childText" presStyleLbl="revTx" presStyleIdx="1" presStyleCnt="2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</dgm:ptLst>
  <dgm:cxnLst>
    <dgm:cxn modelId="{45C6F249-C43F-44BD-A69C-06024208D4CD}" type="presOf" srcId="{D02487A7-D405-4913-B5D3-9E4B813ED8A3}" destId="{6C5C9815-44A2-4551-A509-FE6F0947C3DB}" srcOrd="0" destOrd="0" presId="urn:microsoft.com/office/officeart/2005/8/layout/vList2"/>
    <dgm:cxn modelId="{292E37D6-5817-418F-8356-00BAA360ED99}" srcId="{D02487A7-D405-4913-B5D3-9E4B813ED8A3}" destId="{055380E7-1356-4300-812C-461537FDAF9B}" srcOrd="2" destOrd="0" parTransId="{75C7FA51-3E92-4F51-A151-B733AF643E08}" sibTransId="{1BF5A7B9-846E-49DC-AE12-12C6C253096B}"/>
    <dgm:cxn modelId="{BB4D84FE-B35E-426F-AB9F-453154F18EFF}" type="presOf" srcId="{E63A86B8-E71D-4DCF-8529-FC80F323294E}" destId="{84271FDF-D644-48A5-8BBB-391AF85E26F5}" srcOrd="0" destOrd="1" presId="urn:microsoft.com/office/officeart/2005/8/layout/vList2"/>
    <dgm:cxn modelId="{6E5F6FAF-D8FF-4B9A-95AB-5E41E36C5067}" srcId="{DE97C37A-15F9-479B-99A3-F6B494A17A28}" destId="{48CC3452-B333-4F90-887E-97722077E109}" srcOrd="0" destOrd="0" parTransId="{35712032-4428-4257-9017-747507727C01}" sibTransId="{E4073338-D12C-4A4B-BB0F-7A4D7334FDF9}"/>
    <dgm:cxn modelId="{65FDA107-F44B-492D-A4B2-474539DB3F44}" type="presOf" srcId="{A765A4A8-D9EA-411B-BB69-52A9710F2630}" destId="{84271FDF-D644-48A5-8BBB-391AF85E26F5}" srcOrd="0" destOrd="4" presId="urn:microsoft.com/office/officeart/2005/8/layout/vList2"/>
    <dgm:cxn modelId="{6CF9AE95-5CBE-4130-BDA5-89517B80A488}" type="presOf" srcId="{48CC3452-B333-4F90-887E-97722077E109}" destId="{A44F0C9A-3648-4916-982F-AF9587978149}" srcOrd="0" destOrd="0" presId="urn:microsoft.com/office/officeart/2005/8/layout/vList2"/>
    <dgm:cxn modelId="{8C4092E5-17AE-4DF4-B0A6-9820210905D1}" srcId="{DE97C37A-15F9-479B-99A3-F6B494A17A28}" destId="{D02487A7-D405-4913-B5D3-9E4B813ED8A3}" srcOrd="1" destOrd="0" parTransId="{5A3BC19E-47B9-4A58-9EB8-BD29DF168158}" sibTransId="{94DB38CC-2E78-4908-B401-D8F6866C6328}"/>
    <dgm:cxn modelId="{8A696FEE-1277-452D-A088-A2A0DAE032E4}" srcId="{48CC3452-B333-4F90-887E-97722077E109}" destId="{9B56D241-76D7-4251-B32B-D23DBA23DD57}" srcOrd="0" destOrd="0" parTransId="{6FF665C2-6B19-4231-9619-04858625CE9E}" sibTransId="{033FF7EA-AA5C-45DB-95B2-A6FC5F7DCF5A}"/>
    <dgm:cxn modelId="{EABBA5E9-2939-4F28-A387-DD26B4742B91}" srcId="{D02487A7-D405-4913-B5D3-9E4B813ED8A3}" destId="{8BFD0C5C-B51E-4EC7-ADD9-528DAF03ABF3}" srcOrd="0" destOrd="0" parTransId="{BB8B7341-F9C0-4D44-BFF3-EF4184FB971B}" sibTransId="{F42BB69E-AF42-478D-B006-D93189C1974B}"/>
    <dgm:cxn modelId="{0A75C6FB-C679-4699-9B74-0EDF79087546}" srcId="{D02487A7-D405-4913-B5D3-9E4B813ED8A3}" destId="{E63A86B8-E71D-4DCF-8529-FC80F323294E}" srcOrd="1" destOrd="0" parTransId="{47AF8924-2A5F-4625-AE87-F524E7E949DD}" sibTransId="{B71E376A-E657-4C43-BF6D-716913A47424}"/>
    <dgm:cxn modelId="{ACECFABB-76FA-40CD-9BBD-5943CA621126}" type="presOf" srcId="{DE97C37A-15F9-479B-99A3-F6B494A17A28}" destId="{C10E8076-8318-4B9B-A3D2-9D98281FA950}" srcOrd="0" destOrd="0" presId="urn:microsoft.com/office/officeart/2005/8/layout/vList2"/>
    <dgm:cxn modelId="{A6156309-2BA0-4C3C-9452-55FC45A16B5C}" srcId="{D02487A7-D405-4913-B5D3-9E4B813ED8A3}" destId="{A765A4A8-D9EA-411B-BB69-52A9710F2630}" srcOrd="4" destOrd="0" parTransId="{EA7E045F-72D8-4A79-B9BB-E4709CC8F5FF}" sibTransId="{7C87BFC3-5B3B-466A-AA3A-26DFAF5EB4D8}"/>
    <dgm:cxn modelId="{37AA7197-7AF4-41DC-87A5-948259B6B358}" type="presOf" srcId="{36FF98E9-5656-4EF7-8B92-CC6F2A5F3655}" destId="{84271FDF-D644-48A5-8BBB-391AF85E26F5}" srcOrd="0" destOrd="3" presId="urn:microsoft.com/office/officeart/2005/8/layout/vList2"/>
    <dgm:cxn modelId="{A8E51018-5A4E-4B00-952F-D37BA21810CA}" type="presOf" srcId="{9B56D241-76D7-4251-B32B-D23DBA23DD57}" destId="{F2725D4B-59A7-40CF-AA8E-A27EC37530B2}" srcOrd="0" destOrd="0" presId="urn:microsoft.com/office/officeart/2005/8/layout/vList2"/>
    <dgm:cxn modelId="{E9A4FEA3-CFB4-4EE6-8C72-DE0E32EC7C9E}" srcId="{D02487A7-D405-4913-B5D3-9E4B813ED8A3}" destId="{36FF98E9-5656-4EF7-8B92-CC6F2A5F3655}" srcOrd="3" destOrd="0" parTransId="{8E8E9C50-21B7-4177-99CD-CFA3DFF060E1}" sibTransId="{CF367263-300A-4100-B1C8-2469043859E7}"/>
    <dgm:cxn modelId="{10FBC9D2-A87E-47C9-90AC-21A4E8F04A6E}" type="presOf" srcId="{055380E7-1356-4300-812C-461537FDAF9B}" destId="{84271FDF-D644-48A5-8BBB-391AF85E26F5}" srcOrd="0" destOrd="2" presId="urn:microsoft.com/office/officeart/2005/8/layout/vList2"/>
    <dgm:cxn modelId="{928B8612-29A1-4AF7-8C9C-B2E81B819C0C}" type="presOf" srcId="{8BFD0C5C-B51E-4EC7-ADD9-528DAF03ABF3}" destId="{84271FDF-D644-48A5-8BBB-391AF85E26F5}" srcOrd="0" destOrd="0" presId="urn:microsoft.com/office/officeart/2005/8/layout/vList2"/>
    <dgm:cxn modelId="{8A6C2138-6402-4452-9E4D-3C076A465B77}" type="presParOf" srcId="{C10E8076-8318-4B9B-A3D2-9D98281FA950}" destId="{A44F0C9A-3648-4916-982F-AF9587978149}" srcOrd="0" destOrd="0" presId="urn:microsoft.com/office/officeart/2005/8/layout/vList2"/>
    <dgm:cxn modelId="{D0F92004-6579-41C3-A714-E6EDACAF1E01}" type="presParOf" srcId="{C10E8076-8318-4B9B-A3D2-9D98281FA950}" destId="{F2725D4B-59A7-40CF-AA8E-A27EC37530B2}" srcOrd="1" destOrd="0" presId="urn:microsoft.com/office/officeart/2005/8/layout/vList2"/>
    <dgm:cxn modelId="{0A75F33F-A9F7-4CF5-B884-15CA5ACF7B1A}" type="presParOf" srcId="{C10E8076-8318-4B9B-A3D2-9D98281FA950}" destId="{6C5C9815-44A2-4551-A509-FE6F0947C3DB}" srcOrd="2" destOrd="0" presId="urn:microsoft.com/office/officeart/2005/8/layout/vList2"/>
    <dgm:cxn modelId="{5BA7020F-13A4-483D-8003-BB6D7E210669}" type="presParOf" srcId="{C10E8076-8318-4B9B-A3D2-9D98281FA950}" destId="{84271FDF-D644-48A5-8BBB-391AF85E26F5}" srcOrd="3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79E3C58-C50D-4A55-BAE6-20C3BE97D482}">
      <dsp:nvSpPr>
        <dsp:cNvPr id="0" name=""/>
        <dsp:cNvSpPr/>
      </dsp:nvSpPr>
      <dsp:spPr>
        <a:xfrm>
          <a:off x="5391" y="221260"/>
          <a:ext cx="1934180" cy="1704195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 t="-21000" b="-21000"/>
          </a:stretch>
        </a:blip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F9F2284-2284-4732-9015-3FEC425942BA}">
      <dsp:nvSpPr>
        <dsp:cNvPr id="0" name=""/>
        <dsp:cNvSpPr/>
      </dsp:nvSpPr>
      <dsp:spPr>
        <a:xfrm>
          <a:off x="0" y="2605836"/>
          <a:ext cx="2411756" cy="1265448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t" anchorCtr="0">
          <a:noAutofit/>
        </a:bodyPr>
        <a:lstStyle/>
        <a:p>
          <a:pPr lvl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endParaRPr lang="ru-RU" sz="2300" kern="1200"/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endParaRPr lang="ru-RU" sz="1800" kern="1200"/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endParaRPr lang="ru-RU" sz="1800" kern="1200"/>
        </a:p>
      </dsp:txBody>
      <dsp:txXfrm>
        <a:off x="37064" y="2642900"/>
        <a:ext cx="2337628" cy="1191320"/>
      </dsp:txXfrm>
    </dsp:sp>
    <dsp:sp modelId="{9FBC957F-813F-4C5F-8238-EDB031A6FB65}">
      <dsp:nvSpPr>
        <dsp:cNvPr id="0" name=""/>
        <dsp:cNvSpPr/>
      </dsp:nvSpPr>
      <dsp:spPr>
        <a:xfrm>
          <a:off x="2487939" y="886243"/>
          <a:ext cx="549718" cy="579511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lvl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endParaRPr lang="ru-RU" sz="2400" kern="1200"/>
        </a:p>
      </dsp:txBody>
      <dsp:txXfrm>
        <a:off x="2487939" y="1002145"/>
        <a:ext cx="384803" cy="347707"/>
      </dsp:txXfrm>
    </dsp:sp>
    <dsp:sp modelId="{61281C31-B14F-4E73-AB15-634EE2F04D08}">
      <dsp:nvSpPr>
        <dsp:cNvPr id="0" name=""/>
        <dsp:cNvSpPr/>
      </dsp:nvSpPr>
      <dsp:spPr>
        <a:xfrm>
          <a:off x="3507621" y="81957"/>
          <a:ext cx="2411756" cy="2411756"/>
        </a:xfrm>
        <a:prstGeom prst="roundRect">
          <a:avLst>
            <a:gd name="adj" fmla="val 10000"/>
          </a:avLst>
        </a:prstGeom>
        <a:solidFill>
          <a:schemeClr val="accent1">
            <a:tint val="5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8B2F004-F12C-4EE6-9C27-742F06C18109}">
      <dsp:nvSpPr>
        <dsp:cNvPr id="0" name=""/>
        <dsp:cNvSpPr/>
      </dsp:nvSpPr>
      <dsp:spPr>
        <a:xfrm>
          <a:off x="4474038" y="1610968"/>
          <a:ext cx="2411756" cy="2411756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7640" tIns="167640" rIns="167640" bIns="167640" numCol="1" spcCol="1270" anchor="t" anchorCtr="0">
          <a:noAutofit/>
        </a:bodyPr>
        <a:lstStyle/>
        <a:p>
          <a:pPr lvl="0" algn="l" defTabSz="19558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endParaRPr lang="ru-RU" sz="4400" kern="1200"/>
        </a:p>
        <a:p>
          <a:pPr marL="285750" lvl="1" indent="-285750" algn="l" defTabSz="1511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endParaRPr lang="ru-RU" sz="3400" kern="1200"/>
        </a:p>
        <a:p>
          <a:pPr marL="285750" lvl="1" indent="-285750" algn="l" defTabSz="1511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endParaRPr lang="ru-RU" sz="3400" kern="1200"/>
        </a:p>
      </dsp:txBody>
      <dsp:txXfrm>
        <a:off x="4544676" y="1681606"/>
        <a:ext cx="2270480" cy="2270480"/>
      </dsp:txXfrm>
    </dsp:sp>
    <dsp:sp modelId="{E68B74AE-7391-4157-BAA9-8CC59951EBEE}">
      <dsp:nvSpPr>
        <dsp:cNvPr id="0" name=""/>
        <dsp:cNvSpPr/>
      </dsp:nvSpPr>
      <dsp:spPr>
        <a:xfrm>
          <a:off x="6383936" y="998079"/>
          <a:ext cx="464557" cy="579511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lvl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endParaRPr lang="ru-RU" sz="2400" kern="1200"/>
        </a:p>
      </dsp:txBody>
      <dsp:txXfrm>
        <a:off x="6383936" y="1113981"/>
        <a:ext cx="325190" cy="347707"/>
      </dsp:txXfrm>
    </dsp:sp>
    <dsp:sp modelId="{941BA2DE-8CA4-4FC8-A6F3-EC5622CDF476}">
      <dsp:nvSpPr>
        <dsp:cNvPr id="0" name=""/>
        <dsp:cNvSpPr/>
      </dsp:nvSpPr>
      <dsp:spPr>
        <a:xfrm>
          <a:off x="7246686" y="81957"/>
          <a:ext cx="2411756" cy="2411756"/>
        </a:xfrm>
        <a:prstGeom prst="roundRect">
          <a:avLst>
            <a:gd name="adj" fmla="val 10000"/>
          </a:avLst>
        </a:prstGeom>
        <a:solidFill>
          <a:schemeClr val="accent1">
            <a:tint val="5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4C03D11-F0CB-4F23-9EF7-0AB2535DC95B}">
      <dsp:nvSpPr>
        <dsp:cNvPr id="0" name=""/>
        <dsp:cNvSpPr/>
      </dsp:nvSpPr>
      <dsp:spPr>
        <a:xfrm>
          <a:off x="7644748" y="1500214"/>
          <a:ext cx="2411756" cy="2411756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7640" tIns="167640" rIns="167640" bIns="167640" numCol="1" spcCol="1270" anchor="t" anchorCtr="0">
          <a:noAutofit/>
        </a:bodyPr>
        <a:lstStyle/>
        <a:p>
          <a:pPr lvl="0" algn="l" defTabSz="19558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endParaRPr lang="ru-RU" sz="4400" kern="1200"/>
        </a:p>
        <a:p>
          <a:pPr marL="285750" lvl="1" indent="-285750" algn="l" defTabSz="1511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endParaRPr lang="ru-RU" sz="3400" kern="1200"/>
        </a:p>
        <a:p>
          <a:pPr marL="285750" lvl="1" indent="-285750" algn="l" defTabSz="1511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endParaRPr lang="ru-RU" sz="3400" kern="1200"/>
        </a:p>
      </dsp:txBody>
      <dsp:txXfrm>
        <a:off x="7715386" y="1570852"/>
        <a:ext cx="2270480" cy="2270480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28E21F9-F946-457A-B5D6-7107E4B5B54D}">
      <dsp:nvSpPr>
        <dsp:cNvPr id="0" name=""/>
        <dsp:cNvSpPr/>
      </dsp:nvSpPr>
      <dsp:spPr>
        <a:xfrm>
          <a:off x="3949301" y="1884398"/>
          <a:ext cx="2159999" cy="2159999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6360" tIns="86360" rIns="86360" bIns="86360" numCol="1" spcCol="1270" anchor="ctr" anchorCtr="0">
          <a:noAutofit/>
        </a:bodyPr>
        <a:lstStyle/>
        <a:p>
          <a:pPr lvl="0" algn="ctr" defTabSz="15113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3400" kern="1200" dirty="0" smtClean="0"/>
            <a:t>Search</a:t>
          </a:r>
          <a:endParaRPr lang="ru-RU" sz="3400" kern="1200" dirty="0" smtClean="0"/>
        </a:p>
        <a:p>
          <a:pPr lvl="0" algn="ctr" defTabSz="15113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3400" kern="1200" dirty="0" smtClean="0"/>
            <a:t>Engine</a:t>
          </a:r>
          <a:endParaRPr lang="ru-RU" sz="3400" kern="1200" dirty="0"/>
        </a:p>
      </dsp:txBody>
      <dsp:txXfrm>
        <a:off x="4054743" y="1989840"/>
        <a:ext cx="1949115" cy="1949115"/>
      </dsp:txXfrm>
    </dsp:sp>
    <dsp:sp modelId="{667DE06D-C223-4C57-8F2C-DDC107791A47}">
      <dsp:nvSpPr>
        <dsp:cNvPr id="0" name=""/>
        <dsp:cNvSpPr/>
      </dsp:nvSpPr>
      <dsp:spPr>
        <a:xfrm rot="14126138">
          <a:off x="4202269" y="1840799"/>
          <a:ext cx="105887" cy="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105887" y="0"/>
              </a:lnTo>
            </a:path>
          </a:pathLst>
        </a:custGeom>
        <a:noFill/>
        <a:ln w="15875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F29DD78D-084E-44BB-95B2-65781CA7A531}">
      <dsp:nvSpPr>
        <dsp:cNvPr id="0" name=""/>
        <dsp:cNvSpPr/>
      </dsp:nvSpPr>
      <dsp:spPr>
        <a:xfrm>
          <a:off x="2705133" y="-2799"/>
          <a:ext cx="1800000" cy="18000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0640" tIns="40640" rIns="40640" bIns="40640" numCol="1" spcCol="1270" anchor="ctr" anchorCtr="0">
          <a:noAutofit/>
        </a:bodyPr>
        <a:lstStyle/>
        <a:p>
          <a:pPr lvl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600" kern="1200" dirty="0" smtClean="0"/>
            <a:t>Converter</a:t>
          </a:r>
          <a:endParaRPr lang="ru-RU" sz="1600" kern="1200" dirty="0" smtClean="0"/>
        </a:p>
        <a:p>
          <a:pPr lvl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600" kern="1200" dirty="0" smtClean="0"/>
            <a:t>JSON </a:t>
          </a:r>
          <a:endParaRPr lang="ru-RU" sz="1600" kern="1200" dirty="0"/>
        </a:p>
      </dsp:txBody>
      <dsp:txXfrm>
        <a:off x="2793002" y="85070"/>
        <a:ext cx="1624262" cy="1624262"/>
      </dsp:txXfrm>
    </dsp:sp>
    <dsp:sp modelId="{65390B38-AF76-4E62-872B-309581DF08C7}">
      <dsp:nvSpPr>
        <dsp:cNvPr id="0" name=""/>
        <dsp:cNvSpPr/>
      </dsp:nvSpPr>
      <dsp:spPr>
        <a:xfrm rot="149778">
          <a:off x="6108280" y="3058321"/>
          <a:ext cx="2150822" cy="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2150822" y="0"/>
              </a:lnTo>
            </a:path>
          </a:pathLst>
        </a:custGeom>
        <a:noFill/>
        <a:ln w="15875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24EC1B40-97B8-4A97-A728-C57093596661}">
      <dsp:nvSpPr>
        <dsp:cNvPr id="0" name=""/>
        <dsp:cNvSpPr/>
      </dsp:nvSpPr>
      <dsp:spPr>
        <a:xfrm>
          <a:off x="8258082" y="2244397"/>
          <a:ext cx="1800000" cy="18000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6040" tIns="66040" rIns="66040" bIns="66040" numCol="1" spcCol="1270" anchor="ctr" anchorCtr="0">
          <a:noAutofit/>
        </a:bodyPr>
        <a:lstStyle/>
        <a:p>
          <a:pPr lvl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600" kern="1200" dirty="0" smtClean="0"/>
            <a:t>Dispatcher</a:t>
          </a:r>
          <a:endParaRPr lang="ru-RU" sz="2600" kern="1200" dirty="0" smtClean="0"/>
        </a:p>
        <a:p>
          <a:pPr lvl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600" kern="1200" dirty="0" smtClean="0"/>
            <a:t>Operations</a:t>
          </a:r>
          <a:endParaRPr lang="ru-RU" sz="2600" kern="1200" dirty="0"/>
        </a:p>
      </dsp:txBody>
      <dsp:txXfrm>
        <a:off x="8345951" y="2332266"/>
        <a:ext cx="1624262" cy="1624262"/>
      </dsp:txXfrm>
    </dsp:sp>
    <dsp:sp modelId="{8F086A69-6FE7-48AB-8D4E-831F6AAADB3F}">
      <dsp:nvSpPr>
        <dsp:cNvPr id="0" name=""/>
        <dsp:cNvSpPr/>
      </dsp:nvSpPr>
      <dsp:spPr>
        <a:xfrm rot="18340887">
          <a:off x="5783181" y="1842200"/>
          <a:ext cx="103900" cy="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103900" y="0"/>
              </a:lnTo>
            </a:path>
          </a:pathLst>
        </a:custGeom>
        <a:noFill/>
        <a:ln w="15875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D5C3917E-2284-4E85-847C-82C5C871E472}">
      <dsp:nvSpPr>
        <dsp:cNvPr id="0" name=""/>
        <dsp:cNvSpPr/>
      </dsp:nvSpPr>
      <dsp:spPr>
        <a:xfrm>
          <a:off x="5611707" y="1"/>
          <a:ext cx="1800000" cy="18000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0640" tIns="40640" rIns="40640" bIns="40640" numCol="1" spcCol="1270" anchor="ctr" anchorCtr="0">
          <a:noAutofit/>
        </a:bodyPr>
        <a:lstStyle/>
        <a:p>
          <a:pPr lvl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600" kern="1200" dirty="0" smtClean="0"/>
            <a:t>Documents </a:t>
          </a:r>
          <a:endParaRPr lang="ru-RU" sz="1600" kern="1200" dirty="0"/>
        </a:p>
      </dsp:txBody>
      <dsp:txXfrm>
        <a:off x="5699576" y="87870"/>
        <a:ext cx="1624262" cy="1624262"/>
      </dsp:txXfrm>
    </dsp:sp>
    <dsp:sp modelId="{1503B29C-C796-4217-A6E0-D8D0E4C12287}">
      <dsp:nvSpPr>
        <dsp:cNvPr id="0" name=""/>
        <dsp:cNvSpPr/>
      </dsp:nvSpPr>
      <dsp:spPr>
        <a:xfrm rot="20006092">
          <a:off x="5982485" y="1887199"/>
          <a:ext cx="2402411" cy="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2402411" y="0"/>
              </a:lnTo>
            </a:path>
          </a:pathLst>
        </a:custGeom>
        <a:noFill/>
        <a:ln w="15875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76784C24-975E-4373-9AB0-0D36214A64F1}">
      <dsp:nvSpPr>
        <dsp:cNvPr id="0" name=""/>
        <dsp:cNvSpPr/>
      </dsp:nvSpPr>
      <dsp:spPr>
        <a:xfrm>
          <a:off x="8258082" y="0"/>
          <a:ext cx="1800000" cy="18000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0640" tIns="40640" rIns="40640" bIns="40640" numCol="1" spcCol="1270" anchor="ctr" anchorCtr="0">
          <a:noAutofit/>
        </a:bodyPr>
        <a:lstStyle/>
        <a:p>
          <a:pPr lvl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1600" kern="1200" dirty="0" smtClean="0"/>
            <a:t>Requests </a:t>
          </a:r>
          <a:endParaRPr lang="ru-RU" sz="1600" kern="1200" dirty="0"/>
        </a:p>
      </dsp:txBody>
      <dsp:txXfrm>
        <a:off x="8345951" y="87869"/>
        <a:ext cx="1624262" cy="1624262"/>
      </dsp:txXfrm>
    </dsp:sp>
    <dsp:sp modelId="{B23D5C2B-B6D2-4298-9DAF-A69442F1C2D7}">
      <dsp:nvSpPr>
        <dsp:cNvPr id="0" name=""/>
        <dsp:cNvSpPr/>
      </dsp:nvSpPr>
      <dsp:spPr>
        <a:xfrm rot="10654099">
          <a:off x="1808734" y="3055692"/>
          <a:ext cx="2141531" cy="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2141531" y="0"/>
              </a:lnTo>
            </a:path>
          </a:pathLst>
        </a:custGeom>
        <a:noFill/>
        <a:ln w="15875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635D6D0E-E44D-465D-9B55-5006A2372644}">
      <dsp:nvSpPr>
        <dsp:cNvPr id="0" name=""/>
        <dsp:cNvSpPr/>
      </dsp:nvSpPr>
      <dsp:spPr>
        <a:xfrm>
          <a:off x="0" y="2234699"/>
          <a:ext cx="1809698" cy="1809698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0640" tIns="40640" rIns="40640" bIns="40640" numCol="1" spcCol="1270" anchor="ctr" anchorCtr="0">
          <a:noAutofit/>
        </a:bodyPr>
        <a:lstStyle/>
        <a:p>
          <a:pPr lvl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600" kern="1200" dirty="0" smtClean="0"/>
            <a:t>Inverted</a:t>
          </a:r>
          <a:endParaRPr lang="ru-RU" sz="1600" kern="1200" dirty="0" smtClean="0"/>
        </a:p>
        <a:p>
          <a:pPr lvl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600" kern="1200" dirty="0" smtClean="0"/>
            <a:t>Index </a:t>
          </a:r>
          <a:endParaRPr lang="ru-RU" sz="1600" kern="1200" dirty="0"/>
        </a:p>
      </dsp:txBody>
      <dsp:txXfrm>
        <a:off x="88342" y="2323041"/>
        <a:ext cx="1633014" cy="1633014"/>
      </dsp:txXfrm>
    </dsp:sp>
    <dsp:sp modelId="{645660FC-29F0-4ECD-9736-2F09D9960928}">
      <dsp:nvSpPr>
        <dsp:cNvPr id="0" name=""/>
        <dsp:cNvSpPr/>
      </dsp:nvSpPr>
      <dsp:spPr>
        <a:xfrm rot="12392118">
          <a:off x="1683739" y="1890892"/>
          <a:ext cx="2391524" cy="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2391524" y="0"/>
              </a:lnTo>
            </a:path>
          </a:pathLst>
        </a:custGeom>
        <a:noFill/>
        <a:ln w="15875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EF6A00EF-2BA3-4AAD-B69B-A8E8767F6738}">
      <dsp:nvSpPr>
        <dsp:cNvPr id="0" name=""/>
        <dsp:cNvSpPr/>
      </dsp:nvSpPr>
      <dsp:spPr>
        <a:xfrm>
          <a:off x="3" y="0"/>
          <a:ext cx="1809698" cy="1809698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0640" tIns="40640" rIns="40640" bIns="40640" numCol="1" spcCol="1270" anchor="ctr" anchorCtr="0">
          <a:noAutofit/>
        </a:bodyPr>
        <a:lstStyle/>
        <a:p>
          <a:pPr lvl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600" kern="1200" dirty="0" smtClean="0"/>
            <a:t>Relevant</a:t>
          </a:r>
          <a:endParaRPr lang="ru-RU" sz="1600" kern="1200" dirty="0" smtClean="0"/>
        </a:p>
        <a:p>
          <a:pPr lvl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600" kern="1200" dirty="0" smtClean="0"/>
            <a:t>Response </a:t>
          </a:r>
          <a:endParaRPr lang="ru-RU" sz="1600" kern="1200" dirty="0"/>
        </a:p>
      </dsp:txBody>
      <dsp:txXfrm>
        <a:off x="88345" y="88342"/>
        <a:ext cx="1633014" cy="1633014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10362D1-A377-43A9-BD1F-AD314ADD2D68}">
      <dsp:nvSpPr>
        <dsp:cNvPr id="0" name=""/>
        <dsp:cNvSpPr/>
      </dsp:nvSpPr>
      <dsp:spPr>
        <a:xfrm>
          <a:off x="452726" y="0"/>
          <a:ext cx="5130899" cy="4143676"/>
        </a:xfrm>
        <a:prstGeom prst="rightArrow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F958E4B-1079-43B8-AA41-59A175711EE3}">
      <dsp:nvSpPr>
        <dsp:cNvPr id="0" name=""/>
        <dsp:cNvSpPr/>
      </dsp:nvSpPr>
      <dsp:spPr>
        <a:xfrm>
          <a:off x="3859" y="1243102"/>
          <a:ext cx="927033" cy="165747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lvl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200" kern="1200" dirty="0" smtClean="0"/>
            <a:t>Search</a:t>
          </a:r>
          <a:endParaRPr lang="ru-RU" sz="1200" kern="1200" dirty="0" smtClean="0"/>
        </a:p>
        <a:p>
          <a:pPr lvl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200" kern="1200" dirty="0" smtClean="0"/>
            <a:t>Engine</a:t>
          </a:r>
          <a:endParaRPr lang="ru-RU" sz="1200" kern="1200" dirty="0"/>
        </a:p>
      </dsp:txBody>
      <dsp:txXfrm>
        <a:off x="49113" y="1288356"/>
        <a:ext cx="836525" cy="1566962"/>
      </dsp:txXfrm>
    </dsp:sp>
    <dsp:sp modelId="{0A15E6E4-35BF-4314-8C3D-ED211E2F9958}">
      <dsp:nvSpPr>
        <dsp:cNvPr id="0" name=""/>
        <dsp:cNvSpPr/>
      </dsp:nvSpPr>
      <dsp:spPr>
        <a:xfrm>
          <a:off x="1024179" y="1243102"/>
          <a:ext cx="927033" cy="165747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lvl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200" kern="1200" dirty="0" smtClean="0"/>
            <a:t>Converter</a:t>
          </a:r>
          <a:endParaRPr lang="ru-RU" sz="1200" kern="1200" dirty="0" smtClean="0"/>
        </a:p>
        <a:p>
          <a:pPr lvl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200" kern="1200" dirty="0" smtClean="0"/>
            <a:t>JSON</a:t>
          </a:r>
          <a:endParaRPr lang="ru-RU" sz="1200" kern="1200" dirty="0"/>
        </a:p>
      </dsp:txBody>
      <dsp:txXfrm>
        <a:off x="1069433" y="1288356"/>
        <a:ext cx="836525" cy="1566962"/>
      </dsp:txXfrm>
    </dsp:sp>
    <dsp:sp modelId="{F054BA0B-B3F7-4B6B-BD2F-4AE8F4442468}">
      <dsp:nvSpPr>
        <dsp:cNvPr id="0" name=""/>
        <dsp:cNvSpPr/>
      </dsp:nvSpPr>
      <dsp:spPr>
        <a:xfrm>
          <a:off x="2044499" y="1243102"/>
          <a:ext cx="927033" cy="165747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lvl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200" kern="1200" dirty="0" smtClean="0"/>
            <a:t>Documents</a:t>
          </a:r>
          <a:endParaRPr lang="ru-RU" sz="1200" kern="1200" dirty="0"/>
        </a:p>
      </dsp:txBody>
      <dsp:txXfrm>
        <a:off x="2089753" y="1288356"/>
        <a:ext cx="836525" cy="1566962"/>
      </dsp:txXfrm>
    </dsp:sp>
    <dsp:sp modelId="{DC4AEBBC-A52D-40F6-9146-7F10088A6B32}">
      <dsp:nvSpPr>
        <dsp:cNvPr id="0" name=""/>
        <dsp:cNvSpPr/>
      </dsp:nvSpPr>
      <dsp:spPr>
        <a:xfrm>
          <a:off x="3064819" y="1243102"/>
          <a:ext cx="927033" cy="165747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lvl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200" kern="1200" dirty="0" smtClean="0"/>
            <a:t>Inverted</a:t>
          </a:r>
          <a:endParaRPr lang="ru-RU" sz="1200" kern="1200" dirty="0" smtClean="0"/>
        </a:p>
        <a:p>
          <a:pPr lvl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200" kern="1200" dirty="0" smtClean="0"/>
            <a:t>Index</a:t>
          </a:r>
          <a:endParaRPr lang="ru-RU" sz="1200" kern="1200" dirty="0"/>
        </a:p>
      </dsp:txBody>
      <dsp:txXfrm>
        <a:off x="3110073" y="1288356"/>
        <a:ext cx="836525" cy="1566962"/>
      </dsp:txXfrm>
    </dsp:sp>
    <dsp:sp modelId="{014D856F-0A4A-4760-9506-E63C9F5DE09D}">
      <dsp:nvSpPr>
        <dsp:cNvPr id="0" name=""/>
        <dsp:cNvSpPr/>
      </dsp:nvSpPr>
      <dsp:spPr>
        <a:xfrm>
          <a:off x="4085139" y="1243102"/>
          <a:ext cx="927033" cy="165747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lvl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200" kern="1200" dirty="0" smtClean="0"/>
            <a:t>Requests</a:t>
          </a:r>
          <a:endParaRPr lang="ru-RU" sz="1200" kern="1200" dirty="0"/>
        </a:p>
      </dsp:txBody>
      <dsp:txXfrm>
        <a:off x="4130393" y="1288356"/>
        <a:ext cx="836525" cy="1566962"/>
      </dsp:txXfrm>
    </dsp:sp>
    <dsp:sp modelId="{2EF5CFF0-CC5C-43EE-B44D-1D53039F8A29}">
      <dsp:nvSpPr>
        <dsp:cNvPr id="0" name=""/>
        <dsp:cNvSpPr/>
      </dsp:nvSpPr>
      <dsp:spPr>
        <a:xfrm>
          <a:off x="5105459" y="1243102"/>
          <a:ext cx="927033" cy="165747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lvl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200" kern="1200" dirty="0" smtClean="0"/>
            <a:t>Relevant</a:t>
          </a:r>
          <a:endParaRPr lang="ru-RU" sz="1200" kern="1200" dirty="0" smtClean="0"/>
        </a:p>
        <a:p>
          <a:pPr lvl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200" kern="1200" dirty="0" smtClean="0"/>
            <a:t>Response</a:t>
          </a:r>
          <a:endParaRPr lang="ru-RU" sz="1200" kern="1200" dirty="0"/>
        </a:p>
      </dsp:txBody>
      <dsp:txXfrm>
        <a:off x="5150713" y="1288356"/>
        <a:ext cx="836525" cy="1566962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0B6F61C-C060-4C4C-96BF-4EE40B41E6A0}">
      <dsp:nvSpPr>
        <dsp:cNvPr id="0" name=""/>
        <dsp:cNvSpPr/>
      </dsp:nvSpPr>
      <dsp:spPr>
        <a:xfrm>
          <a:off x="653206" y="105213"/>
          <a:ext cx="2593181" cy="2266766"/>
        </a:xfrm>
        <a:prstGeom prst="rightArrow">
          <a:avLst>
            <a:gd name="adj1" fmla="val 70000"/>
            <a:gd name="adj2" fmla="val 50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0640" tIns="10160" rIns="20320" bIns="10160" numCol="1" spcCol="1270" anchor="ctr" anchorCtr="0">
          <a:noAutofit/>
        </a:bodyPr>
        <a:lstStyle/>
        <a:p>
          <a:pPr lvl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1600" kern="1200" dirty="0" smtClean="0"/>
            <a:t>список путей файлов документов</a:t>
          </a:r>
          <a:endParaRPr lang="ru-RU" sz="1600" kern="1200" dirty="0"/>
        </a:p>
      </dsp:txBody>
      <dsp:txXfrm>
        <a:off x="1301501" y="445228"/>
        <a:ext cx="1264175" cy="1586736"/>
      </dsp:txXfrm>
    </dsp:sp>
    <dsp:sp modelId="{E644A287-01BC-4CF5-B466-30846E7BBA7F}">
      <dsp:nvSpPr>
        <dsp:cNvPr id="0" name=""/>
        <dsp:cNvSpPr/>
      </dsp:nvSpPr>
      <dsp:spPr>
        <a:xfrm>
          <a:off x="4911" y="590301"/>
          <a:ext cx="1296590" cy="129659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65" tIns="12065" rIns="12065" bIns="12065" numCol="1" spcCol="1270" anchor="ctr" anchorCtr="0">
          <a:noAutofit/>
        </a:bodyPr>
        <a:lstStyle/>
        <a:p>
          <a:pPr lvl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900" kern="1200" dirty="0" smtClean="0"/>
            <a:t>Converter</a:t>
          </a:r>
          <a:endParaRPr lang="ru-RU" sz="1900" kern="1200" dirty="0" smtClean="0"/>
        </a:p>
        <a:p>
          <a:pPr lvl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900" kern="1200" dirty="0" smtClean="0"/>
            <a:t>JSON</a:t>
          </a:r>
          <a:endParaRPr lang="ru-RU" sz="1900" kern="1200" dirty="0"/>
        </a:p>
      </dsp:txBody>
      <dsp:txXfrm>
        <a:off x="68205" y="653595"/>
        <a:ext cx="1170002" cy="1170002"/>
      </dsp:txXfrm>
    </dsp:sp>
    <dsp:sp modelId="{1FA1B9C7-0E34-4A44-A18B-216DF888F0C5}">
      <dsp:nvSpPr>
        <dsp:cNvPr id="0" name=""/>
        <dsp:cNvSpPr/>
      </dsp:nvSpPr>
      <dsp:spPr>
        <a:xfrm>
          <a:off x="4056757" y="105213"/>
          <a:ext cx="2593181" cy="2266766"/>
        </a:xfrm>
        <a:prstGeom prst="rightArrow">
          <a:avLst>
            <a:gd name="adj1" fmla="val 70000"/>
            <a:gd name="adj2" fmla="val 50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0640" tIns="10160" rIns="20320" bIns="10160" numCol="1" spcCol="1270" anchor="ctr" anchorCtr="0">
          <a:noAutofit/>
        </a:bodyPr>
        <a:lstStyle/>
        <a:p>
          <a:pPr lvl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1600" kern="1200" dirty="0" smtClean="0"/>
            <a:t>прочитанные документы</a:t>
          </a:r>
          <a:endParaRPr lang="ru-RU" sz="1600" kern="1200" dirty="0"/>
        </a:p>
      </dsp:txBody>
      <dsp:txXfrm>
        <a:off x="4705052" y="445228"/>
        <a:ext cx="1264175" cy="1586736"/>
      </dsp:txXfrm>
    </dsp:sp>
    <dsp:sp modelId="{0A88A3E8-7701-48D6-969C-59DBA88CA534}">
      <dsp:nvSpPr>
        <dsp:cNvPr id="0" name=""/>
        <dsp:cNvSpPr/>
      </dsp:nvSpPr>
      <dsp:spPr>
        <a:xfrm>
          <a:off x="3408461" y="590301"/>
          <a:ext cx="1296590" cy="129659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65" tIns="12065" rIns="12065" bIns="12065" numCol="1" spcCol="1270" anchor="ctr" anchorCtr="0">
          <a:noAutofit/>
        </a:bodyPr>
        <a:lstStyle/>
        <a:p>
          <a:pPr lvl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900" kern="1200" dirty="0" smtClean="0"/>
            <a:t>Dispatcher</a:t>
          </a:r>
          <a:endParaRPr lang="ru-RU" sz="1900" kern="1200" dirty="0" smtClean="0"/>
        </a:p>
        <a:p>
          <a:pPr lvl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900" kern="1200" dirty="0" smtClean="0"/>
            <a:t>Operations</a:t>
          </a:r>
          <a:endParaRPr lang="ru-RU" sz="1900" kern="1200" dirty="0"/>
        </a:p>
      </dsp:txBody>
      <dsp:txXfrm>
        <a:off x="3471755" y="653595"/>
        <a:ext cx="1170002" cy="1170002"/>
      </dsp:txXfrm>
    </dsp:sp>
    <dsp:sp modelId="{DD91B7DA-3D09-40A2-870E-D63ED550DC00}">
      <dsp:nvSpPr>
        <dsp:cNvPr id="0" name=""/>
        <dsp:cNvSpPr/>
      </dsp:nvSpPr>
      <dsp:spPr>
        <a:xfrm>
          <a:off x="7460307" y="105213"/>
          <a:ext cx="2593181" cy="2266766"/>
        </a:xfrm>
        <a:prstGeom prst="rightArrow">
          <a:avLst>
            <a:gd name="adj1" fmla="val 70000"/>
            <a:gd name="adj2" fmla="val 50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0640" tIns="10160" rIns="20320" bIns="10160" numCol="1" spcCol="1270" anchor="ctr" anchorCtr="0">
          <a:noAutofit/>
        </a:bodyPr>
        <a:lstStyle/>
        <a:p>
          <a:pPr lvl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1600" kern="1200" dirty="0" smtClean="0"/>
            <a:t>ссылка на базу документов</a:t>
          </a:r>
          <a:endParaRPr lang="ru-RU" sz="1600" kern="1200" dirty="0"/>
        </a:p>
      </dsp:txBody>
      <dsp:txXfrm>
        <a:off x="8108602" y="445228"/>
        <a:ext cx="1264175" cy="1586736"/>
      </dsp:txXfrm>
    </dsp:sp>
    <dsp:sp modelId="{18B87B03-25AC-4DAC-8711-93139D44A946}">
      <dsp:nvSpPr>
        <dsp:cNvPr id="0" name=""/>
        <dsp:cNvSpPr/>
      </dsp:nvSpPr>
      <dsp:spPr>
        <a:xfrm>
          <a:off x="6812012" y="590301"/>
          <a:ext cx="1296590" cy="129659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65" tIns="12065" rIns="12065" bIns="12065" numCol="1" spcCol="1270" anchor="ctr" anchorCtr="0">
          <a:noAutofit/>
        </a:bodyPr>
        <a:lstStyle/>
        <a:p>
          <a:pPr lvl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900" kern="1200" dirty="0" smtClean="0"/>
            <a:t>Documents</a:t>
          </a:r>
          <a:endParaRPr lang="ru-RU" sz="1900" kern="1200" dirty="0"/>
        </a:p>
      </dsp:txBody>
      <dsp:txXfrm>
        <a:off x="6875306" y="653595"/>
        <a:ext cx="1170002" cy="1170002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0B6F61C-C060-4C4C-96BF-4EE40B41E6A0}">
      <dsp:nvSpPr>
        <dsp:cNvPr id="0" name=""/>
        <dsp:cNvSpPr/>
      </dsp:nvSpPr>
      <dsp:spPr>
        <a:xfrm>
          <a:off x="2804648" y="0"/>
          <a:ext cx="2101890" cy="1837317"/>
        </a:xfrm>
        <a:prstGeom prst="rightArrow">
          <a:avLst>
            <a:gd name="adj1" fmla="val 70000"/>
            <a:gd name="adj2" fmla="val 50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8260" tIns="12065" rIns="24130" bIns="12065" numCol="1" spcCol="1270" anchor="ctr" anchorCtr="0">
          <a:noAutofit/>
        </a:bodyPr>
        <a:lstStyle/>
        <a:p>
          <a:pPr lvl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1900" kern="1200" dirty="0" smtClean="0"/>
            <a:t>запросы</a:t>
          </a:r>
          <a:endParaRPr lang="ru-RU" sz="1900" kern="1200" dirty="0"/>
        </a:p>
      </dsp:txBody>
      <dsp:txXfrm>
        <a:off x="3330121" y="275598"/>
        <a:ext cx="1024671" cy="1286121"/>
      </dsp:txXfrm>
    </dsp:sp>
    <dsp:sp modelId="{E644A287-01BC-4CF5-B466-30846E7BBA7F}">
      <dsp:nvSpPr>
        <dsp:cNvPr id="0" name=""/>
        <dsp:cNvSpPr/>
      </dsp:nvSpPr>
      <dsp:spPr>
        <a:xfrm>
          <a:off x="2279176" y="393185"/>
          <a:ext cx="1050945" cy="1050945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lvl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800" kern="1200" dirty="0" smtClean="0"/>
            <a:t>Converter</a:t>
          </a:r>
          <a:endParaRPr lang="ru-RU" sz="1800" kern="1200" dirty="0" smtClean="0"/>
        </a:p>
        <a:p>
          <a:pPr lvl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800" kern="1200" dirty="0" smtClean="0"/>
            <a:t>JSON</a:t>
          </a:r>
          <a:endParaRPr lang="ru-RU" sz="1800" kern="1200" dirty="0"/>
        </a:p>
      </dsp:txBody>
      <dsp:txXfrm>
        <a:off x="2330479" y="444488"/>
        <a:ext cx="948339" cy="948339"/>
      </dsp:txXfrm>
    </dsp:sp>
    <dsp:sp modelId="{1FA1B9C7-0E34-4A44-A18B-216DF888F0C5}">
      <dsp:nvSpPr>
        <dsp:cNvPr id="0" name=""/>
        <dsp:cNvSpPr/>
      </dsp:nvSpPr>
      <dsp:spPr>
        <a:xfrm>
          <a:off x="5677333" y="0"/>
          <a:ext cx="2101890" cy="1837317"/>
        </a:xfrm>
        <a:prstGeom prst="rightArrow">
          <a:avLst>
            <a:gd name="adj1" fmla="val 70000"/>
            <a:gd name="adj2" fmla="val 50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8260" tIns="12065" rIns="24130" bIns="12065" numCol="1" spcCol="1270" anchor="ctr" anchorCtr="0">
          <a:noAutofit/>
        </a:bodyPr>
        <a:lstStyle/>
        <a:p>
          <a:pPr lvl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1900" kern="1200" dirty="0" smtClean="0"/>
            <a:t>ссылка на базу запросов</a:t>
          </a:r>
          <a:endParaRPr lang="ru-RU" sz="1900" kern="1200" dirty="0"/>
        </a:p>
      </dsp:txBody>
      <dsp:txXfrm>
        <a:off x="6202805" y="275598"/>
        <a:ext cx="1024671" cy="1286121"/>
      </dsp:txXfrm>
    </dsp:sp>
    <dsp:sp modelId="{0A88A3E8-7701-48D6-969C-59DBA88CA534}">
      <dsp:nvSpPr>
        <dsp:cNvPr id="0" name=""/>
        <dsp:cNvSpPr/>
      </dsp:nvSpPr>
      <dsp:spPr>
        <a:xfrm>
          <a:off x="5151860" y="393185"/>
          <a:ext cx="1050945" cy="1050945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lvl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800" kern="1200" dirty="0" smtClean="0"/>
            <a:t>Requests</a:t>
          </a:r>
          <a:endParaRPr lang="ru-RU" sz="1800" kern="1200" dirty="0"/>
        </a:p>
      </dsp:txBody>
      <dsp:txXfrm>
        <a:off x="5203163" y="444488"/>
        <a:ext cx="948339" cy="948339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0B6F61C-C060-4C4C-96BF-4EE40B41E6A0}">
      <dsp:nvSpPr>
        <dsp:cNvPr id="0" name=""/>
        <dsp:cNvSpPr/>
      </dsp:nvSpPr>
      <dsp:spPr>
        <a:xfrm>
          <a:off x="2766612" y="0"/>
          <a:ext cx="2139927" cy="1870566"/>
        </a:xfrm>
        <a:prstGeom prst="rightArrow">
          <a:avLst>
            <a:gd name="adj1" fmla="val 70000"/>
            <a:gd name="adj2" fmla="val 50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0480" tIns="7620" rIns="15240" bIns="7620" numCol="1" spcCol="1270" anchor="ctr" anchorCtr="0">
          <a:noAutofit/>
        </a:bodyPr>
        <a:lstStyle/>
        <a:p>
          <a:pPr lvl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1200" kern="1200" dirty="0" smtClean="0"/>
            <a:t>рассчитать релевантность ответов</a:t>
          </a:r>
          <a:endParaRPr lang="ru-RU" sz="1200" kern="1200" dirty="0"/>
        </a:p>
      </dsp:txBody>
      <dsp:txXfrm>
        <a:off x="3301593" y="280585"/>
        <a:ext cx="1043214" cy="1309396"/>
      </dsp:txXfrm>
    </dsp:sp>
    <dsp:sp modelId="{E644A287-01BC-4CF5-B466-30846E7BBA7F}">
      <dsp:nvSpPr>
        <dsp:cNvPr id="0" name=""/>
        <dsp:cNvSpPr/>
      </dsp:nvSpPr>
      <dsp:spPr>
        <a:xfrm>
          <a:off x="2231630" y="400301"/>
          <a:ext cx="1069963" cy="1069963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890" tIns="8890" rIns="8890" bIns="8890" numCol="1" spcCol="1270" anchor="ctr" anchorCtr="0">
          <a:noAutofit/>
        </a:bodyPr>
        <a:lstStyle/>
        <a:p>
          <a:pPr lvl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400" kern="1200" dirty="0" smtClean="0"/>
            <a:t>Search</a:t>
          </a:r>
          <a:endParaRPr lang="ru-RU" sz="1400" kern="1200" dirty="0" smtClean="0"/>
        </a:p>
        <a:p>
          <a:pPr lvl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400" kern="1200" dirty="0" smtClean="0"/>
            <a:t>Engine</a:t>
          </a:r>
          <a:endParaRPr lang="ru-RU" sz="1400" kern="1200" dirty="0"/>
        </a:p>
      </dsp:txBody>
      <dsp:txXfrm>
        <a:off x="2388322" y="556993"/>
        <a:ext cx="756579" cy="756579"/>
      </dsp:txXfrm>
    </dsp:sp>
    <dsp:sp modelId="{1FA1B9C7-0E34-4A44-A18B-216DF888F0C5}">
      <dsp:nvSpPr>
        <dsp:cNvPr id="0" name=""/>
        <dsp:cNvSpPr/>
      </dsp:nvSpPr>
      <dsp:spPr>
        <a:xfrm>
          <a:off x="5686842" y="0"/>
          <a:ext cx="2139927" cy="1870566"/>
        </a:xfrm>
        <a:prstGeom prst="rightArrow">
          <a:avLst>
            <a:gd name="adj1" fmla="val 70000"/>
            <a:gd name="adj2" fmla="val 50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0480" tIns="7620" rIns="15240" bIns="7620" numCol="1" spcCol="1270" anchor="ctr" anchorCtr="0">
          <a:noAutofit/>
        </a:bodyPr>
        <a:lstStyle/>
        <a:p>
          <a:pPr lvl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1200" kern="1200" dirty="0" smtClean="0"/>
            <a:t>ссылка на базу релевантности ответов</a:t>
          </a:r>
          <a:endParaRPr lang="ru-RU" sz="1200" kern="1200" dirty="0"/>
        </a:p>
      </dsp:txBody>
      <dsp:txXfrm>
        <a:off x="6221824" y="280585"/>
        <a:ext cx="1043214" cy="1309396"/>
      </dsp:txXfrm>
    </dsp:sp>
    <dsp:sp modelId="{0A88A3E8-7701-48D6-969C-59DBA88CA534}">
      <dsp:nvSpPr>
        <dsp:cNvPr id="0" name=""/>
        <dsp:cNvSpPr/>
      </dsp:nvSpPr>
      <dsp:spPr>
        <a:xfrm>
          <a:off x="5151860" y="400301"/>
          <a:ext cx="1069963" cy="1069963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890" tIns="8890" rIns="8890" bIns="8890" numCol="1" spcCol="1270" anchor="ctr" anchorCtr="0">
          <a:noAutofit/>
        </a:bodyPr>
        <a:lstStyle/>
        <a:p>
          <a:pPr lvl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400" kern="1200" dirty="0" smtClean="0"/>
            <a:t>Relevant</a:t>
          </a:r>
          <a:endParaRPr lang="ru-RU" sz="1400" kern="1200" dirty="0" smtClean="0"/>
        </a:p>
        <a:p>
          <a:pPr lvl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400" kern="1200" dirty="0" smtClean="0"/>
            <a:t>Response</a:t>
          </a:r>
          <a:endParaRPr lang="ru-RU" sz="1400" kern="1200" dirty="0"/>
        </a:p>
      </dsp:txBody>
      <dsp:txXfrm>
        <a:off x="5308552" y="556993"/>
        <a:ext cx="756579" cy="756579"/>
      </dsp:txXfrm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0B6F61C-C060-4C4C-96BF-4EE40B41E6A0}">
      <dsp:nvSpPr>
        <dsp:cNvPr id="0" name=""/>
        <dsp:cNvSpPr/>
      </dsp:nvSpPr>
      <dsp:spPr>
        <a:xfrm>
          <a:off x="2739272" y="0"/>
          <a:ext cx="2167266" cy="1894464"/>
        </a:xfrm>
        <a:prstGeom prst="rightArrow">
          <a:avLst>
            <a:gd name="adj1" fmla="val 70000"/>
            <a:gd name="adj2" fmla="val 50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5400" tIns="6350" rIns="12700" bIns="6350" numCol="1" spcCol="1270" anchor="ctr" anchorCtr="0">
          <a:noAutofit/>
        </a:bodyPr>
        <a:lstStyle/>
        <a:p>
          <a:pPr lvl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1000" kern="1200" dirty="0" smtClean="0"/>
            <a:t>обновить базу инвертированных индексов</a:t>
          </a:r>
          <a:endParaRPr lang="ru-RU" sz="1000" kern="1200" dirty="0"/>
        </a:p>
      </dsp:txBody>
      <dsp:txXfrm>
        <a:off x="3281089" y="284170"/>
        <a:ext cx="1056543" cy="1326124"/>
      </dsp:txXfrm>
    </dsp:sp>
    <dsp:sp modelId="{E644A287-01BC-4CF5-B466-30846E7BBA7F}">
      <dsp:nvSpPr>
        <dsp:cNvPr id="0" name=""/>
        <dsp:cNvSpPr/>
      </dsp:nvSpPr>
      <dsp:spPr>
        <a:xfrm>
          <a:off x="2197456" y="405415"/>
          <a:ext cx="1083633" cy="1083633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lvl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700" kern="1200" dirty="0" smtClean="0"/>
            <a:t>Search</a:t>
          </a:r>
          <a:endParaRPr lang="ru-RU" sz="1700" kern="1200" dirty="0" smtClean="0"/>
        </a:p>
        <a:p>
          <a:pPr lvl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700" kern="1200" dirty="0" smtClean="0"/>
            <a:t>Engine</a:t>
          </a:r>
          <a:endParaRPr lang="ru-RU" sz="1700" kern="1200" dirty="0"/>
        </a:p>
      </dsp:txBody>
      <dsp:txXfrm>
        <a:off x="2356150" y="564109"/>
        <a:ext cx="766245" cy="766245"/>
      </dsp:txXfrm>
    </dsp:sp>
    <dsp:sp modelId="{1FA1B9C7-0E34-4A44-A18B-216DF888F0C5}">
      <dsp:nvSpPr>
        <dsp:cNvPr id="0" name=""/>
        <dsp:cNvSpPr/>
      </dsp:nvSpPr>
      <dsp:spPr>
        <a:xfrm>
          <a:off x="5693677" y="0"/>
          <a:ext cx="2167266" cy="1894464"/>
        </a:xfrm>
        <a:prstGeom prst="rightArrow">
          <a:avLst>
            <a:gd name="adj1" fmla="val 70000"/>
            <a:gd name="adj2" fmla="val 50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5400" tIns="6350" rIns="12700" bIns="6350" numCol="1" spcCol="1270" anchor="ctr" anchorCtr="0">
          <a:noAutofit/>
        </a:bodyPr>
        <a:lstStyle/>
        <a:p>
          <a:pPr lvl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1000" kern="1200" dirty="0" smtClean="0"/>
            <a:t>ссылка на базу инвертированных индексов</a:t>
          </a:r>
          <a:endParaRPr lang="ru-RU" sz="1000" kern="1200" dirty="0"/>
        </a:p>
      </dsp:txBody>
      <dsp:txXfrm>
        <a:off x="6235493" y="284170"/>
        <a:ext cx="1056543" cy="1326124"/>
      </dsp:txXfrm>
    </dsp:sp>
    <dsp:sp modelId="{0A88A3E8-7701-48D6-969C-59DBA88CA534}">
      <dsp:nvSpPr>
        <dsp:cNvPr id="0" name=""/>
        <dsp:cNvSpPr/>
      </dsp:nvSpPr>
      <dsp:spPr>
        <a:xfrm>
          <a:off x="5151860" y="405415"/>
          <a:ext cx="1083633" cy="1083633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lvl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700" kern="1200" dirty="0" smtClean="0"/>
            <a:t>Inverted</a:t>
          </a:r>
        </a:p>
        <a:p>
          <a:pPr lvl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700" kern="1200" dirty="0" smtClean="0"/>
            <a:t>Index</a:t>
          </a:r>
          <a:endParaRPr lang="ru-RU" sz="1700" kern="1200" dirty="0"/>
        </a:p>
      </dsp:txBody>
      <dsp:txXfrm>
        <a:off x="5310554" y="564109"/>
        <a:ext cx="766245" cy="766245"/>
      </dsp:txXfrm>
    </dsp:sp>
  </dsp:spTree>
</dsp:drawing>
</file>

<file path=ppt/diagrams/drawing8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0B6F61C-C060-4C4C-96BF-4EE40B41E6A0}">
      <dsp:nvSpPr>
        <dsp:cNvPr id="0" name=""/>
        <dsp:cNvSpPr/>
      </dsp:nvSpPr>
      <dsp:spPr>
        <a:xfrm>
          <a:off x="1930764" y="0"/>
          <a:ext cx="1807086" cy="1579621"/>
        </a:xfrm>
        <a:prstGeom prst="rightArrow">
          <a:avLst>
            <a:gd name="adj1" fmla="val 70000"/>
            <a:gd name="adj2" fmla="val 50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0640" tIns="10160" rIns="20320" bIns="10160" numCol="1" spcCol="1270" anchor="ctr" anchorCtr="0">
          <a:noAutofit/>
        </a:bodyPr>
        <a:lstStyle/>
        <a:p>
          <a:pPr lvl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1600" kern="1200" dirty="0" smtClean="0"/>
            <a:t>получить </a:t>
          </a:r>
          <a:r>
            <a:rPr lang="en-US" sz="1600" kern="1200" dirty="0" smtClean="0"/>
            <a:t>JSON-</a:t>
          </a:r>
          <a:r>
            <a:rPr lang="ru-RU" sz="1600" kern="1200" dirty="0" smtClean="0"/>
            <a:t>объект ответов</a:t>
          </a:r>
          <a:endParaRPr lang="ru-RU" sz="1600" kern="1200" dirty="0"/>
        </a:p>
      </dsp:txBody>
      <dsp:txXfrm>
        <a:off x="2382535" y="236943"/>
        <a:ext cx="880954" cy="1105735"/>
      </dsp:txXfrm>
    </dsp:sp>
    <dsp:sp modelId="{E644A287-01BC-4CF5-B466-30846E7BBA7F}">
      <dsp:nvSpPr>
        <dsp:cNvPr id="0" name=""/>
        <dsp:cNvSpPr/>
      </dsp:nvSpPr>
      <dsp:spPr>
        <a:xfrm>
          <a:off x="1478992" y="338038"/>
          <a:ext cx="903543" cy="903543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lvl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100" kern="1200" dirty="0" smtClean="0"/>
            <a:t>Search</a:t>
          </a:r>
          <a:endParaRPr lang="ru-RU" sz="1100" kern="1200" dirty="0" smtClean="0"/>
        </a:p>
        <a:p>
          <a:pPr lvl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100" kern="1200" dirty="0" smtClean="0"/>
            <a:t>Engine</a:t>
          </a:r>
          <a:endParaRPr lang="ru-RU" sz="1100" kern="1200" dirty="0"/>
        </a:p>
      </dsp:txBody>
      <dsp:txXfrm>
        <a:off x="1611313" y="470359"/>
        <a:ext cx="638901" cy="638901"/>
      </dsp:txXfrm>
    </dsp:sp>
    <dsp:sp modelId="{1FA1B9C7-0E34-4A44-A18B-216DF888F0C5}">
      <dsp:nvSpPr>
        <dsp:cNvPr id="0" name=""/>
        <dsp:cNvSpPr/>
      </dsp:nvSpPr>
      <dsp:spPr>
        <a:xfrm>
          <a:off x="4351701" y="0"/>
          <a:ext cx="1807086" cy="1579621"/>
        </a:xfrm>
        <a:prstGeom prst="rightArrow">
          <a:avLst>
            <a:gd name="adj1" fmla="val 70000"/>
            <a:gd name="adj2" fmla="val 50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0640" tIns="10160" rIns="20320" bIns="10160" numCol="1" spcCol="1270" anchor="ctr" anchorCtr="0">
          <a:noAutofit/>
        </a:bodyPr>
        <a:lstStyle/>
        <a:p>
          <a:pPr lvl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1600" kern="1200" dirty="0" smtClean="0"/>
            <a:t>ссылка на </a:t>
          </a:r>
          <a:r>
            <a:rPr lang="en-US" sz="1600" kern="1200" dirty="0" smtClean="0"/>
            <a:t>JSON-</a:t>
          </a:r>
          <a:r>
            <a:rPr lang="ru-RU" sz="1600" kern="1200" dirty="0" smtClean="0"/>
            <a:t>объект ответов</a:t>
          </a:r>
          <a:endParaRPr lang="ru-RU" sz="1600" kern="1200" dirty="0"/>
        </a:p>
      </dsp:txBody>
      <dsp:txXfrm>
        <a:off x="4803472" y="236943"/>
        <a:ext cx="880954" cy="1105735"/>
      </dsp:txXfrm>
    </dsp:sp>
    <dsp:sp modelId="{0A88A3E8-7701-48D6-969C-59DBA88CA534}">
      <dsp:nvSpPr>
        <dsp:cNvPr id="0" name=""/>
        <dsp:cNvSpPr/>
      </dsp:nvSpPr>
      <dsp:spPr>
        <a:xfrm>
          <a:off x="3899929" y="338038"/>
          <a:ext cx="903543" cy="903543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lvl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100" kern="1200" dirty="0" smtClean="0"/>
            <a:t>Converter</a:t>
          </a:r>
          <a:endParaRPr lang="ru-RU" sz="1100" kern="1200" dirty="0" smtClean="0"/>
        </a:p>
        <a:p>
          <a:pPr lvl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100" kern="1200" dirty="0" smtClean="0"/>
            <a:t>JSON</a:t>
          </a:r>
          <a:endParaRPr lang="ru-RU" sz="1100" kern="1200" dirty="0"/>
        </a:p>
      </dsp:txBody>
      <dsp:txXfrm>
        <a:off x="4032250" y="470359"/>
        <a:ext cx="638901" cy="638901"/>
      </dsp:txXfrm>
    </dsp:sp>
    <dsp:sp modelId="{DD91B7DA-3D09-40A2-870E-D63ED550DC00}">
      <dsp:nvSpPr>
        <dsp:cNvPr id="0" name=""/>
        <dsp:cNvSpPr/>
      </dsp:nvSpPr>
      <dsp:spPr>
        <a:xfrm>
          <a:off x="6846837" y="0"/>
          <a:ext cx="1807086" cy="1579621"/>
        </a:xfrm>
        <a:prstGeom prst="rightArrow">
          <a:avLst>
            <a:gd name="adj1" fmla="val 70000"/>
            <a:gd name="adj2" fmla="val 50000"/>
          </a:avLst>
        </a:prstGeom>
        <a:solidFill>
          <a:schemeClr val="bg2"/>
        </a:solidFill>
        <a:ln w="15875" cap="flat" cmpd="sng" algn="ctr">
          <a:solidFill>
            <a:schemeClr val="bg2">
              <a:alpha val="9000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8B87B03-25AC-4DAC-8711-93139D44A946}">
      <dsp:nvSpPr>
        <dsp:cNvPr id="0" name=""/>
        <dsp:cNvSpPr/>
      </dsp:nvSpPr>
      <dsp:spPr>
        <a:xfrm>
          <a:off x="6320866" y="338038"/>
          <a:ext cx="903543" cy="903543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lvl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100" kern="1200" dirty="0" smtClean="0"/>
            <a:t>Dispatcher</a:t>
          </a:r>
          <a:endParaRPr lang="ru-RU" sz="1100" kern="1200" dirty="0" smtClean="0"/>
        </a:p>
        <a:p>
          <a:pPr lvl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100" kern="1200" dirty="0" smtClean="0"/>
            <a:t>Operation</a:t>
          </a:r>
          <a:endParaRPr lang="ru-RU" sz="1100" kern="1200" dirty="0"/>
        </a:p>
      </dsp:txBody>
      <dsp:txXfrm>
        <a:off x="6453187" y="470359"/>
        <a:ext cx="638901" cy="638901"/>
      </dsp:txXfrm>
    </dsp:sp>
  </dsp:spTree>
</dsp:drawing>
</file>

<file path=ppt/diagrams/drawing9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0B6F61C-C060-4C4C-96BF-4EE40B41E6A0}">
      <dsp:nvSpPr>
        <dsp:cNvPr id="0" name=""/>
        <dsp:cNvSpPr/>
      </dsp:nvSpPr>
      <dsp:spPr>
        <a:xfrm>
          <a:off x="3005545" y="0"/>
          <a:ext cx="1900993" cy="1661708"/>
        </a:xfrm>
        <a:prstGeom prst="rightArrow">
          <a:avLst>
            <a:gd name="adj1" fmla="val 70000"/>
            <a:gd name="adj2" fmla="val 50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5560" tIns="8890" rIns="17780" bIns="8890" numCol="1" spcCol="1270" anchor="ctr" anchorCtr="0">
          <a:noAutofit/>
        </a:bodyPr>
        <a:lstStyle/>
        <a:p>
          <a:pPr lvl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1400" kern="1200" dirty="0" smtClean="0"/>
            <a:t>записать в JSON-объект результаты поиска</a:t>
          </a:r>
          <a:endParaRPr lang="ru-RU" sz="1400" kern="1200" dirty="0"/>
        </a:p>
      </dsp:txBody>
      <dsp:txXfrm>
        <a:off x="3480794" y="249256"/>
        <a:ext cx="926734" cy="1163196"/>
      </dsp:txXfrm>
    </dsp:sp>
    <dsp:sp modelId="{E644A287-01BC-4CF5-B466-30846E7BBA7F}">
      <dsp:nvSpPr>
        <dsp:cNvPr id="0" name=""/>
        <dsp:cNvSpPr/>
      </dsp:nvSpPr>
      <dsp:spPr>
        <a:xfrm>
          <a:off x="2530297" y="355605"/>
          <a:ext cx="950496" cy="950496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lvl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200" kern="1200" dirty="0" smtClean="0"/>
            <a:t>Search</a:t>
          </a:r>
          <a:endParaRPr lang="ru-RU" sz="1200" kern="1200" dirty="0" smtClean="0"/>
        </a:p>
        <a:p>
          <a:pPr lvl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200" kern="1200" dirty="0" smtClean="0"/>
            <a:t>Engine</a:t>
          </a:r>
          <a:endParaRPr lang="ru-RU" sz="1200" kern="1200" dirty="0"/>
        </a:p>
      </dsp:txBody>
      <dsp:txXfrm>
        <a:off x="2669494" y="494802"/>
        <a:ext cx="672102" cy="672102"/>
      </dsp:txXfrm>
    </dsp:sp>
    <dsp:sp modelId="{1FA1B9C7-0E34-4A44-A18B-216DF888F0C5}">
      <dsp:nvSpPr>
        <dsp:cNvPr id="0" name=""/>
        <dsp:cNvSpPr/>
      </dsp:nvSpPr>
      <dsp:spPr>
        <a:xfrm>
          <a:off x="5627108" y="0"/>
          <a:ext cx="1900993" cy="1661708"/>
        </a:xfrm>
        <a:prstGeom prst="rightArrow">
          <a:avLst>
            <a:gd name="adj1" fmla="val 70000"/>
            <a:gd name="adj2" fmla="val 50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5560" tIns="8890" rIns="17780" bIns="8890" numCol="1" spcCol="1270" anchor="ctr" anchorCtr="0">
          <a:noAutofit/>
        </a:bodyPr>
        <a:lstStyle/>
        <a:p>
          <a:pPr lvl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1400" kern="1200" dirty="0" smtClean="0"/>
            <a:t>Ссылка на  </a:t>
          </a:r>
          <a:r>
            <a:rPr lang="en-US" sz="1400" kern="1200" dirty="0" smtClean="0"/>
            <a:t>JSON-</a:t>
          </a:r>
          <a:r>
            <a:rPr lang="ru-RU" sz="1400" kern="1200" dirty="0" smtClean="0"/>
            <a:t>объект ответов</a:t>
          </a:r>
          <a:endParaRPr lang="ru-RU" sz="1400" kern="1200" dirty="0"/>
        </a:p>
      </dsp:txBody>
      <dsp:txXfrm>
        <a:off x="6102357" y="249256"/>
        <a:ext cx="926734" cy="1163196"/>
      </dsp:txXfrm>
    </dsp:sp>
    <dsp:sp modelId="{0A88A3E8-7701-48D6-969C-59DBA88CA534}">
      <dsp:nvSpPr>
        <dsp:cNvPr id="0" name=""/>
        <dsp:cNvSpPr/>
      </dsp:nvSpPr>
      <dsp:spPr>
        <a:xfrm>
          <a:off x="5151860" y="355605"/>
          <a:ext cx="950496" cy="950496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lvl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200" kern="1200" dirty="0" smtClean="0"/>
            <a:t>Converter</a:t>
          </a:r>
          <a:endParaRPr lang="ru-RU" sz="1200" kern="1200" dirty="0" smtClean="0"/>
        </a:p>
        <a:p>
          <a:pPr lvl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200" kern="1200" dirty="0" smtClean="0"/>
            <a:t>JSON</a:t>
          </a:r>
          <a:endParaRPr lang="ru-RU" sz="1200" kern="1200" dirty="0"/>
        </a:p>
      </dsp:txBody>
      <dsp:txXfrm>
        <a:off x="5291057" y="494802"/>
        <a:ext cx="672102" cy="672102"/>
      </dsp:txXfrm>
    </dsp:sp>
  </dsp:spTree>
</dsp:drawing>
</file>

<file path=ppt/diagrams/drawing10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9E4810E-52F3-40F0-9593-6C037BA1D12A}">
      <dsp:nvSpPr>
        <dsp:cNvPr id="0" name=""/>
        <dsp:cNvSpPr/>
      </dsp:nvSpPr>
      <dsp:spPr>
        <a:xfrm>
          <a:off x="0" y="63087"/>
          <a:ext cx="8208085" cy="719549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0" tIns="114300" rIns="114300" bIns="114300" numCol="1" spcCol="1270" anchor="ctr" anchorCtr="0">
          <a:noAutofit/>
        </a:bodyPr>
        <a:lstStyle/>
        <a:p>
          <a:pPr lvl="0" algn="l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3000" kern="1200" dirty="0" smtClean="0"/>
            <a:t>Функции библиотеки</a:t>
          </a:r>
          <a:endParaRPr lang="ru-RU" sz="3000" kern="1200" dirty="0"/>
        </a:p>
      </dsp:txBody>
      <dsp:txXfrm>
        <a:off x="35125" y="98212"/>
        <a:ext cx="8137835" cy="649299"/>
      </dsp:txXfrm>
    </dsp:sp>
    <dsp:sp modelId="{625A264F-F3DF-4EEC-8B66-102C93BB9818}">
      <dsp:nvSpPr>
        <dsp:cNvPr id="0" name=""/>
        <dsp:cNvSpPr/>
      </dsp:nvSpPr>
      <dsp:spPr>
        <a:xfrm>
          <a:off x="0" y="782637"/>
          <a:ext cx="8208085" cy="121095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60607" tIns="38100" rIns="213360" bIns="38100" numCol="1" spcCol="1270" anchor="t" anchorCtr="0">
          <a:noAutofit/>
        </a:bodyPr>
        <a:lstStyle/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300" kern="1200" dirty="0" smtClean="0"/>
            <a:t>Прочитать/записать текстовый файл</a:t>
          </a:r>
          <a:endParaRPr lang="ru-RU" sz="2300" kern="1200" dirty="0"/>
        </a:p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300" kern="1200" dirty="0" smtClean="0"/>
            <a:t>Прочитать/записать </a:t>
          </a:r>
          <a:r>
            <a:rPr lang="en-US" sz="2300" kern="1200" dirty="0" smtClean="0"/>
            <a:t>JSON-</a:t>
          </a:r>
          <a:r>
            <a:rPr lang="ru-RU" sz="2300" kern="1200" dirty="0" smtClean="0"/>
            <a:t>файл</a:t>
          </a:r>
          <a:endParaRPr lang="ru-RU" sz="2300" kern="1200" dirty="0"/>
        </a:p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300" kern="1200" dirty="0" smtClean="0"/>
            <a:t>Проверить </a:t>
          </a:r>
          <a:r>
            <a:rPr lang="en-US" sz="2300" kern="1200" dirty="0" smtClean="0"/>
            <a:t>JSON-</a:t>
          </a:r>
          <a:r>
            <a:rPr lang="ru-RU" sz="2300" kern="1200" dirty="0" smtClean="0"/>
            <a:t>структуру на соответствие шаблону</a:t>
          </a:r>
          <a:endParaRPr lang="ru-RU" sz="2300" kern="1200" dirty="0"/>
        </a:p>
      </dsp:txBody>
      <dsp:txXfrm>
        <a:off x="0" y="782637"/>
        <a:ext cx="8208085" cy="1210950"/>
      </dsp:txXfrm>
    </dsp:sp>
    <dsp:sp modelId="{557F1F5C-6D75-4492-8EF1-6580ED92ACAF}">
      <dsp:nvSpPr>
        <dsp:cNvPr id="0" name=""/>
        <dsp:cNvSpPr/>
      </dsp:nvSpPr>
      <dsp:spPr>
        <a:xfrm>
          <a:off x="0" y="1993587"/>
          <a:ext cx="8208085" cy="719549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0" tIns="114300" rIns="114300" bIns="114300" numCol="1" spcCol="1270" anchor="ctr" anchorCtr="0">
          <a:noAutofit/>
        </a:bodyPr>
        <a:lstStyle/>
        <a:p>
          <a:pPr lvl="0" algn="l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3000" kern="1200" dirty="0" smtClean="0"/>
            <a:t>Проверка при работе с файлами</a:t>
          </a:r>
          <a:endParaRPr lang="ru-RU" sz="3000" kern="1200" dirty="0"/>
        </a:p>
      </dsp:txBody>
      <dsp:txXfrm>
        <a:off x="35125" y="2028712"/>
        <a:ext cx="8137835" cy="649299"/>
      </dsp:txXfrm>
    </dsp:sp>
    <dsp:sp modelId="{657A1B8A-9783-4C29-9201-29A02D448FA4}">
      <dsp:nvSpPr>
        <dsp:cNvPr id="0" name=""/>
        <dsp:cNvSpPr/>
      </dsp:nvSpPr>
      <dsp:spPr>
        <a:xfrm>
          <a:off x="0" y="2713137"/>
          <a:ext cx="8208085" cy="121095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60607" tIns="38100" rIns="213360" bIns="38100" numCol="1" spcCol="1270" anchor="t" anchorCtr="0">
          <a:noAutofit/>
        </a:bodyPr>
        <a:lstStyle/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300" kern="1200" dirty="0" smtClean="0"/>
            <a:t>Проверка на существование файла</a:t>
          </a:r>
          <a:endParaRPr lang="ru-RU" sz="2300" kern="1200" dirty="0"/>
        </a:p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300" kern="1200" dirty="0" smtClean="0"/>
            <a:t>Проверка на открытие файла</a:t>
          </a:r>
          <a:endParaRPr lang="ru-RU" sz="2300" kern="1200" dirty="0"/>
        </a:p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300" kern="1200" dirty="0" smtClean="0"/>
            <a:t>Проверка на ошибки во время чтения/записи файла</a:t>
          </a:r>
          <a:endParaRPr lang="ru-RU" sz="2300" kern="1200" dirty="0"/>
        </a:p>
      </dsp:txBody>
      <dsp:txXfrm>
        <a:off x="0" y="2713137"/>
        <a:ext cx="8208085" cy="1210950"/>
      </dsp:txXfrm>
    </dsp:sp>
  </dsp:spTree>
</dsp:drawing>
</file>

<file path=ppt/diagrams/drawing1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44F0C9A-3648-4916-982F-AF9587978149}">
      <dsp:nvSpPr>
        <dsp:cNvPr id="0" name=""/>
        <dsp:cNvSpPr/>
      </dsp:nvSpPr>
      <dsp:spPr>
        <a:xfrm>
          <a:off x="0" y="0"/>
          <a:ext cx="7868458" cy="647595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2870" tIns="102870" rIns="102870" bIns="102870" numCol="1" spcCol="1270" anchor="ctr" anchorCtr="0">
          <a:noAutofit/>
        </a:bodyPr>
        <a:lstStyle/>
        <a:p>
          <a:pPr lvl="0" algn="l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2700" kern="1200" dirty="0" smtClean="0"/>
            <a:t>Функции библиотеки</a:t>
          </a:r>
          <a:endParaRPr lang="ru-RU" sz="2700" kern="1200" dirty="0"/>
        </a:p>
      </dsp:txBody>
      <dsp:txXfrm>
        <a:off x="31613" y="31613"/>
        <a:ext cx="7805232" cy="584369"/>
      </dsp:txXfrm>
    </dsp:sp>
    <dsp:sp modelId="{F2725D4B-59A7-40CF-AA8E-A27EC37530B2}">
      <dsp:nvSpPr>
        <dsp:cNvPr id="0" name=""/>
        <dsp:cNvSpPr/>
      </dsp:nvSpPr>
      <dsp:spPr>
        <a:xfrm>
          <a:off x="0" y="665250"/>
          <a:ext cx="7868458" cy="44712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49824" tIns="34290" rIns="192024" bIns="34290" numCol="1" spcCol="1270" anchor="t" anchorCtr="0">
          <a:noAutofit/>
        </a:bodyPr>
        <a:lstStyle/>
        <a:p>
          <a:pPr marL="228600" lvl="1" indent="-228600" algn="l" defTabSz="9334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100" kern="1200" dirty="0" smtClean="0"/>
            <a:t>Предоставляет 5 уровней логирования</a:t>
          </a:r>
          <a:endParaRPr lang="ru-RU" sz="2100" kern="1200" dirty="0"/>
        </a:p>
      </dsp:txBody>
      <dsp:txXfrm>
        <a:off x="0" y="665250"/>
        <a:ext cx="7868458" cy="447120"/>
      </dsp:txXfrm>
    </dsp:sp>
    <dsp:sp modelId="{6C5C9815-44A2-4551-A509-FE6F0947C3DB}">
      <dsp:nvSpPr>
        <dsp:cNvPr id="0" name=""/>
        <dsp:cNvSpPr/>
      </dsp:nvSpPr>
      <dsp:spPr>
        <a:xfrm>
          <a:off x="0" y="1112370"/>
          <a:ext cx="7868458" cy="647595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2870" tIns="102870" rIns="102870" bIns="102870" numCol="1" spcCol="1270" anchor="ctr" anchorCtr="0">
          <a:noAutofit/>
        </a:bodyPr>
        <a:lstStyle/>
        <a:p>
          <a:pPr lvl="0" algn="l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2700" kern="1200" dirty="0" smtClean="0"/>
            <a:t>Внутренние функции</a:t>
          </a:r>
          <a:endParaRPr lang="ru-RU" sz="2700" kern="1200" dirty="0"/>
        </a:p>
      </dsp:txBody>
      <dsp:txXfrm>
        <a:off x="31613" y="1143983"/>
        <a:ext cx="7805232" cy="584369"/>
      </dsp:txXfrm>
    </dsp:sp>
    <dsp:sp modelId="{84271FDF-D644-48A5-8BBB-391AF85E26F5}">
      <dsp:nvSpPr>
        <dsp:cNvPr id="0" name=""/>
        <dsp:cNvSpPr/>
      </dsp:nvSpPr>
      <dsp:spPr>
        <a:xfrm>
          <a:off x="0" y="1759965"/>
          <a:ext cx="7868458" cy="212381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49824" tIns="34290" rIns="192024" bIns="34290" numCol="1" spcCol="1270" anchor="t" anchorCtr="0">
          <a:noAutofit/>
        </a:bodyPr>
        <a:lstStyle/>
        <a:p>
          <a:pPr marL="228600" lvl="1" indent="-228600" algn="l" defTabSz="9334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100" kern="1200" dirty="0" smtClean="0"/>
            <a:t>Записывает сообщения в лог-файлы в другом потоке</a:t>
          </a:r>
          <a:endParaRPr lang="ru-RU" sz="2100" kern="1200" dirty="0"/>
        </a:p>
        <a:p>
          <a:pPr marL="228600" lvl="1" indent="-228600" algn="l" defTabSz="9334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100" kern="1200" dirty="0" smtClean="0"/>
            <a:t>Выводит события в консоль в другом потоке и в другом процессе</a:t>
          </a:r>
          <a:endParaRPr lang="ru-RU" sz="2100" kern="1200" dirty="0"/>
        </a:p>
        <a:p>
          <a:pPr marL="228600" lvl="1" indent="-228600" algn="l" defTabSz="9334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100" kern="1200" dirty="0" smtClean="0"/>
            <a:t>Регулирует интервал времени использования файла</a:t>
          </a:r>
          <a:endParaRPr lang="ru-RU" sz="2100" kern="1200" dirty="0"/>
        </a:p>
        <a:p>
          <a:pPr marL="228600" lvl="1" indent="-228600" algn="l" defTabSz="9334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100" kern="1200" dirty="0" smtClean="0"/>
            <a:t>Регулирует интервал времени хранения файла</a:t>
          </a:r>
          <a:endParaRPr lang="ru-RU" sz="2100" kern="1200" dirty="0"/>
        </a:p>
        <a:p>
          <a:pPr marL="228600" lvl="1" indent="-228600" algn="l" defTabSz="9334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endParaRPr lang="ru-RU" sz="2100" kern="1200" dirty="0"/>
        </a:p>
      </dsp:txBody>
      <dsp:txXfrm>
        <a:off x="0" y="1759965"/>
        <a:ext cx="7868458" cy="2123819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Process10">
  <dgm:title val=""/>
  <dgm:desc val=""/>
  <dgm:catLst>
    <dgm:cat type="process" pri="3000"/>
    <dgm:cat type="picture" pri="30000"/>
    <dgm:cat type="pictureconvert" pri="30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osite" refType="w"/>
      <dgm:constr type="w" for="ch" ptType="sibTrans" refType="w" refFor="ch" refForName="composite" op="equ" fact="0.3333"/>
      <dgm:constr type="primFontSz" for="des" forName="txNode" op="equ" val="65"/>
      <dgm:constr type="primFontSz" for="des" forName="connTx" op="equ" val="55"/>
      <dgm:constr type="primFontSz" for="des" forName="connTx" refType="primFontSz" refFor="des" refForName="txNode" op="lte" fact="0.8"/>
    </dgm:constrLst>
    <dgm:ruleLst/>
    <dgm:forEach name="Name4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5">
          <dgm:if name="Name6" func="var" arg="dir" op="equ" val="norm">
            <dgm:constrLst>
              <dgm:constr type="l" for="ch" forName="imagSh"/>
              <dgm:constr type="w" for="ch" forName="imagSh" refType="w" fact="0.86"/>
              <dgm:constr type="t" for="ch" forName="imagSh"/>
              <dgm:constr type="h" for="ch" forName="imagSh" refType="w" refFor="ch" refForName="imagSh"/>
              <dgm:constr type="l" for="ch" forName="txNode" refType="w" fact="0.14"/>
              <dgm:constr type="w" for="ch" forName="txNode" refType="w" refFor="ch" refForName="imagSh"/>
              <dgm:constr type="t" for="ch" forName="txNode" refType="h" refFor="ch" refForName="imagSh" fact="0.6"/>
              <dgm:constr type="h" for="ch" forName="txNode" refType="h" refFor="ch" refForName="imagSh"/>
            </dgm:constrLst>
          </dgm:if>
          <dgm:else name="Name7">
            <dgm:constrLst>
              <dgm:constr type="l" for="ch" forName="imagSh" refType="w" fact="0.14"/>
              <dgm:constr type="w" for="ch" forName="imagSh" refType="w" fact="0.86"/>
              <dgm:constr type="t" for="ch" forName="imagSh"/>
              <dgm:constr type="h" for="ch" forName="imagSh" refType="w" refFor="ch" refForName="imagSh"/>
              <dgm:constr type="l" for="ch" forName="txNode"/>
              <dgm:constr type="w" for="ch" forName="txNode" refType="w" refFor="ch" refForName="imagSh"/>
              <dgm:constr type="t" for="ch" forName="txNode" refType="h" refFor="ch" refForName="imagSh" fact="0.6"/>
              <dgm:constr type="h" for="ch" forName="txNode" refType="h" refFor="ch" refForName="imagSh"/>
            </dgm:constrLst>
          </dgm:else>
        </dgm:choose>
        <dgm:ruleLst/>
        <dgm:layoutNode name="imagSh" styleLbl="bgImgPlace1">
          <dgm:alg type="sp"/>
          <dgm:shape xmlns:r="http://schemas.openxmlformats.org/officeDocument/2006/relationships" type="roundRect" r:blip="" blipPhldr="1">
            <dgm:adjLst>
              <dgm:adj idx="1" val="0.1"/>
            </dgm:adjLst>
          </dgm:shape>
          <dgm:presOf/>
          <dgm:constrLst/>
          <dgm:ruleLst/>
        </dgm:layoutNode>
        <dgm:layoutNode name="txNode" styleLbl="node1">
          <dgm:varLst>
            <dgm:bulletEnabled val="1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desOrSelf" ptType="node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  <dgm:param type="srcNode" val="imagSh"/>
            <dgm:param type="dstNode" val="imagSh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35"/>
            <dgm:constr type="endPad" refType="connDist" fact="0.3"/>
          </dgm:constrLst>
          <dgm:ruleLst/>
          <dgm:layoutNode name="connTx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8/layout/RadialCluster">
  <dgm:title val=""/>
  <dgm:desc val=""/>
  <dgm:catLst>
    <dgm:cat type="relationship" pri="19500"/>
    <dgm:cat type="cycle" pri="15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Name0">
    <dgm:varLst>
      <dgm:chMax val="1"/>
      <dgm:chPref val="1"/>
      <dgm:dir/>
      <dgm:animOne val="branch"/>
      <dgm:animLvl val="lvl"/>
    </dgm:varLst>
    <dgm:alg type="composite">
      <dgm:param type="ar" val="1.00"/>
    </dgm:alg>
    <dgm:shape xmlns:r="http://schemas.openxmlformats.org/officeDocument/2006/relationships" r:blip="">
      <dgm:adjLst/>
    </dgm:shape>
    <dgm:choose name="Name1">
      <dgm:if name="Name2" func="var" arg="dir" op="equ" val="norm">
        <dgm:choose name="Name3">
          <dgm:if name="Name4" axis="ch ch" ptType="node node" cnt="1 0" func="cnt" op="equ" val="1">
            <dgm:constrLst>
              <dgm:constr type="l" for="ch" forName="textCenter"/>
              <dgm:constr type="ctrY" for="ch" forName="textCenter" refType="h" fact="0.5"/>
              <dgm:constr type="w" for="ch" forName="textCenter" refType="w" fact="0.32"/>
              <dgm:constr type="h" for="ch" forName="textCenter" refType="w" refFor="ch" refForName="textCenter"/>
              <dgm:constr type="r" for="ch" forName="cycle_1" refType="w"/>
              <dgm:constr type="ctrY" for="ch" forName="cycle_1" refType="h" fact="0.5"/>
              <dgm:constr type="w" for="ch" forName="cycle_1" refType="w" fact="0.56"/>
              <dgm:constr type="h" for="ch" forName="cycle_1" refType="h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userS" for="des" ptType="node" refType="w" refFor="ch" refForName="textCenter" fact="0.67"/>
            </dgm:constrLst>
          </dgm:if>
          <dgm:if name="Name5" axis="ch ch" ptType="node node" cnt="1 0" func="cnt" op="equ" val="2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5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/>
              <dgm:constr type="h" for="ch" forName="cycle_1" refType="h" fact="0.34"/>
              <dgm:constr type="ctrX" for="ch" forName="cycle_2" refType="w" fact="0.5"/>
              <dgm:constr type="b" for="ch" forName="cycle_2" refType="h"/>
              <dgm:constr type="w" for="ch" forName="cycle_2" refType="w"/>
              <dgm:constr type="h" for="ch" forName="cycle_2" refType="h" fact="0.34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userS" for="des" ptType="node" refType="w" refFor="ch" refForName="textCenter" fact="0.67"/>
            </dgm:constrLst>
          </dgm:if>
          <dgm:if name="Name6" axis="ch ch" ptType="node node" cnt="1 0" func="cnt" op="equ" val="3">
            <dgm:choose name="Name7">
              <dgm:if name="Name8" axis="ch ch ch" ptType="node node node" st="1 2 0" cnt="1 1 0" func="cnt" op="equ" val="1">
                <dgm:choose name="Name9">
                  <dgm:if name="Name10" axis="ch ch ch" ptType="node node node" st="1 3 0" cnt="1 1 0" func="cnt" op="equ" val="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r" for="ch" forName="cycle_2" refType="w"/>
                      <dgm:constr type="b" for="ch" forName="cycle_2" refType="h" fact="0.85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l" for="ch" forName="cycle_3"/>
                      <dgm:constr type="b" for="ch" forName="cycle_3" refType="h" fact="0.85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if>
                  <dgm:else name="Name1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r" for="ch" forName="cycle_2" refType="w"/>
                      <dgm:constr type="b" for="ch" forName="cycle_2" refType="h" fact="0.85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l" for="ch" forName="cycle_3"/>
                      <dgm:constr type="b" for="ch" forName="cycle_3" refType="h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else>
                </dgm:choose>
              </dgm:if>
              <dgm:else name="Name12">
                <dgm:choose name="Name13">
                  <dgm:if name="Name14" axis="ch ch ch" ptType="node node node" st="1 3 0" cnt="1 1 0" func="cnt" op="equ" val="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r" for="ch" forName="cycle_2" refType="w"/>
                      <dgm:constr type="b" for="ch" forName="cycle_2" refType="h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l" for="ch" forName="cycle_3"/>
                      <dgm:constr type="b" for="ch" forName="cycle_3" refType="h" fact="0.85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if>
                  <dgm:else name="Name15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r" for="ch" forName="cycle_2" refType="w"/>
                      <dgm:constr type="b" for="ch" forName="cycle_2" refType="h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l" for="ch" forName="cycle_3"/>
                      <dgm:constr type="b" for="ch" forName="cycle_3" refType="h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else>
                </dgm:choose>
              </dgm:else>
            </dgm:choose>
          </dgm:if>
          <dgm:if name="Name16" axis="ch ch" ptType="node node" cnt="1 0" func="cnt" op="equ" val="4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5"/>
              <dgm:constr type="h" for="ch" forName="cycle_1" refType="h" fact="0.33"/>
              <dgm:constr type="r" for="ch" forName="cycle_2" refType="w"/>
              <dgm:constr type="ctrY" for="ch" forName="cycle_2" refType="h" fact="0.5"/>
              <dgm:constr type="w" for="ch" forName="cycle_2" refType="w" fact="0.33"/>
              <dgm:constr type="h" for="ch" forName="cycle_2" refType="h" fact="0.5"/>
              <dgm:constr type="ctrX" for="ch" forName="cycle_3" refType="w" fact="0.5"/>
              <dgm:constr type="b" for="ch" forName="cycle_3" refType="h"/>
              <dgm:constr type="w" for="ch" forName="cycle_3" refType="w" fact="0.5"/>
              <dgm:constr type="h" for="ch" forName="cycle_3" refType="h" fact="0.33"/>
              <dgm:constr type="l" for="ch" forName="cycle_4"/>
              <dgm:constr type="ctrY" for="ch" forName="cycle_4" refType="h" fact="0.5"/>
              <dgm:constr type="w" for="ch" forName="cycle_4" refType="w" fact="0.33"/>
              <dgm:constr type="h" for="ch" forName="cycle_4" refType="h" fact="0.5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userS" for="des" ptType="node" refType="w" refFor="ch" refForName="textCenter" fact="0.67"/>
            </dgm:constrLst>
          </dgm:if>
          <dgm:if name="Name17" axis="ch ch" ptType="node node" cnt="1 0" func="cnt" op="equ" val="5">
            <dgm:constrLst>
              <dgm:constr type="ctrX" for="ch" forName="textCenter" refType="w" fact="0.5"/>
              <dgm:constr type="t" for="ch" forName="textCenter" refType="h" fact="0.42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33"/>
              <dgm:constr type="h" for="ch" forName="cycle_1" refType="w" refFor="ch" refForName="cycle_1"/>
              <dgm:constr type="r" for="ch" forName="cycle_2" refType="w"/>
              <dgm:constr type="t" for="ch" forName="cycle_2" refType="h" fact="0.24"/>
              <dgm:constr type="w" for="ch" forName="cycle_2" refType="w" fact="0.33"/>
              <dgm:constr type="h" for="ch" forName="cycle_2" refType="w" refFor="ch" refForName="cycle_2"/>
              <dgm:constr type="r" for="ch" forName="cycle_3" refType="w" fact="0.89"/>
              <dgm:constr type="b" for="ch" forName="cycle_3" refType="h"/>
              <dgm:constr type="w" for="ch" forName="cycle_3" refType="w" fact="0.33"/>
              <dgm:constr type="h" for="ch" forName="cycle_3" refType="w" refFor="ch" refForName="cycle_3"/>
              <dgm:constr type="l" for="ch" forName="cycle_4" refType="w" fact="0.11"/>
              <dgm:constr type="b" for="ch" forName="cycle_4" refType="h"/>
              <dgm:constr type="w" for="ch" forName="cycle_4" refType="w" fact="0.33"/>
              <dgm:constr type="h" for="ch" forName="cycle_4" refType="w" refFor="ch" refForName="cycle_4"/>
              <dgm:constr type="l" for="ch" forName="cycle_5"/>
              <dgm:constr type="t" for="ch" forName="cycle_5" refType="h" fact="0.24"/>
              <dgm:constr type="w" for="ch" forName="cycle_5" refType="w" fact="0.33"/>
              <dgm:constr type="h" for="ch" forName="cycle_5" refType="w" refFor="ch" refForName="cycle_5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userS" for="des" ptType="node" refType="w" refFor="ch" refForName="textCenter" fact="0.67"/>
            </dgm:constrLst>
          </dgm:if>
          <dgm:if name="Name18" axis="ch ch" ptType="node node" cnt="1 0" func="cnt" op="equ" val="6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33"/>
              <dgm:constr type="h" for="ch" forName="cycle_1" refType="w" refFor="ch" refForName="cycle_1"/>
              <dgm:constr type="r" for="ch" forName="cycle_2" refType="w"/>
              <dgm:constr type="t" for="ch" forName="cycle_2" refType="h" fact="0.17"/>
              <dgm:constr type="w" for="ch" forName="cycle_2" refType="w" fact="0.33"/>
              <dgm:constr type="h" for="ch" forName="cycle_2" refType="w" refFor="ch" refForName="cycle_2"/>
              <dgm:constr type="r" for="ch" forName="cycle_3" refType="w"/>
              <dgm:constr type="b" for="ch" forName="cycle_3" refType="h" fact="0.83"/>
              <dgm:constr type="w" for="ch" forName="cycle_3" refType="w" fact="0.33"/>
              <dgm:constr type="h" for="ch" forName="cycle_3" refType="w" refFor="ch" refForName="cycle_3"/>
              <dgm:constr type="ctrX" for="ch" forName="cycle_4" refType="w" fact="0.5"/>
              <dgm:constr type="b" for="ch" forName="cycle_4" refType="h"/>
              <dgm:constr type="w" for="ch" forName="cycle_4" refType="w" fact="0.33"/>
              <dgm:constr type="h" for="ch" forName="cycle_4" refType="w" refFor="ch" refForName="cycle_4"/>
              <dgm:constr type="l" for="ch" forName="cycle_5"/>
              <dgm:constr type="b" for="ch" forName="cycle_5" refType="h" fact="0.83"/>
              <dgm:constr type="w" for="ch" forName="cycle_5" refType="w" fact="0.33"/>
              <dgm:constr type="h" for="ch" forName="cycle_5" refType="w" refFor="ch" refForName="cycle_5"/>
              <dgm:constr type="l" for="ch" forName="cycle_6"/>
              <dgm:constr type="t" for="ch" forName="cycle_6" refType="h" fact="0.17"/>
              <dgm:constr type="w" for="ch" forName="cycle_6" refType="w" fact="0.33"/>
              <dgm:constr type="h" for="ch" forName="cycle_6" refType="w" refFor="ch" refForName="cycle_6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primFontSz" for="des" forName="childCenter6" refType="primFontSz" refFor="des" refForName="childCenter1" op="equ"/>
              <dgm:constr type="primFontSz" for="des" forName="text6" refType="primFontSz" refFor="des" refForName="text1" op="equ"/>
              <dgm:constr type="userS" for="des" ptType="node" refType="w" refFor="ch" refForName="textCenter" fact="0.67"/>
            </dgm:constrLst>
          </dgm:if>
          <dgm:else name="Name19">
            <dgm:constrLst>
              <dgm:constr type="ctrX" for="ch" forName="textCenter" refType="w" fact="0.5"/>
              <dgm:constr type="t" for="ch" forName="textCenter" refType="h" fact="0.444"/>
              <dgm:constr type="w" for="ch" forName="textCenter" refType="w" fact="0.167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263"/>
              <dgm:constr type="h" for="ch" forName="cycle_1" refType="w" refFor="ch" refForName="cycle_1"/>
              <dgm:constr type="r" for="ch" forName="cycle_2" refType="w" fact="0.938"/>
              <dgm:constr type="t" for="ch" forName="cycle_2" refType="h" fact="0.141"/>
              <dgm:constr type="w" for="ch" forName="cycle_2" refType="w" fact="0.263"/>
              <dgm:constr type="h" for="ch" forName="cycle_2" refType="w" refFor="ch" refForName="cycle_2"/>
              <dgm:constr type="r" for="ch" forName="cycle_3" refType="w"/>
              <dgm:constr type="b" for="ch" forName="cycle_3" refType="h" fact="0.74"/>
              <dgm:constr type="w" for="ch" forName="cycle_3" refType="w" fact="0.263"/>
              <dgm:constr type="h" for="ch" forName="cycle_3" refType="w" refFor="ch" refForName="cycle_3"/>
              <dgm:constr type="r" for="ch" forName="cycle_4" refType="w" fact="0.8"/>
              <dgm:constr type="b" for="ch" forName="cycle_4" refType="h"/>
              <dgm:constr type="w" for="ch" forName="cycle_4" refType="w" fact="0.263"/>
              <dgm:constr type="h" for="ch" forName="cycle_4" refType="w" refFor="ch" refForName="cycle_4"/>
              <dgm:constr type="l" for="ch" forName="cycle_5" refType="w" fact="0.2"/>
              <dgm:constr type="b" for="ch" forName="cycle_5" refType="h"/>
              <dgm:constr type="w" for="ch" forName="cycle_5" refType="w" fact="0.263"/>
              <dgm:constr type="h" for="ch" forName="cycle_5" refType="w" refFor="ch" refForName="cycle_5"/>
              <dgm:constr type="l" for="ch" forName="cycle_6"/>
              <dgm:constr type="b" for="ch" forName="cycle_6" refType="h" fact="0.74"/>
              <dgm:constr type="w" for="ch" forName="cycle_6" refType="w" fact="0.263"/>
              <dgm:constr type="h" for="ch" forName="cycle_6" refType="w" refFor="ch" refForName="cycle_6"/>
              <dgm:constr type="l" for="ch" forName="cycle_7" refType="w" fact="0.062"/>
              <dgm:constr type="t" for="ch" forName="cycle_7" refType="h" fact="0.141"/>
              <dgm:constr type="w" for="ch" forName="cycle_7" refType="w" fact="0.263"/>
              <dgm:constr type="h" for="ch" forName="cycle_7" refType="w" refFor="ch" refForName="cycle_7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primFontSz" for="des" forName="childCenter6" refType="primFontSz" refFor="des" refForName="childCenter1" op="equ"/>
              <dgm:constr type="primFontSz" for="des" forName="text6" refType="primFontSz" refFor="des" refForName="text1" op="equ"/>
              <dgm:constr type="primFontSz" for="des" forName="childCenter7" refType="primFontSz" refFor="des" refForName="childCenter1" op="equ"/>
              <dgm:constr type="primFontSz" for="des" forName="text7" refType="primFontSz" refFor="des" refForName="text1" op="equ"/>
              <dgm:constr type="userS" for="des" ptType="node" refType="w" refFor="ch" refForName="textCenter" fact="0.67"/>
            </dgm:constrLst>
          </dgm:else>
        </dgm:choose>
      </dgm:if>
      <dgm:else name="Name20">
        <dgm:choose name="Name21">
          <dgm:if name="Name22" axis="ch ch" ptType="node node" func="cnt" op="equ" val="1">
            <dgm:constrLst>
              <dgm:constr type="r" for="ch" forName="textCenter" refType="w"/>
              <dgm:constr type="ctrY" for="ch" forName="textCenter" refType="h" fact="0.5"/>
              <dgm:constr type="w" for="ch" forName="textCenter" refType="w" fact="0.32"/>
              <dgm:constr type="h" for="ch" forName="textCenter" refType="w" refFor="ch" refForName="textCenter"/>
              <dgm:constr type="l" for="ch" forName="cycle_1"/>
              <dgm:constr type="ctrY" for="ch" forName="cycle_1" refType="h" fact="0.5"/>
              <dgm:constr type="w" for="ch" forName="cycle_1" refType="w" fact="0.56"/>
              <dgm:constr type="h" for="ch" forName="cycle_1" refType="h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userS" for="des" ptType="node" refType="w" refFor="ch" refForName="textCenter" fact="0.67"/>
            </dgm:constrLst>
          </dgm:if>
          <dgm:if name="Name23" axis="ch ch" ptType="node node" func="cnt" op="equ" val="2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5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/>
              <dgm:constr type="h" for="ch" forName="cycle_1" refType="h" fact="0.34"/>
              <dgm:constr type="ctrX" for="ch" forName="cycle_2" refType="w" fact="0.5"/>
              <dgm:constr type="b" for="ch" forName="cycle_2" refType="h"/>
              <dgm:constr type="w" for="ch" forName="cycle_2" refType="w"/>
              <dgm:constr type="h" for="ch" forName="cycle_2" refType="h" fact="0.34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userS" for="des" ptType="node" refType="w" refFor="ch" refForName="textCenter" fact="0.67"/>
            </dgm:constrLst>
          </dgm:if>
          <dgm:if name="Name24" axis="ch ch" ptType="node node" func="cnt" op="equ" val="3">
            <dgm:choose name="Name25">
              <dgm:if name="Name26" axis="ch ch ch" ptType="node node node" st="1 2 0" cnt="1 1 0" func="cnt" op="equ" val="1">
                <dgm:choose name="Name27">
                  <dgm:if name="Name28" axis="ch ch ch" ptType="node node node" st="1 3 0" cnt="1 1 0" func="cnt" op="equ" val="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l" for="ch" forName="cycle_2"/>
                      <dgm:constr type="b" for="ch" forName="cycle_2" refType="h" fact="0.85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r" for="ch" forName="cycle_3" refType="w"/>
                      <dgm:constr type="b" for="ch" forName="cycle_3" refType="h" fact="0.85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if>
                  <dgm:else name="Name29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l" for="ch" forName="cycle_2"/>
                      <dgm:constr type="b" for="ch" forName="cycle_2" refType="h" fact="0.85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r" for="ch" forName="cycle_3" refType="w"/>
                      <dgm:constr type="b" for="ch" forName="cycle_3" refType="h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else>
                </dgm:choose>
              </dgm:if>
              <dgm:else name="Name30">
                <dgm:choose name="Name31">
                  <dgm:if name="Name32" axis="ch ch ch" ptType="node node node" st="1 3 0" cnt="1 1 0" func="cnt" op="equ" val="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l" for="ch" forName="cycle_2"/>
                      <dgm:constr type="b" for="ch" forName="cycle_2" refType="h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r" for="ch" forName="cycle_3" refType="w"/>
                      <dgm:constr type="b" for="ch" forName="cycle_3" refType="h" fact="0.85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if>
                  <dgm:else name="Name33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l" for="ch" forName="cycle_2"/>
                      <dgm:constr type="b" for="ch" forName="cycle_2" refType="h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r" for="ch" forName="cycle_3" refType="w"/>
                      <dgm:constr type="b" for="ch" forName="cycle_3" refType="h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else>
                </dgm:choose>
              </dgm:else>
            </dgm:choose>
          </dgm:if>
          <dgm:if name="Name34" axis="ch ch" ptType="node node" func="cnt" op="equ" val="4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5"/>
              <dgm:constr type="h" for="ch" forName="cycle_1" refType="h" fact="0.33"/>
              <dgm:constr type="l" for="ch" forName="cycle_2"/>
              <dgm:constr type="ctrY" for="ch" forName="cycle_2" refType="h" fact="0.5"/>
              <dgm:constr type="w" for="ch" forName="cycle_2" refType="w" fact="0.33"/>
              <dgm:constr type="h" for="ch" forName="cycle_2" refType="h" fact="0.5"/>
              <dgm:constr type="ctrX" for="ch" forName="cycle_3" refType="w" fact="0.5"/>
              <dgm:constr type="b" for="ch" forName="cycle_3" refType="h"/>
              <dgm:constr type="w" for="ch" forName="cycle_3" refType="w" fact="0.5"/>
              <dgm:constr type="h" for="ch" forName="cycle_3" refType="h" fact="0.33"/>
              <dgm:constr type="r" for="ch" forName="cycle_4" refType="w"/>
              <dgm:constr type="ctrY" for="ch" forName="cycle_4" refType="h" fact="0.5"/>
              <dgm:constr type="w" for="ch" forName="cycle_4" refType="w" fact="0.33"/>
              <dgm:constr type="h" for="ch" forName="cycle_4" refType="h" fact="0.5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userS" for="des" ptType="node" refType="w" refFor="ch" refForName="textCenter" fact="0.67"/>
            </dgm:constrLst>
          </dgm:if>
          <dgm:if name="Name35" axis="ch ch" ptType="node node" func="cnt" op="equ" val="5">
            <dgm:constrLst>
              <dgm:constr type="ctrX" for="ch" forName="textCenter" refType="w" fact="0.5"/>
              <dgm:constr type="t" for="ch" forName="textCenter" refType="h" fact="0.42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33"/>
              <dgm:constr type="h" for="ch" forName="cycle_1" refType="w" refFor="ch" refForName="cycle_1"/>
              <dgm:constr type="l" for="ch" forName="cycle_2"/>
              <dgm:constr type="t" for="ch" forName="cycle_2" refType="h" fact="0.24"/>
              <dgm:constr type="w" for="ch" forName="cycle_2" refType="w" fact="0.33"/>
              <dgm:constr type="h" for="ch" forName="cycle_2" refType="w" refFor="ch" refForName="cycle_2"/>
              <dgm:constr type="l" for="ch" forName="cycle_3" refType="w" fact="0.11"/>
              <dgm:constr type="b" for="ch" forName="cycle_3" refType="h"/>
              <dgm:constr type="w" for="ch" forName="cycle_3" refType="w" fact="0.33"/>
              <dgm:constr type="h" for="ch" forName="cycle_3" refType="w" refFor="ch" refForName="cycle_3"/>
              <dgm:constr type="r" for="ch" forName="cycle_4" refType="w" fact="0.89"/>
              <dgm:constr type="b" for="ch" forName="cycle_4" refType="h"/>
              <dgm:constr type="w" for="ch" forName="cycle_4" refType="w" fact="0.33"/>
              <dgm:constr type="h" for="ch" forName="cycle_4" refType="w" refFor="ch" refForName="cycle_4"/>
              <dgm:constr type="r" for="ch" forName="cycle_5" refType="w"/>
              <dgm:constr type="t" for="ch" forName="cycle_5" refType="h" fact="0.24"/>
              <dgm:constr type="w" for="ch" forName="cycle_5" refType="w" fact="0.33"/>
              <dgm:constr type="h" for="ch" forName="cycle_5" refType="w" refFor="ch" refForName="cycle_5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userS" for="des" ptType="node" refType="w" refFor="ch" refForName="textCenter" fact="0.67"/>
            </dgm:constrLst>
          </dgm:if>
          <dgm:if name="Name36" axis="ch ch" ptType="node node" func="cnt" op="equ" val="6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33"/>
              <dgm:constr type="h" for="ch" forName="cycle_1" refType="w" refFor="ch" refForName="cycle_1"/>
              <dgm:constr type="l" for="ch" forName="cycle_2"/>
              <dgm:constr type="t" for="ch" forName="cycle_2" refType="h" fact="0.17"/>
              <dgm:constr type="w" for="ch" forName="cycle_2" refType="w" fact="0.33"/>
              <dgm:constr type="h" for="ch" forName="cycle_2" refType="w" refFor="ch" refForName="cycle_2"/>
              <dgm:constr type="l" for="ch" forName="cycle_3"/>
              <dgm:constr type="b" for="ch" forName="cycle_3" refType="h" fact="0.83"/>
              <dgm:constr type="w" for="ch" forName="cycle_3" refType="w" fact="0.33"/>
              <dgm:constr type="h" for="ch" forName="cycle_3" refType="w" refFor="ch" refForName="cycle_3"/>
              <dgm:constr type="ctrX" for="ch" forName="cycle_4" refType="w" fact="0.5"/>
              <dgm:constr type="b" for="ch" forName="cycle_4" refType="h"/>
              <dgm:constr type="w" for="ch" forName="cycle_4" refType="w" fact="0.33"/>
              <dgm:constr type="h" for="ch" forName="cycle_4" refType="w" refFor="ch" refForName="cycle_4"/>
              <dgm:constr type="r" for="ch" forName="cycle_5" refType="w"/>
              <dgm:constr type="b" for="ch" forName="cycle_5" refType="h" fact="0.83"/>
              <dgm:constr type="w" for="ch" forName="cycle_5" refType="w" fact="0.33"/>
              <dgm:constr type="h" for="ch" forName="cycle_5" refType="w" refFor="ch" refForName="cycle_5"/>
              <dgm:constr type="r" for="ch" forName="cycle_6" refType="w"/>
              <dgm:constr type="t" for="ch" forName="cycle_6" refType="h" fact="0.17"/>
              <dgm:constr type="w" for="ch" forName="cycle_6" refType="w" fact="0.33"/>
              <dgm:constr type="h" for="ch" forName="cycle_6" refType="w" refFor="ch" refForName="cycle_6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primFontSz" for="des" forName="childCenter6" refType="primFontSz" refFor="des" refForName="childCenter1" op="equ"/>
              <dgm:constr type="primFontSz" for="des" forName="text6" refType="primFontSz" refFor="des" refForName="text1" op="equ"/>
              <dgm:constr type="userS" for="des" ptType="node" refType="w" refFor="ch" refForName="textCenter" fact="0.67"/>
            </dgm:constrLst>
          </dgm:if>
          <dgm:else name="Name37">
            <dgm:constrLst>
              <dgm:constr type="ctrX" for="ch" forName="textCenter" refType="w" fact="0.5"/>
              <dgm:constr type="t" for="ch" forName="textCenter" refType="h" fact="0.444"/>
              <dgm:constr type="w" for="ch" forName="textCenter" refType="w" fact="0.167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263"/>
              <dgm:constr type="h" for="ch" forName="cycle_1" refType="w" refFor="ch" refForName="cycle_1"/>
              <dgm:constr type="l" for="ch" forName="cycle_2" refType="w" fact="0.062"/>
              <dgm:constr type="t" for="ch" forName="cycle_2" refType="h" fact="0.141"/>
              <dgm:constr type="w" for="ch" forName="cycle_2" refType="w" fact="0.263"/>
              <dgm:constr type="h" for="ch" forName="cycle_2" refType="w" refFor="ch" refForName="cycle_2"/>
              <dgm:constr type="l" for="ch" forName="cycle_3"/>
              <dgm:constr type="b" for="ch" forName="cycle_3" refType="h" fact="0.74"/>
              <dgm:constr type="w" for="ch" forName="cycle_3" refType="w" fact="0.263"/>
              <dgm:constr type="h" for="ch" forName="cycle_3" refType="w" refFor="ch" refForName="cycle_3"/>
              <dgm:constr type="l" for="ch" forName="cycle_4" refType="w" fact="0.2"/>
              <dgm:constr type="b" for="ch" forName="cycle_4" refType="h"/>
              <dgm:constr type="w" for="ch" forName="cycle_4" refType="w" fact="0.263"/>
              <dgm:constr type="h" for="ch" forName="cycle_4" refType="w" refFor="ch" refForName="cycle_4"/>
              <dgm:constr type="r" for="ch" forName="cycle_5" refType="w" fact="0.8"/>
              <dgm:constr type="b" for="ch" forName="cycle_5" refType="h"/>
              <dgm:constr type="w" for="ch" forName="cycle_5" refType="w" fact="0.263"/>
              <dgm:constr type="h" for="ch" forName="cycle_5" refType="w" refFor="ch" refForName="cycle_5"/>
              <dgm:constr type="r" for="ch" forName="cycle_6" refType="w"/>
              <dgm:constr type="b" for="ch" forName="cycle_6" refType="h" fact="0.74"/>
              <dgm:constr type="w" for="ch" forName="cycle_6" refType="w" fact="0.263"/>
              <dgm:constr type="h" for="ch" forName="cycle_6" refType="w" refFor="ch" refForName="cycle_6"/>
              <dgm:constr type="r" for="ch" forName="cycle_7" refType="w" fact="0.938"/>
              <dgm:constr type="t" for="ch" forName="cycle_7" refType="h" fact="0.141"/>
              <dgm:constr type="w" for="ch" forName="cycle_7" refType="w" fact="0.263"/>
              <dgm:constr type="h" for="ch" forName="cycle_7" refType="w" refFor="ch" refForName="cycle_7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primFontSz" for="des" forName="childCenter6" refType="primFontSz" refFor="des" refForName="childCenter1" op="equ"/>
              <dgm:constr type="primFontSz" for="des" forName="text6" refType="primFontSz" refFor="des" refForName="text1" op="equ"/>
              <dgm:constr type="primFontSz" for="des" forName="childCenter7" refType="primFontSz" refFor="des" refForName="childCenter1" op="equ"/>
              <dgm:constr type="primFontSz" for="des" forName="text7" refType="primFontSz" refFor="des" refForName="text1" op="equ"/>
              <dgm:constr type="userS" for="des" ptType="node" refType="w" refFor="ch" refForName="textCenter" fact="0.67"/>
            </dgm:constrLst>
          </dgm:else>
        </dgm:choose>
      </dgm:else>
    </dgm:choose>
    <dgm:forEach name="Name38" axis="ch" ptType="node" cnt="1">
      <dgm:choose name="Name39">
        <dgm:if name="Name40" axis="des" func="maxDepth" op="lte" val="1">
          <dgm:layoutNode name="singleCycle">
            <dgm:choose name="Name41">
              <dgm:if name="Name42" axis="ch" ptType="node" func="cnt" op="equ" val="1">
                <dgm:choose name="Name43">
                  <dgm:if name="Name44" func="var" arg="dir" op="equ" val="norm">
                    <dgm:alg type="cycle">
                      <dgm:param type="stAng" val="90"/>
                      <dgm:param type="ctrShpMap" val="fNode"/>
                    </dgm:alg>
                  </dgm:if>
                  <dgm:else name="Name45">
                    <dgm:alg type="cycle">
                      <dgm:param type="stAng" val="-90"/>
                      <dgm:param type="spanAng" val="-360"/>
                      <dgm:param type="ctrShpMap" val="fNode"/>
                    </dgm:alg>
                  </dgm:else>
                </dgm:choose>
              </dgm:if>
              <dgm:else name="Name46">
                <dgm:choose name="Name47">
                  <dgm:if name="Name48" func="var" arg="dir" op="equ" val="norm">
                    <dgm:alg type="cycle">
                      <dgm:param type="ctrShpMap" val="fNode"/>
                    </dgm:alg>
                  </dgm:if>
                  <dgm:else name="Name49">
                    <dgm:alg type="cycle">
                      <dgm:param type="spanAng" val="-360"/>
                      <dgm:param type="ctrShpMap" val="fNode"/>
                    </dgm:alg>
                  </dgm:else>
                </dgm:choose>
              </dgm:else>
            </dgm:choose>
            <dgm:shape xmlns:r="http://schemas.openxmlformats.org/officeDocument/2006/relationships" r:blip="">
              <dgm:adjLst/>
            </dgm:shape>
            <dgm:presOf/>
            <dgm:choose name="Name50">
              <dgm:if name="Name51" axis="ch" ptType="node" func="cnt" op="equ" val="0">
                <dgm:constrLst>
                  <dgm:constr type="w" for="ch" forName="singleCenter" refType="w"/>
                  <dgm:constr type="h" for="ch" forName="singleCenter" refType="w" refFor="ch" refForName="singleCenter"/>
                </dgm:constrLst>
              </dgm:if>
              <dgm:if name="Name52" axis="ch" ptType="node" func="cnt" op="equ" val="1">
                <dgm:constrLst>
                  <dgm:constr type="w" for="ch" forName="singleCenter" refType="w" fact="0.5"/>
                  <dgm:constr type="h" for="ch" forName="singleCenter" refType="w" refFor="ch" refForName="singleCenter"/>
                  <dgm:constr type="userS" for="ch" ptType="node" refType="w" refFor="ch" refForName="singleCenter" fact="0.67"/>
                </dgm:constrLst>
              </dgm:if>
              <dgm:else name="Name53">
                <dgm:constrLst>
                  <dgm:constr type="w" for="ch" forName="singleCenter" refType="w" fact="0.3"/>
                  <dgm:constr type="h" for="ch" forName="singleCenter" refType="w" refFor="ch" refForName="singleCenter"/>
                  <dgm:constr type="userS" for="ch" ptType="node" refType="w" refFor="ch" refForName="singleCenter" fact="0.67"/>
                </dgm:constrLst>
              </dgm:else>
            </dgm:choose>
            <dgm:layoutNode name="singleCenter" styleLbl="node1">
              <dgm:varLst>
                <dgm:chMax val="7"/>
                <dgm:chPref val="7"/>
              </dgm:varLst>
              <dgm:alg type="tx"/>
              <dgm:shape xmlns:r="http://schemas.openxmlformats.org/officeDocument/2006/relationships" type="roundRect" r:blip="">
                <dgm:adjLst/>
              </dgm:shape>
              <dgm:presOf axis="self" ptType="node"/>
              <dgm:constrLst>
                <dgm:constr type="tMarg" refType="primFontSz" fact="0.2"/>
                <dgm:constr type="bMarg" refType="primFontSz" fact="0.2"/>
                <dgm:constr type="lMarg" refType="primFontSz" fact="0.2"/>
                <dgm:constr type="rMarg" refType="primFontSz" fact="0.2"/>
              </dgm:constrLst>
              <dgm:ruleLst>
                <dgm:rule type="primFontSz" val="5" fact="NaN" max="NaN"/>
              </dgm:ruleLst>
            </dgm:layoutNode>
            <dgm:forEach name="Name54" axis="ch" cnt="21">
              <dgm:forEach name="Name55" axis="self" ptType="parTrans">
                <dgm:layoutNode name="Name56">
                  <dgm:alg type="conn">
                    <dgm:param type="dim" val="1D"/>
                    <dgm:param type="begPts" val="auto"/>
                    <dgm:param type="endPts" val="auto"/>
                    <dgm:param type="begSty" val="noArr"/>
                    <dgm:param type="endSty" val="noArr"/>
                  </dgm:alg>
                  <dgm:shape xmlns:r="http://schemas.openxmlformats.org/officeDocument/2006/relationships" type="conn" r:blip="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</dgm:layoutNode>
              </dgm:forEach>
              <dgm:forEach name="Name57" axis="self" ptType="node">
                <dgm:layoutNode name="text0" styleLbl="node1">
                  <dgm:varLst>
                    <dgm:bulletEnabled val="1"/>
                  </dgm:varLst>
                  <dgm:alg type="tx"/>
                  <dgm:shape xmlns:r="http://schemas.openxmlformats.org/officeDocument/2006/relationships" type="roundRect" r:blip="">
                    <dgm:adjLst/>
                  </dgm:shape>
                  <dgm:presOf axis="desOrSelf" ptType="node"/>
                  <dgm:constrLst>
                    <dgm:constr type="userS"/>
                    <dgm:constr type="w" refType="userS"/>
                    <dgm:constr type="h" refType="w"/>
                    <dgm:constr type="tMarg" refType="primFontSz" fact="0.2"/>
                    <dgm:constr type="bMarg" refType="primFontSz" fact="0.2"/>
                    <dgm:constr type="lMarg" refType="primFontSz" fact="0.2"/>
                    <dgm:constr type="rMarg" refType="primFontSz" fact="0.2"/>
                  </dgm:constrLst>
                  <dgm:ruleLst>
                    <dgm:rule type="primFontSz" val="5" fact="NaN" max="NaN"/>
                  </dgm:ruleLst>
                </dgm:layoutNode>
              </dgm:forEach>
            </dgm:forEach>
          </dgm:layoutNode>
        </dgm:if>
        <dgm:else name="Name58">
          <dgm:layoutNode name="textCenter" styleLbl="node1">
            <dgm:alg type="tx"/>
            <dgm:shape xmlns:r="http://schemas.openxmlformats.org/officeDocument/2006/relationships" type="roundRect" r:blip="">
              <dgm:adjLst/>
            </dgm:shape>
            <dgm:presOf axis="self" ptType="node"/>
            <dgm:constrLst>
              <dgm:constr type="tMarg" refType="primFontSz" fact="0.2"/>
              <dgm:constr type="bMarg" refType="primFontSz" fact="0.2"/>
              <dgm:constr type="lMarg" refType="primFontSz" fact="0.2"/>
              <dgm:constr type="rMarg" refType="primFontSz" fact="0.2"/>
            </dgm:constrLst>
            <dgm:ruleLst>
              <dgm:rule type="primFontSz" val="5" fact="NaN" max="NaN"/>
            </dgm:ruleLst>
          </dgm:layoutNode>
          <dgm:choose name="Name59">
            <dgm:if name="Name60" axis="ch" ptType="node" func="cnt" op="gte" val="1">
              <dgm:layoutNode name="cycle_1">
                <dgm:choose name="Name61">
                  <dgm:if name="Name62" func="var" arg="dir" op="equ" val="norm">
                    <dgm:choose name="Name63">
                      <dgm:if name="Name64" axis="ch" ptType="node" func="cnt" op="equ" val="1">
                        <dgm:choose name="Name65">
                          <dgm:if name="Name66" axis="ch ch" ptType="node node" st="1 1" cnt="1 0" func="cnt" op="equ" val="1">
                            <dgm:alg type="cycle">
                              <dgm:param type="ctrShpMap" val="fNode"/>
                              <dgm:param type="stAng" val="90"/>
                            </dgm:alg>
                          </dgm:if>
                          <dgm:if name="Name67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90"/>
                            </dgm:alg>
                          </dgm:if>
                          <dgm:else name="Name68">
                            <dgm:alg type="cycle">
                              <dgm:param type="ctrShpMap" val="fNode"/>
                              <dgm:param type="stAng" val="0"/>
                              <dgm:param type="spanAng" val="180"/>
                            </dgm:alg>
                          </dgm:else>
                        </dgm:choose>
                      </dgm:if>
                      <dgm:if name="Name69" axis="ch" ptType="node" func="cnt" op="equ" val="2">
                        <dgm:choose name="Name70">
                          <dgm:if name="Name71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72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73">
                            <dgm:alg type="cycle">
                              <dgm:param type="ctrShpMap" val="fNode"/>
                              <dgm:param type="stAng" val="270"/>
                              <dgm:param type="spanAng" val="180"/>
                            </dgm:alg>
                          </dgm:else>
                        </dgm:choose>
                      </dgm:if>
                      <dgm:if name="Name74" axis="ch" ptType="node" func="cnt" op="equ" val="3">
                        <dgm:choose name="Name75">
                          <dgm:if name="Name76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77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78">
                            <dgm:alg type="cycle">
                              <dgm:param type="ctrShpMap" val="fNode"/>
                              <dgm:param type="stAng" val="270"/>
                              <dgm:param type="spanAng" val="180"/>
                            </dgm:alg>
                          </dgm:else>
                        </dgm:choose>
                      </dgm:if>
                      <dgm:if name="Name79" axis="ch" ptType="node" func="cnt" op="equ" val="4">
                        <dgm:choose name="Name80">
                          <dgm:if name="Name81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82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83">
                            <dgm:alg type="cycle">
                              <dgm:param type="ctrShpMap" val="fNode"/>
                              <dgm:param type="stAng" val="292.5"/>
                              <dgm:param type="spanAng" val="135"/>
                            </dgm:alg>
                          </dgm:else>
                        </dgm:choose>
                      </dgm:if>
                      <dgm:if name="Name84" axis="ch" ptType="node" func="cnt" op="equ" val="5">
                        <dgm:choose name="Name85">
                          <dgm:if name="Name86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87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88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89" axis="ch" ptType="node" func="cnt" op="equ" val="6">
                        <dgm:choose name="Name90">
                          <dgm:if name="Name91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92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93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94" axis="ch" ptType="node" func="cnt" op="gte" val="7">
                        <dgm:choose name="Name95">
                          <dgm:if name="Name96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97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98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99"/>
                    </dgm:choose>
                  </dgm:if>
                  <dgm:else name="Name100">
                    <dgm:choose name="Name101">
                      <dgm:if name="Name102" axis="ch" ptType="node" func="cnt" op="equ" val="1">
                        <dgm:choose name="Name103">
                          <dgm:if name="Name104" axis="ch ch" ptType="node node" st="1 1" cnt="1 0" func="cnt" op="equ" val="1">
                            <dgm:alg type="cycle">
                              <dgm:param type="ctrShpMap" val="fNode"/>
                              <dgm:param type="stAng" val="270"/>
                            </dgm:alg>
                          </dgm:if>
                          <dgm:if name="Name105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-90"/>
                            </dgm:alg>
                          </dgm:if>
                          <dgm:else name="Name106">
                            <dgm:alg type="cycle">
                              <dgm:param type="ctrShpMap" val="fNode"/>
                              <dgm:param type="stAng" val="0"/>
                              <dgm:param type="spanAng" val="-180"/>
                            </dgm:alg>
                          </dgm:else>
                        </dgm:choose>
                      </dgm:if>
                      <dgm:if name="Name107" axis="ch" ptType="node" func="cnt" op="equ" val="2">
                        <dgm:choose name="Name108">
                          <dgm:if name="Name109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10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11">
                            <dgm:alg type="cycle">
                              <dgm:param type="ctrShpMap" val="fNode"/>
                              <dgm:param type="stAng" val="90"/>
                              <dgm:param type="spanAng" val="-180"/>
                            </dgm:alg>
                          </dgm:else>
                        </dgm:choose>
                      </dgm:if>
                      <dgm:if name="Name112" axis="ch" ptType="node" func="cnt" op="equ" val="3">
                        <dgm:choose name="Name113">
                          <dgm:if name="Name114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15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16">
                            <dgm:alg type="cycle">
                              <dgm:param type="ctrShpMap" val="fNode"/>
                              <dgm:param type="stAng" val="90"/>
                              <dgm:param type="spanAng" val="-180"/>
                            </dgm:alg>
                          </dgm:else>
                        </dgm:choose>
                      </dgm:if>
                      <dgm:if name="Name117" axis="ch" ptType="node" func="cnt" op="equ" val="4">
                        <dgm:choose name="Name118">
                          <dgm:if name="Name119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20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21">
                            <dgm:alg type="cycle">
                              <dgm:param type="ctrShpMap" val="fNode"/>
                              <dgm:param type="stAng" val="67.5"/>
                              <dgm:param type="spanAng" val="-135"/>
                            </dgm:alg>
                          </dgm:else>
                        </dgm:choose>
                      </dgm:if>
                      <dgm:if name="Name122" axis="ch" ptType="node" func="cnt" op="equ" val="5">
                        <dgm:choose name="Name123">
                          <dgm:if name="Name124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25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26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127" axis="ch" ptType="node" func="cnt" op="equ" val="6">
                        <dgm:choose name="Name128">
                          <dgm:if name="Name129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30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31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132" axis="ch" ptType="node" func="cnt" op="gte" val="7">
                        <dgm:choose name="Name133">
                          <dgm:if name="Name134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35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36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137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138" axis="ch" ptType="node" cnt="1">
                  <dgm:layoutNode name="childCenter1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139" axis="ch">
                    <dgm:forEach name="Name140" axis="self" ptType="parTrans">
                      <dgm:layoutNode name="Name141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142" axis="self" ptType="node">
                      <dgm:layoutNode name="text1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143" axis="ch" ptType="parTrans" cnt="1">
                <dgm:layoutNode name="Name144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1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145"/>
          </dgm:choose>
          <dgm:choose name="Name146">
            <dgm:if name="Name147" axis="ch" ptType="node" func="cnt" op="gte" val="2">
              <dgm:layoutNode name="cycle_2">
                <dgm:choose name="Name148">
                  <dgm:if name="Name149" func="var" arg="dir" op="equ" val="norm">
                    <dgm:choose name="Name150">
                      <dgm:if name="Name151" axis="ch" ptType="node" func="cnt" op="equ" val="2">
                        <dgm:choose name="Name152">
                          <dgm:if name="Name153" axis="ch ch" ptType="node node" st="2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154" axis="ch ch" ptType="node node" st="2 1" cnt="1 0" func="cnt" op="equ" val="2">
                            <dgm:alg type="cycle">
                              <dgm:param type="ctrShpMap" val="fNode"/>
                              <dgm:param type="stAng" val="135"/>
                              <dgm:param type="spanAng" val="90"/>
                            </dgm:alg>
                          </dgm:if>
                          <dgm:else name="Name155">
                            <dgm:alg type="cycle">
                              <dgm:param type="ctrShpMap" val="fNode"/>
                              <dgm:param type="stAng" val="90"/>
                              <dgm:param type="spanAng" val="180"/>
                            </dgm:alg>
                          </dgm:else>
                        </dgm:choose>
                      </dgm:if>
                      <dgm:if name="Name156" axis="ch" ptType="node" func="cnt" op="equ" val="3">
                        <dgm:choose name="Name157">
                          <dgm:if name="Name158" axis="ch ch" ptType="node node" st="2 1" cnt="1 0" func="cnt" op="equ" val="1">
                            <dgm:alg type="cycle">
                              <dgm:param type="ctrShpMap" val="fNode"/>
                              <dgm:param type="stAng" val="120"/>
                              <dgm:param type="horzAlign" val="r"/>
                              <dgm:param type="vertAlign" val="b"/>
                            </dgm:alg>
                          </dgm:if>
                          <dgm:if name="Name159" axis="ch ch" ptType="node node" st="2 1" cnt="1 0" func="cnt" op="equ" val="2">
                            <dgm:alg type="cycle">
                              <dgm:param type="ctrShpMap" val="fNode"/>
                              <dgm:param type="stAng" val="75"/>
                              <dgm:param type="spanAng" val="90"/>
                              <dgm:param type="horzAlign" val="r"/>
                              <dgm:param type="vertAlign" val="b"/>
                            </dgm:alg>
                          </dgm:if>
                          <dgm:else name="Name160">
                            <dgm:alg type="cycle">
                              <dgm:param type="ctrShpMap" val="fNode"/>
                              <dgm:param type="stAng" val="30"/>
                              <dgm:param type="spanAng" val="180"/>
                            </dgm:alg>
                          </dgm:else>
                        </dgm:choose>
                      </dgm:if>
                      <dgm:if name="Name161" axis="ch" ptType="node" func="cnt" op="equ" val="4">
                        <dgm:choose name="Name162">
                          <dgm:if name="Name163" axis="ch ch" ptType="node node" st="2 1" cnt="1 0" func="cnt" op="equ" val="1">
                            <dgm:alg type="cycle">
                              <dgm:param type="ctrShpMap" val="fNode"/>
                              <dgm:param type="stAng" val="90"/>
                            </dgm:alg>
                          </dgm:if>
                          <dgm:if name="Name164" axis="ch ch" ptType="node node" st="2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90"/>
                            </dgm:alg>
                          </dgm:if>
                          <dgm:else name="Name165">
                            <dgm:alg type="cycle">
                              <dgm:param type="ctrShpMap" val="fNode"/>
                              <dgm:param type="stAng" val="22.5"/>
                              <dgm:param type="spanAng" val="135"/>
                            </dgm:alg>
                          </dgm:else>
                        </dgm:choose>
                      </dgm:if>
                      <dgm:if name="Name166" axis="ch" ptType="node" func="cnt" op="equ" val="5">
                        <dgm:choose name="Name167">
                          <dgm:if name="Name168" axis="ch ch" ptType="node node" st="2 1" cnt="1 0" func="cnt" op="equ" val="1">
                            <dgm:alg type="cycle">
                              <dgm:param type="ctrShpMap" val="fNode"/>
                              <dgm:param type="stAng" val="72"/>
                            </dgm:alg>
                          </dgm:if>
                          <dgm:if name="Name169" axis="ch ch" ptType="node node" st="2 1" cnt="1 0" func="cnt" op="equ" val="2">
                            <dgm:alg type="cycle">
                              <dgm:param type="ctrShpMap" val="fNode"/>
                              <dgm:param type="stAng" val="27"/>
                              <dgm:param type="spanAng" val="90"/>
                            </dgm:alg>
                          </dgm:if>
                          <dgm:else name="Name170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171" axis="ch" ptType="node" func="cnt" op="equ" val="6">
                        <dgm:choose name="Name172">
                          <dgm:if name="Name173" axis="ch ch" ptType="node node" st="2 1" cnt="1 0" func="cnt" op="equ" val="1">
                            <dgm:alg type="cycle">
                              <dgm:param type="ctrShpMap" val="fNode"/>
                              <dgm:param type="stAng" val="60"/>
                            </dgm:alg>
                          </dgm:if>
                          <dgm:if name="Name174" axis="ch ch" ptType="node node" st="2 1" cnt="1 0" func="cnt" op="equ" val="2">
                            <dgm:alg type="cycle">
                              <dgm:param type="ctrShpMap" val="fNode"/>
                              <dgm:param type="stAng" val="15"/>
                              <dgm:param type="spanAng" val="90"/>
                            </dgm:alg>
                          </dgm:if>
                          <dgm:else name="Name175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176" axis="ch" ptType="node" func="cnt" op="gte" val="7">
                        <dgm:choose name="Name177">
                          <dgm:if name="Name178" axis="ch ch" ptType="node node" st="2 1" cnt="1 0" func="cnt" op="equ" val="1">
                            <dgm:alg type="cycle">
                              <dgm:param type="ctrShpMap" val="fNode"/>
                              <dgm:param type="stAng" val="51"/>
                            </dgm:alg>
                          </dgm:if>
                          <dgm:if name="Name179" axis="ch ch" ptType="node node" st="2 1" cnt="1 0" func="cnt" op="equ" val="2">
                            <dgm:alg type="cycle">
                              <dgm:param type="ctrShpMap" val="fNode"/>
                              <dgm:param type="stAng" val="6"/>
                              <dgm:param type="spanAng" val="90"/>
                            </dgm:alg>
                          </dgm:if>
                          <dgm:else name="Name180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181"/>
                    </dgm:choose>
                  </dgm:if>
                  <dgm:else name="Name182">
                    <dgm:choose name="Name183">
                      <dgm:if name="Name184" axis="ch" ptType="node" func="cnt" op="equ" val="2">
                        <dgm:choose name="Name185">
                          <dgm:if name="Name186" axis="ch ch" ptType="node node" st="2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187" axis="ch ch" ptType="node node" st="2 1" cnt="1 0" func="cnt" op="equ" val="2">
                            <dgm:alg type="cycle">
                              <dgm:param type="ctrShpMap" val="fNode"/>
                              <dgm:param type="stAng" val="225"/>
                              <dgm:param type="spanAng" val="-90"/>
                            </dgm:alg>
                          </dgm:if>
                          <dgm:else name="Name188">
                            <dgm:alg type="cycle">
                              <dgm:param type="ctrShpMap" val="fNode"/>
                              <dgm:param type="stAng" val="270"/>
                              <dgm:param type="spanAng" val="-180"/>
                            </dgm:alg>
                          </dgm:else>
                        </dgm:choose>
                      </dgm:if>
                      <dgm:if name="Name189" axis="ch" ptType="node" func="cnt" op="equ" val="3">
                        <dgm:choose name="Name190">
                          <dgm:if name="Name191" axis="ch ch" ptType="node node" st="2 1" cnt="1 0" func="cnt" op="equ" val="1">
                            <dgm:alg type="cycle">
                              <dgm:param type="ctrShpMap" val="fNode"/>
                              <dgm:param type="stAng" val="240"/>
                              <dgm:param type="horzAlign" val="l"/>
                              <dgm:param type="vertAlign" val="b"/>
                            </dgm:alg>
                          </dgm:if>
                          <dgm:if name="Name192" axis="ch ch" ptType="node node" st="2 1" cnt="1 0" func="cnt" op="equ" val="2">
                            <dgm:alg type="cycle">
                              <dgm:param type="ctrShpMap" val="fNode"/>
                              <dgm:param type="stAng" val="285"/>
                              <dgm:param type="spanAng" val="-90"/>
                              <dgm:param type="horzAlign" val="l"/>
                              <dgm:param type="vertAlign" val="b"/>
                            </dgm:alg>
                          </dgm:if>
                          <dgm:else name="Name193">
                            <dgm:alg type="cycle">
                              <dgm:param type="ctrShpMap" val="fNode"/>
                              <dgm:param type="stAng" val="330"/>
                              <dgm:param type="spanAng" val="-180"/>
                            </dgm:alg>
                          </dgm:else>
                        </dgm:choose>
                      </dgm:if>
                      <dgm:if name="Name194" axis="ch" ptType="node" func="cnt" op="equ" val="4">
                        <dgm:choose name="Name195">
                          <dgm:if name="Name196" axis="ch ch" ptType="node node" st="2 1" cnt="1 0" func="cnt" op="equ" val="1">
                            <dgm:alg type="cycle">
                              <dgm:param type="ctrShpMap" val="fNode"/>
                              <dgm:param type="stAng" val="270"/>
                            </dgm:alg>
                          </dgm:if>
                          <dgm:if name="Name197" axis="ch ch" ptType="node node" st="2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-90"/>
                            </dgm:alg>
                          </dgm:if>
                          <dgm:else name="Name198">
                            <dgm:alg type="cycle">
                              <dgm:param type="ctrShpMap" val="fNode"/>
                              <dgm:param type="stAng" val="337.5"/>
                              <dgm:param type="spanAng" val="-135"/>
                            </dgm:alg>
                          </dgm:else>
                        </dgm:choose>
                      </dgm:if>
                      <dgm:if name="Name199" axis="ch" ptType="node" func="cnt" op="equ" val="5">
                        <dgm:choose name="Name200">
                          <dgm:if name="Name201" axis="ch ch" ptType="node node" st="2 1" cnt="1 0" func="cnt" op="equ" val="1">
                            <dgm:alg type="cycle">
                              <dgm:param type="ctrShpMap" val="fNode"/>
                              <dgm:param type="stAng" val="288"/>
                            </dgm:alg>
                          </dgm:if>
                          <dgm:if name="Name202" axis="ch ch" ptType="node node" st="2 1" cnt="1 0" func="cnt" op="equ" val="2">
                            <dgm:alg type="cycle">
                              <dgm:param type="ctrShpMap" val="fNode"/>
                              <dgm:param type="stAng" val="333"/>
                              <dgm:param type="spanAng" val="-90"/>
                            </dgm:alg>
                          </dgm:if>
                          <dgm:else name="Name203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204" axis="ch" ptType="node" func="cnt" op="equ" val="6">
                        <dgm:choose name="Name205">
                          <dgm:if name="Name206" axis="ch ch" ptType="node node" st="2 1" cnt="1 0" func="cnt" op="equ" val="1">
                            <dgm:alg type="cycle">
                              <dgm:param type="ctrShpMap" val="fNode"/>
                              <dgm:param type="stAng" val="300"/>
                            </dgm:alg>
                          </dgm:if>
                          <dgm:if name="Name207" axis="ch ch" ptType="node node" st="2 1" cnt="1 0" func="cnt" op="equ" val="2">
                            <dgm:alg type="cycle">
                              <dgm:param type="ctrShpMap" val="fNode"/>
                              <dgm:param type="stAng" val="345"/>
                              <dgm:param type="spanAng" val="-90"/>
                            </dgm:alg>
                          </dgm:if>
                          <dgm:else name="Name208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209" axis="ch" ptType="node" func="cnt" op="gte" val="7">
                        <dgm:choose name="Name210">
                          <dgm:if name="Name211" axis="ch ch" ptType="node node" st="2 1" cnt="1 0" func="cnt" op="equ" val="1">
                            <dgm:alg type="cycle">
                              <dgm:param type="ctrShpMap" val="fNode"/>
                              <dgm:param type="stAng" val="308"/>
                            </dgm:alg>
                          </dgm:if>
                          <dgm:if name="Name212" axis="ch ch" ptType="node node" st="2 1" cnt="1 0" func="cnt" op="equ" val="2">
                            <dgm:alg type="cycle">
                              <dgm:param type="ctrShpMap" val="fNode"/>
                              <dgm:param type="stAng" val="353"/>
                              <dgm:param type="spanAng" val="-90"/>
                            </dgm:alg>
                          </dgm:if>
                          <dgm:else name="Name213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214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215" axis="ch" ptType="node" st="2" cnt="1">
                  <dgm:layoutNode name="childCenter2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216" axis="ch">
                    <dgm:forEach name="Name217" axis="self" ptType="parTrans">
                      <dgm:layoutNode name="Name218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219" axis="self" ptType="node">
                      <dgm:layoutNode name="text2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220" axis="ch" ptType="parTrans" st="2" cnt="1">
                <dgm:layoutNode name="Name221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222"/>
          </dgm:choose>
          <dgm:choose name="Name223">
            <dgm:if name="Name224" axis="ch" ptType="node" func="cnt" op="gte" val="3">
              <dgm:layoutNode name="cycle_3">
                <dgm:choose name="Name225">
                  <dgm:if name="Name226" func="var" arg="dir" op="equ" val="norm">
                    <dgm:choose name="Name227">
                      <dgm:if name="Name228" axis="ch" ptType="node" func="cnt" op="equ" val="3">
                        <dgm:choose name="Name229">
                          <dgm:if name="Name230" axis="ch ch" ptType="node node" st="3 1" cnt="1 0" func="cnt" op="equ" val="1">
                            <dgm:alg type="cycle">
                              <dgm:param type="ctrShpMap" val="fNode"/>
                              <dgm:param type="stAng" val="240"/>
                              <dgm:param type="horzAlign" val="l"/>
                              <dgm:param type="vertAlign" val="b"/>
                            </dgm:alg>
                          </dgm:if>
                          <dgm:if name="Name231" axis="ch ch" ptType="node node" st="3 1" cnt="1 0" func="cnt" op="equ" val="2">
                            <dgm:alg type="cycle">
                              <dgm:param type="ctrShpMap" val="fNode"/>
                              <dgm:param type="stAng" val="195"/>
                              <dgm:param type="spanAng" val="90"/>
                              <dgm:param type="horzAlign" val="l"/>
                              <dgm:param type="vertAlign" val="b"/>
                            </dgm:alg>
                          </dgm:if>
                          <dgm:else name="Name232">
                            <dgm:alg type="cycle">
                              <dgm:param type="ctrShpMap" val="fNode"/>
                              <dgm:param type="stAng" val="150"/>
                              <dgm:param type="spanAng" val="180"/>
                            </dgm:alg>
                          </dgm:else>
                        </dgm:choose>
                      </dgm:if>
                      <dgm:if name="Name233" axis="ch" ptType="node" func="cnt" op="equ" val="4">
                        <dgm:choose name="Name234">
                          <dgm:if name="Name235" axis="ch ch" ptType="node node" st="3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236" axis="ch ch" ptType="node node" st="3 1" cnt="1 0" func="cnt" op="equ" val="2">
                            <dgm:alg type="cycle">
                              <dgm:param type="ctrShpMap" val="fNode"/>
                              <dgm:param type="stAng" val="135"/>
                              <dgm:param type="spanAng" val="90"/>
                            </dgm:alg>
                          </dgm:if>
                          <dgm:else name="Name237">
                            <dgm:alg type="cycle">
                              <dgm:param type="ctrShpMap" val="fNode"/>
                              <dgm:param type="stAng" val="112.5"/>
                              <dgm:param type="spanAng" val="135"/>
                            </dgm:alg>
                          </dgm:else>
                        </dgm:choose>
                      </dgm:if>
                      <dgm:if name="Name238" axis="ch" ptType="node" func="cnt" op="equ" val="5">
                        <dgm:choose name="Name239">
                          <dgm:if name="Name240" axis="ch ch" ptType="node node" st="3 1" cnt="1 0" func="cnt" op="equ" val="1">
                            <dgm:alg type="cycle">
                              <dgm:param type="ctrShpMap" val="fNode"/>
                              <dgm:param type="stAng" val="144"/>
                            </dgm:alg>
                          </dgm:if>
                          <dgm:if name="Name241" axis="ch ch" ptType="node node" st="3 1" cnt="1 0" func="cnt" op="equ" val="2">
                            <dgm:alg type="cycle">
                              <dgm:param type="ctrShpMap" val="fNode"/>
                              <dgm:param type="stAng" val="99"/>
                              <dgm:param type="spanAng" val="90"/>
                            </dgm:alg>
                          </dgm:if>
                          <dgm:else name="Name242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243" axis="ch" ptType="node" func="cnt" op="equ" val="6">
                        <dgm:choose name="Name244">
                          <dgm:if name="Name245" axis="ch ch" ptType="node node" st="3 1" cnt="1 0" func="cnt" op="equ" val="1">
                            <dgm:alg type="cycle">
                              <dgm:param type="ctrShpMap" val="fNode"/>
                              <dgm:param type="stAng" val="120"/>
                            </dgm:alg>
                          </dgm:if>
                          <dgm:if name="Name246" axis="ch ch" ptType="node node" st="3 1" cnt="1 0" func="cnt" op="equ" val="2">
                            <dgm:alg type="cycle">
                              <dgm:param type="ctrShpMap" val="fNode"/>
                              <dgm:param type="stAng" val="75"/>
                              <dgm:param type="spanAng" val="90"/>
                            </dgm:alg>
                          </dgm:if>
                          <dgm:else name="Name247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248" axis="ch" ptType="node" func="cnt" op="gte" val="7">
                        <dgm:choose name="Name249">
                          <dgm:if name="Name250" axis="ch ch" ptType="node node" st="3 1" cnt="1 0" func="cnt" op="equ" val="1">
                            <dgm:alg type="cycle">
                              <dgm:param type="ctrShpMap" val="fNode"/>
                              <dgm:param type="stAng" val="102"/>
                            </dgm:alg>
                          </dgm:if>
                          <dgm:if name="Name251" axis="ch ch" ptType="node node" st="3 1" cnt="1 0" func="cnt" op="equ" val="2">
                            <dgm:alg type="cycle">
                              <dgm:param type="ctrShpMap" val="fNode"/>
                              <dgm:param type="stAng" val="57"/>
                              <dgm:param type="spanAng" val="90"/>
                            </dgm:alg>
                          </dgm:if>
                          <dgm:else name="Name252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253"/>
                    </dgm:choose>
                  </dgm:if>
                  <dgm:else name="Name254">
                    <dgm:choose name="Name255">
                      <dgm:if name="Name256" axis="ch" ptType="node" func="cnt" op="equ" val="3">
                        <dgm:choose name="Name257">
                          <dgm:if name="Name258" axis="ch ch" ptType="node node" st="3 1" cnt="1 0" func="cnt" op="equ" val="1">
                            <dgm:alg type="cycle">
                              <dgm:param type="ctrShpMap" val="fNode"/>
                              <dgm:param type="stAng" val="120"/>
                              <dgm:param type="horzAlign" val="r"/>
                              <dgm:param type="vertAlign" val="b"/>
                            </dgm:alg>
                          </dgm:if>
                          <dgm:if name="Name259" axis="ch ch" ptType="node node" st="3 1" cnt="1 0" func="cnt" op="equ" val="2">
                            <dgm:alg type="cycle">
                              <dgm:param type="ctrShpMap" val="fNode"/>
                              <dgm:param type="stAng" val="165"/>
                              <dgm:param type="spanAng" val="-90"/>
                              <dgm:param type="horzAlign" val="r"/>
                              <dgm:param type="vertAlign" val="b"/>
                            </dgm:alg>
                          </dgm:if>
                          <dgm:else name="Name260">
                            <dgm:alg type="cycle">
                              <dgm:param type="ctrShpMap" val="fNode"/>
                              <dgm:param type="stAng" val="210"/>
                              <dgm:param type="spanAng" val="-180"/>
                            </dgm:alg>
                          </dgm:else>
                        </dgm:choose>
                      </dgm:if>
                      <dgm:if name="Name261" axis="ch" ptType="node" func="cnt" op="equ" val="4">
                        <dgm:choose name="Name262">
                          <dgm:if name="Name263" axis="ch ch" ptType="node node" st="3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264" axis="ch ch" ptType="node node" st="3 1" cnt="1 0" func="cnt" op="equ" val="2">
                            <dgm:alg type="cycle">
                              <dgm:param type="ctrShpMap" val="fNode"/>
                              <dgm:param type="stAng" val="225"/>
                              <dgm:param type="spanAng" val="-90"/>
                            </dgm:alg>
                          </dgm:if>
                          <dgm:else name="Name265">
                            <dgm:alg type="cycle">
                              <dgm:param type="ctrShpMap" val="fNode"/>
                              <dgm:param type="stAng" val="247.5"/>
                              <dgm:param type="spanAng" val="-135"/>
                            </dgm:alg>
                          </dgm:else>
                        </dgm:choose>
                      </dgm:if>
                      <dgm:if name="Name266" axis="ch" ptType="node" func="cnt" op="equ" val="5">
                        <dgm:choose name="Name267">
                          <dgm:if name="Name268" axis="ch ch" ptType="node node" st="3 1" cnt="1 0" func="cnt" op="equ" val="1">
                            <dgm:alg type="cycle">
                              <dgm:param type="ctrShpMap" val="fNode"/>
                              <dgm:param type="stAng" val="216"/>
                            </dgm:alg>
                          </dgm:if>
                          <dgm:if name="Name269" axis="ch ch" ptType="node node" st="3 1" cnt="1 0" func="cnt" op="equ" val="2">
                            <dgm:alg type="cycle">
                              <dgm:param type="ctrShpMap" val="fNode"/>
                              <dgm:param type="stAng" val="261"/>
                              <dgm:param type="spanAng" val="-90"/>
                            </dgm:alg>
                          </dgm:if>
                          <dgm:else name="Name270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271" axis="ch" ptType="node" func="cnt" op="equ" val="6">
                        <dgm:choose name="Name272">
                          <dgm:if name="Name273" axis="ch ch" ptType="node node" st="3 1" cnt="1 0" func="cnt" op="equ" val="1">
                            <dgm:alg type="cycle">
                              <dgm:param type="ctrShpMap" val="fNode"/>
                              <dgm:param type="stAng" val="240"/>
                            </dgm:alg>
                          </dgm:if>
                          <dgm:if name="Name274" axis="ch ch" ptType="node node" st="3 1" cnt="1 0" func="cnt" op="equ" val="2">
                            <dgm:alg type="cycle">
                              <dgm:param type="ctrShpMap" val="fNode"/>
                              <dgm:param type="stAng" val="285"/>
                              <dgm:param type="spanAng" val="-90"/>
                            </dgm:alg>
                          </dgm:if>
                          <dgm:else name="Name275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276" axis="ch" ptType="node" func="cnt" op="gte" val="7">
                        <dgm:choose name="Name277">
                          <dgm:if name="Name278" axis="ch ch" ptType="node node" st="3 1" cnt="1 0" func="cnt" op="equ" val="1">
                            <dgm:alg type="cycle">
                              <dgm:param type="ctrShpMap" val="fNode"/>
                              <dgm:param type="stAng" val="257"/>
                            </dgm:alg>
                          </dgm:if>
                          <dgm:if name="Name279" axis="ch ch" ptType="node node" st="3 1" cnt="1 0" func="cnt" op="equ" val="2">
                            <dgm:alg type="cycle">
                              <dgm:param type="ctrShpMap" val="fNode"/>
                              <dgm:param type="stAng" val="302"/>
                              <dgm:param type="spanAng" val="-90"/>
                            </dgm:alg>
                          </dgm:if>
                          <dgm:else name="Name280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281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282" axis="ch" ptType="node" st="3" cnt="1">
                  <dgm:layoutNode name="childCenter3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283" axis="ch">
                    <dgm:forEach name="Name284" axis="self" ptType="parTrans">
                      <dgm:layoutNode name="Name285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286" axis="self" ptType="node">
                      <dgm:layoutNode name="text3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287" axis="ch" ptType="parTrans" st="3" cnt="1">
                <dgm:layoutNode name="Name288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3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289"/>
          </dgm:choose>
          <dgm:choose name="Name290">
            <dgm:if name="Name291" axis="ch" ptType="node" func="cnt" op="gte" val="4">
              <dgm:layoutNode name="cycle_4">
                <dgm:choose name="Name292">
                  <dgm:if name="Name293" func="var" arg="dir" op="equ" val="norm">
                    <dgm:choose name="Name294">
                      <dgm:if name="Name295" axis="ch" ptType="node" func="cnt" op="equ" val="4">
                        <dgm:choose name="Name296">
                          <dgm:if name="Name297" axis="ch ch" ptType="node node" st="4 1" cnt="1 0" func="cnt" op="equ" val="1">
                            <dgm:alg type="cycle">
                              <dgm:param type="ctrShpMap" val="fNode"/>
                              <dgm:param type="stAng" val="270"/>
                            </dgm:alg>
                          </dgm:if>
                          <dgm:if name="Name298" axis="ch ch" ptType="node node" st="4 1" cnt="1 0" func="cnt" op="equ" val="2">
                            <dgm:alg type="cycle">
                              <dgm:param type="ctrShpMap" val="fNode"/>
                              <dgm:param type="stAng" val="225"/>
                              <dgm:param type="spanAng" val="90"/>
                            </dgm:alg>
                          </dgm:if>
                          <dgm:else name="Name299">
                            <dgm:alg type="cycle">
                              <dgm:param type="ctrShpMap" val="fNode"/>
                              <dgm:param type="stAng" val="202.5"/>
                              <dgm:param type="spanAng" val="135"/>
                            </dgm:alg>
                          </dgm:else>
                        </dgm:choose>
                      </dgm:if>
                      <dgm:if name="Name300" axis="ch" ptType="node" func="cnt" op="equ" val="5">
                        <dgm:choose name="Name301">
                          <dgm:if name="Name302" axis="ch ch" ptType="node node" st="4 1" cnt="1 0" func="cnt" op="equ" val="1">
                            <dgm:alg type="cycle">
                              <dgm:param type="ctrShpMap" val="fNode"/>
                              <dgm:param type="stAng" val="216"/>
                            </dgm:alg>
                          </dgm:if>
                          <dgm:if name="Name303" axis="ch ch" ptType="node node" st="4 1" cnt="1 0" func="cnt" op="equ" val="2">
                            <dgm:alg type="cycle">
                              <dgm:param type="ctrShpMap" val="fNode"/>
                              <dgm:param type="stAng" val="171"/>
                              <dgm:param type="spanAng" val="90"/>
                            </dgm:alg>
                          </dgm:if>
                          <dgm:else name="Name304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305" axis="ch" ptType="node" func="cnt" op="equ" val="6">
                        <dgm:choose name="Name306">
                          <dgm:if name="Name307" axis="ch ch" ptType="node node" st="4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308" axis="ch ch" ptType="node node" st="4 1" cnt="1 0" func="cnt" op="equ" val="2">
                            <dgm:alg type="cycle">
                              <dgm:param type="ctrShpMap" val="fNode"/>
                              <dgm:param type="stAng" val="135"/>
                              <dgm:param type="spanAng" val="90"/>
                            </dgm:alg>
                          </dgm:if>
                          <dgm:else name="Name309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310" axis="ch" ptType="node" func="cnt" op="gte" val="7">
                        <dgm:choose name="Name311">
                          <dgm:if name="Name312" axis="ch ch" ptType="node node" st="4 1" cnt="1 0" func="cnt" op="equ" val="1">
                            <dgm:alg type="cycle">
                              <dgm:param type="ctrShpMap" val="fNode"/>
                              <dgm:param type="stAng" val="154"/>
                            </dgm:alg>
                          </dgm:if>
                          <dgm:if name="Name313" axis="ch ch" ptType="node node" st="4 1" cnt="1 0" func="cnt" op="equ" val="2">
                            <dgm:alg type="cycle">
                              <dgm:param type="ctrShpMap" val="fNode"/>
                              <dgm:param type="stAng" val="109"/>
                              <dgm:param type="spanAng" val="90"/>
                            </dgm:alg>
                          </dgm:if>
                          <dgm:else name="Name314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315"/>
                    </dgm:choose>
                  </dgm:if>
                  <dgm:else name="Name316">
                    <dgm:choose name="Name317">
                      <dgm:if name="Name318" axis="ch" ptType="node" func="cnt" op="equ" val="4">
                        <dgm:choose name="Name319">
                          <dgm:if name="Name320" axis="ch ch" ptType="node node" st="4 1" cnt="1 0" func="cnt" op="equ" val="1">
                            <dgm:alg type="cycle">
                              <dgm:param type="ctrShpMap" val="fNode"/>
                              <dgm:param type="stAng" val="90"/>
                            </dgm:alg>
                          </dgm:if>
                          <dgm:if name="Name321" axis="ch ch" ptType="node node" st="4 1" cnt="1 0" func="cnt" op="equ" val="2">
                            <dgm:alg type="cycle">
                              <dgm:param type="ctrShpMap" val="fNode"/>
                              <dgm:param type="stAng" val="135"/>
                              <dgm:param type="spanAng" val="-90"/>
                            </dgm:alg>
                          </dgm:if>
                          <dgm:else name="Name322">
                            <dgm:alg type="cycle">
                              <dgm:param type="ctrShpMap" val="fNode"/>
                              <dgm:param type="stAng" val="157.5"/>
                              <dgm:param type="spanAng" val="-135"/>
                            </dgm:alg>
                          </dgm:else>
                        </dgm:choose>
                      </dgm:if>
                      <dgm:if name="Name323" axis="ch" ptType="node" func="cnt" op="equ" val="5">
                        <dgm:choose name="Name324">
                          <dgm:if name="Name325" axis="ch ch" ptType="node node" st="4 1" cnt="1 0" func="cnt" op="equ" val="1">
                            <dgm:alg type="cycle">
                              <dgm:param type="ctrShpMap" val="fNode"/>
                              <dgm:param type="stAng" val="144"/>
                            </dgm:alg>
                          </dgm:if>
                          <dgm:if name="Name326" axis="ch ch" ptType="node node" st="4 1" cnt="1 0" func="cnt" op="equ" val="2">
                            <dgm:alg type="cycle">
                              <dgm:param type="ctrShpMap" val="fNode"/>
                              <dgm:param type="stAng" val="189"/>
                              <dgm:param type="spanAng" val="-90"/>
                            </dgm:alg>
                          </dgm:if>
                          <dgm:else name="Name327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328" axis="ch" ptType="node" func="cnt" op="equ" val="6">
                        <dgm:choose name="Name329">
                          <dgm:if name="Name330" axis="ch ch" ptType="node node" st="4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331" axis="ch ch" ptType="node node" st="4 1" cnt="1 0" func="cnt" op="equ" val="2">
                            <dgm:alg type="cycle">
                              <dgm:param type="ctrShpMap" val="fNode"/>
                              <dgm:param type="stAng" val="225"/>
                              <dgm:param type="spanAng" val="-90"/>
                            </dgm:alg>
                          </dgm:if>
                          <dgm:else name="Name332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333" axis="ch" ptType="node" func="cnt" op="gte" val="7">
                        <dgm:choose name="Name334">
                          <dgm:if name="Name335" axis="ch ch" ptType="node node" st="4 1" cnt="1 0" func="cnt" op="equ" val="1">
                            <dgm:alg type="cycle">
                              <dgm:param type="ctrShpMap" val="fNode"/>
                              <dgm:param type="stAng" val="205"/>
                            </dgm:alg>
                          </dgm:if>
                          <dgm:if name="Name336" axis="ch ch" ptType="node node" st="4 1" cnt="1 0" func="cnt" op="equ" val="2">
                            <dgm:alg type="cycle">
                              <dgm:param type="ctrShpMap" val="fNode"/>
                              <dgm:param type="stAng" val="250"/>
                              <dgm:param type="spanAng" val="-90"/>
                            </dgm:alg>
                          </dgm:if>
                          <dgm:else name="Name337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338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339" axis="ch" ptType="node" st="4" cnt="1">
                  <dgm:layoutNode name="childCenter4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340" axis="ch">
                    <dgm:forEach name="Name341" axis="self" ptType="parTrans">
                      <dgm:layoutNode name="Name342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343" axis="self" ptType="node">
                      <dgm:layoutNode name="text4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344" axis="ch" ptType="parTrans" st="4" cnt="1">
                <dgm:layoutNode name="Name345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4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346"/>
          </dgm:choose>
          <dgm:choose name="Name347">
            <dgm:if name="Name348" axis="ch" ptType="node" func="cnt" op="gte" val="5">
              <dgm:layoutNode name="cycle_5">
                <dgm:choose name="Name349">
                  <dgm:if name="Name350" func="var" arg="dir" op="equ" val="norm">
                    <dgm:choose name="Name351">
                      <dgm:if name="Name352" axis="ch" ptType="node" func="cnt" op="equ" val="5">
                        <dgm:choose name="Name353">
                          <dgm:if name="Name354" axis="ch ch" ptType="node node" st="5 1" cnt="1 0" func="cnt" op="equ" val="1">
                            <dgm:alg type="cycle">
                              <dgm:param type="ctrShpMap" val="fNode"/>
                              <dgm:param type="stAng" val="288"/>
                            </dgm:alg>
                          </dgm:if>
                          <dgm:if name="Name355" axis="ch ch" ptType="node node" st="5 1" cnt="1 0" func="cnt" op="equ" val="2">
                            <dgm:alg type="cycle">
                              <dgm:param type="ctrShpMap" val="fNode"/>
                              <dgm:param type="stAng" val="243"/>
                              <dgm:param type="spanAng" val="90"/>
                            </dgm:alg>
                          </dgm:if>
                          <dgm:else name="Name356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357" axis="ch" ptType="node" func="cnt" op="equ" val="6">
                        <dgm:choose name="Name358">
                          <dgm:if name="Name359" axis="ch ch" ptType="node node" st="5 1" cnt="1 0" func="cnt" op="equ" val="1">
                            <dgm:alg type="cycle">
                              <dgm:param type="ctrShpMap" val="fNode"/>
                              <dgm:param type="stAng" val="240"/>
                            </dgm:alg>
                          </dgm:if>
                          <dgm:if name="Name360" axis="ch ch" ptType="node node" st="5 1" cnt="1 0" func="cnt" op="equ" val="2">
                            <dgm:alg type="cycle">
                              <dgm:param type="ctrShpMap" val="fNode"/>
                              <dgm:param type="stAng" val="195"/>
                              <dgm:param type="spanAng" val="90"/>
                            </dgm:alg>
                          </dgm:if>
                          <dgm:else name="Name361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362" axis="ch" ptType="node" func="cnt" op="gte" val="7">
                        <dgm:choose name="Name363">
                          <dgm:if name="Name364" axis="ch ch" ptType="node node" st="5 1" cnt="1 0" func="cnt" op="equ" val="1">
                            <dgm:alg type="cycle">
                              <dgm:param type="ctrShpMap" val="fNode"/>
                              <dgm:param type="stAng" val="205"/>
                            </dgm:alg>
                          </dgm:if>
                          <dgm:if name="Name365" axis="ch ch" ptType="node node" st="5 1" cnt="1 0" func="cnt" op="equ" val="2">
                            <dgm:alg type="cycle">
                              <dgm:param type="ctrShpMap" val="fNode"/>
                              <dgm:param type="stAng" val="160"/>
                              <dgm:param type="spanAng" val="90"/>
                            </dgm:alg>
                          </dgm:if>
                          <dgm:else name="Name366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367"/>
                    </dgm:choose>
                  </dgm:if>
                  <dgm:else name="Name368">
                    <dgm:choose name="Name369">
                      <dgm:if name="Name370" axis="ch" ptType="node" func="cnt" op="equ" val="5">
                        <dgm:choose name="Name371">
                          <dgm:if name="Name372" axis="ch ch" ptType="node node" st="5 1" cnt="1 0" func="cnt" op="equ" val="1">
                            <dgm:alg type="cycle">
                              <dgm:param type="ctrShpMap" val="fNode"/>
                              <dgm:param type="stAng" val="72"/>
                            </dgm:alg>
                          </dgm:if>
                          <dgm:if name="Name373" axis="ch ch" ptType="node node" st="5 1" cnt="1 0" func="cnt" op="equ" val="2">
                            <dgm:alg type="cycle">
                              <dgm:param type="ctrShpMap" val="fNode"/>
                              <dgm:param type="stAng" val="117"/>
                              <dgm:param type="spanAng" val="-90"/>
                            </dgm:alg>
                          </dgm:if>
                          <dgm:else name="Name374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375" axis="ch" ptType="node" func="cnt" op="equ" val="6">
                        <dgm:choose name="Name376">
                          <dgm:if name="Name377" axis="ch ch" ptType="node node" st="5 1" cnt="1 0" func="cnt" op="equ" val="1">
                            <dgm:alg type="cycle">
                              <dgm:param type="ctrShpMap" val="fNode"/>
                              <dgm:param type="stAng" val="120"/>
                            </dgm:alg>
                          </dgm:if>
                          <dgm:if name="Name378" axis="ch ch" ptType="node node" st="5 1" cnt="1 0" func="cnt" op="equ" val="2">
                            <dgm:alg type="cycle">
                              <dgm:param type="ctrShpMap" val="fNode"/>
                              <dgm:param type="stAng" val="165"/>
                              <dgm:param type="spanAng" val="-90"/>
                            </dgm:alg>
                          </dgm:if>
                          <dgm:else name="Name379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380" axis="ch" ptType="node" func="cnt" op="gte" val="7">
                        <dgm:choose name="Name381">
                          <dgm:if name="Name382" axis="ch ch" ptType="node node" st="5 1" cnt="1 0" func="cnt" op="equ" val="1">
                            <dgm:alg type="cycle">
                              <dgm:param type="ctrShpMap" val="fNode"/>
                              <dgm:param type="stAng" val="154"/>
                            </dgm:alg>
                          </dgm:if>
                          <dgm:if name="Name383" axis="ch ch" ptType="node node" st="5 1" cnt="1 0" func="cnt" op="equ" val="2">
                            <dgm:alg type="cycle">
                              <dgm:param type="ctrShpMap" val="fNode"/>
                              <dgm:param type="stAng" val="199"/>
                              <dgm:param type="spanAng" val="-90"/>
                            </dgm:alg>
                          </dgm:if>
                          <dgm:else name="Name384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385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386" axis="ch" ptType="node" st="5" cnt="1">
                  <dgm:layoutNode name="childCenter5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387" axis="ch">
                    <dgm:forEach name="Name388" axis="self" ptType="parTrans">
                      <dgm:layoutNode name="Name389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390" axis="self" ptType="node">
                      <dgm:layoutNode name="text5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391" axis="ch" ptType="parTrans" st="5" cnt="1">
                <dgm:layoutNode name="Name392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5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393"/>
          </dgm:choose>
          <dgm:choose name="Name394">
            <dgm:if name="Name395" axis="ch" ptType="node" func="cnt" op="gte" val="6">
              <dgm:layoutNode name="cycle_6">
                <dgm:choose name="Name396">
                  <dgm:if name="Name397" func="var" arg="dir" op="equ" val="norm">
                    <dgm:choose name="Name398">
                      <dgm:if name="Name399" axis="ch" ptType="node" func="cnt" op="equ" val="6">
                        <dgm:choose name="Name400">
                          <dgm:if name="Name401" axis="ch ch" ptType="node node" st="6 1" cnt="1 0" func="cnt" op="equ" val="1">
                            <dgm:alg type="cycle">
                              <dgm:param type="ctrShpMap" val="fNode"/>
                              <dgm:param type="stAng" val="300"/>
                            </dgm:alg>
                          </dgm:if>
                          <dgm:if name="Name402" axis="ch ch" ptType="node node" st="6 1" cnt="1 0" func="cnt" op="equ" val="2">
                            <dgm:alg type="cycle">
                              <dgm:param type="ctrShpMap" val="fNode"/>
                              <dgm:param type="stAng" val="255"/>
                              <dgm:param type="spanAng" val="90"/>
                            </dgm:alg>
                          </dgm:if>
                          <dgm:else name="Name403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404" axis="ch" ptType="node" func="cnt" op="gte" val="7">
                        <dgm:choose name="Name405">
                          <dgm:if name="Name406" axis="ch ch" ptType="node node" st="6 1" cnt="1 0" func="cnt" op="equ" val="1">
                            <dgm:alg type="cycle">
                              <dgm:param type="ctrShpMap" val="fNode"/>
                              <dgm:param type="stAng" val="257"/>
                            </dgm:alg>
                          </dgm:if>
                          <dgm:if name="Name407" axis="ch ch" ptType="node node" st="6 1" cnt="1 0" func="cnt" op="equ" val="2">
                            <dgm:alg type="cycle">
                              <dgm:param type="ctrShpMap" val="fNode"/>
                              <dgm:param type="stAng" val="212"/>
                              <dgm:param type="spanAng" val="90"/>
                            </dgm:alg>
                          </dgm:if>
                          <dgm:else name="Name408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409"/>
                    </dgm:choose>
                  </dgm:if>
                  <dgm:else name="Name410">
                    <dgm:choose name="Name411">
                      <dgm:if name="Name412" axis="ch" ptType="node" func="cnt" op="equ" val="6">
                        <dgm:choose name="Name413">
                          <dgm:if name="Name414" axis="ch ch" ptType="node node" st="6 1" cnt="1 0" func="cnt" op="equ" val="1">
                            <dgm:alg type="cycle">
                              <dgm:param type="ctrShpMap" val="fNode"/>
                              <dgm:param type="stAng" val="60"/>
                            </dgm:alg>
                          </dgm:if>
                          <dgm:if name="Name415" axis="ch ch" ptType="node node" st="6 1" cnt="1 0" func="cnt" op="equ" val="2">
                            <dgm:alg type="cycle">
                              <dgm:param type="ctrShpMap" val="fNode"/>
                              <dgm:param type="stAng" val="105"/>
                              <dgm:param type="spanAng" val="-90"/>
                            </dgm:alg>
                          </dgm:if>
                          <dgm:else name="Name416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417" axis="ch" ptType="node" func="cnt" op="gte" val="7">
                        <dgm:choose name="Name418">
                          <dgm:if name="Name419" axis="ch ch" ptType="node node" st="6 1" cnt="1 0" func="cnt" op="equ" val="1">
                            <dgm:alg type="cycle">
                              <dgm:param type="ctrShpMap" val="fNode"/>
                              <dgm:param type="stAng" val="102"/>
                            </dgm:alg>
                          </dgm:if>
                          <dgm:if name="Name420" axis="ch ch" ptType="node node" st="6 1" cnt="1 0" func="cnt" op="equ" val="2">
                            <dgm:alg type="cycle">
                              <dgm:param type="ctrShpMap" val="fNode"/>
                              <dgm:param type="stAng" val="147"/>
                              <dgm:param type="spanAng" val="-90"/>
                            </dgm:alg>
                          </dgm:if>
                          <dgm:else name="Name421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422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423" axis="ch" ptType="node" st="6" cnt="1">
                  <dgm:layoutNode name="childCenter6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424" axis="ch">
                    <dgm:forEach name="Name425" axis="self" ptType="parTrans">
                      <dgm:layoutNode name="Name426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427" axis="self" ptType="node">
                      <dgm:layoutNode name="text6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428" axis="ch" ptType="parTrans" st="6" cnt="1">
                <dgm:layoutNode name="Name429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6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430"/>
          </dgm:choose>
          <dgm:choose name="Name431">
            <dgm:if name="Name432" axis="ch" ptType="node" func="cnt" op="gte" val="7">
              <dgm:layoutNode name="cycle_7">
                <dgm:choose name="Name433">
                  <dgm:if name="Name434" func="var" arg="dir" op="equ" val="norm">
                    <dgm:choose name="Name435">
                      <dgm:if name="Name436" axis="ch" ptType="node" func="cnt" op="gte" val="7">
                        <dgm:choose name="Name437">
                          <dgm:if name="Name438" axis="ch ch" ptType="node node" st="7 1" cnt="1 0" func="cnt" op="equ" val="1">
                            <dgm:alg type="cycle">
                              <dgm:param type="ctrShpMap" val="fNode"/>
                              <dgm:param type="stAng" val="308"/>
                            </dgm:alg>
                          </dgm:if>
                          <dgm:if name="Name439" axis="ch ch" ptType="node node" st="7 1" cnt="1 0" func="cnt" op="equ" val="2">
                            <dgm:alg type="cycle">
                              <dgm:param type="ctrShpMap" val="fNode"/>
                              <dgm:param type="stAng" val="263"/>
                              <dgm:param type="spanAng" val="90"/>
                            </dgm:alg>
                          </dgm:if>
                          <dgm:else name="Name440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441"/>
                    </dgm:choose>
                  </dgm:if>
                  <dgm:else name="Name442">
                    <dgm:choose name="Name443">
                      <dgm:if name="Name444" axis="ch" ptType="node" func="cnt" op="gte" val="7">
                        <dgm:choose name="Name445">
                          <dgm:if name="Name446" axis="ch ch" ptType="node node" st="7 1" cnt="1 0" func="cnt" op="equ" val="1">
                            <dgm:alg type="cycle">
                              <dgm:param type="ctrShpMap" val="fNode"/>
                              <dgm:param type="stAng" val="51"/>
                            </dgm:alg>
                          </dgm:if>
                          <dgm:if name="Name447" axis="ch ch" ptType="node node" st="7 1" cnt="1 0" func="cnt" op="equ" val="2">
                            <dgm:alg type="cycle">
                              <dgm:param type="ctrShpMap" val="fNode"/>
                              <dgm:param type="stAng" val="96"/>
                              <dgm:param type="spanAng" val="-90"/>
                            </dgm:alg>
                          </dgm:if>
                          <dgm:else name="Name448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449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450" axis="ch" ptType="node" st="7" cnt="1">
                  <dgm:layoutNode name="childCenter7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451" axis="ch">
                    <dgm:forEach name="Name452" axis="self" ptType="parTrans">
                      <dgm:layoutNode name="Name453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454" axis="self" ptType="node">
                      <dgm:layoutNode name="text7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455" axis="ch" ptType="parTrans" st="7" cnt="1">
                <dgm:layoutNode name="Name456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7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457"/>
          </dgm:choose>
        </dgm:else>
      </dgm:choose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hProcess9">
  <dgm:title val=""/>
  <dgm:desc val=""/>
  <dgm:catLst>
    <dgm:cat type="process" pri="5000"/>
    <dgm:cat type="convert" pri="13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CompostProcess">
    <dgm:varLst>
      <dgm:dir/>
      <dgm:resizeHandles val="exact"/>
    </dgm:varLst>
    <dgm:alg type="composite">
      <dgm:param type="horzAlign" val="ctr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arrow" refType="w" fact="0.85"/>
      <dgm:constr type="h" for="ch" forName="arrow" refType="h"/>
      <dgm:constr type="ctrX" for="ch" forName="arrow" refType="w" fact="0.5"/>
      <dgm:constr type="ctrY" for="ch" forName="arrow" refType="h" fact="0.5"/>
      <dgm:constr type="w" for="ch" forName="linearProcess" refType="w"/>
      <dgm:constr type="h" for="ch" forName="linearProcess" refType="h" fact="0.4"/>
      <dgm:constr type="ctrX" for="ch" forName="linearProcess" refType="w" fact="0.5"/>
      <dgm:constr type="ctrY" for="ch" forName="linearProcess" refType="h" fact="0.5"/>
    </dgm:constrLst>
    <dgm:ruleLst/>
    <dgm:layoutNode name="arrow" styleLbl="bgShp">
      <dgm:alg type="sp"/>
      <dgm:choose name="Name0">
        <dgm:if name="Name1" func="var" arg="dir" op="equ" val="norm">
          <dgm:shape xmlns:r="http://schemas.openxmlformats.org/officeDocument/2006/relationships" type="rightArrow" r:blip="">
            <dgm:adjLst/>
          </dgm:shape>
        </dgm:if>
        <dgm:else name="Name2">
          <dgm:shape xmlns:r="http://schemas.openxmlformats.org/officeDocument/2006/relationships" type="leftArrow" r:blip="">
            <dgm:adjLst/>
          </dgm:shape>
        </dgm:else>
      </dgm:choose>
      <dgm:presOf/>
      <dgm:constrLst/>
      <dgm:ruleLst/>
    </dgm:layoutNode>
    <dgm:layoutNode name="linearProcess">
      <dgm:choose name="Name3">
        <dgm:if name="Name4" func="var" arg="dir" op="equ" val="norm">
          <dgm:alg type="lin"/>
        </dgm:if>
        <dgm:else name="Name5">
          <dgm:alg type="lin">
            <dgm:param type="linDir" val="from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userA" for="ch" ptType="node" refType="w"/>
        <dgm:constr type="h" for="ch" ptType="node" refType="h"/>
        <dgm:constr type="w" for="ch" ptType="node" op="equ"/>
        <dgm:constr type="w" for="ch" forName="sibTrans" refType="w" fact="0.05"/>
        <dgm:constr type="primFontSz" for="ch" ptType="node" op="equ" val="65"/>
      </dgm:constrLst>
      <dgm:ruleLst/>
      <dgm:forEach name="Name6" axis="ch" ptType="node">
        <dgm:layoutNode name="textNode" styleLbl="node1">
          <dgm:varLst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desOrSelf" ptType="node"/>
          <dgm:constrLst>
            <dgm:constr type="userA"/>
            <dgm:constr type="w" refType="userA" fact="0.3"/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w" val="NaN" fact="1" max="NaN"/>
            <dgm:rule type="primFontSz" val="5" fact="NaN" max="NaN"/>
          </dgm:ruleLst>
        </dgm:layoutNode>
        <dgm:forEach name="Name7" axis="followSib" ptType="sibTrans" cnt="1">
          <dgm:layoutNode name="sibTrans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forEach>
      </dgm:forEach>
    </dgm:layoutNode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hProcess6">
  <dgm:title val=""/>
  <dgm:desc val=""/>
  <dgm:catLst>
    <dgm:cat type="process" pri="7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14" srcId="1" destId="12" srcOrd="0" destOrd="0"/>
        <dgm:cxn modelId="23" srcId="2" destId="21" srcOrd="0" destOrd="0"/>
        <dgm:cxn modelId="24" srcId="2" destId="22" srcOrd="0" destOrd="0"/>
        <dgm:cxn modelId="33" srcId="3" destId="31" srcOrd="0" destOrd="0"/>
        <dgm:cxn modelId="34" srcId="3" destId="32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theList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L"/>
          <dgm:param type="nodeHorzAlign" val="l"/>
        </dgm:alg>
      </dgm:if>
      <dgm:else name="Name2">
        <dgm:alg type="lin">
          <dgm:param type="linDir" val="from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Node" refType="w"/>
      <dgm:constr type="h" for="ch" forName="compNode" refType="w" refFor="ch" refForName="compNode" fact="0.7"/>
      <dgm:constr type="ctrY" for="ch" forName="compNode" refType="h" fact="0.5"/>
      <dgm:constr type="w" for="ch" forName="aSpace" refType="w" fact="0.05"/>
      <dgm:constr type="primFontSz" for="des" forName="childTextHidden" op="equ" val="65"/>
      <dgm:constr type="primFontSz" for="des" forName="parentText" op="equ"/>
    </dgm:constrLst>
    <dgm:ruleLst/>
    <dgm:forEach name="aNodeForEach" axis="ch" ptType="node">
      <dgm:layoutNode name="compNode">
        <dgm:alg type="composite">
          <dgm:param type="ar" val="1.43"/>
        </dgm:alg>
        <dgm:shape xmlns:r="http://schemas.openxmlformats.org/officeDocument/2006/relationships" r:blip="">
          <dgm:adjLst/>
        </dgm:shape>
        <dgm:presOf/>
        <dgm:choose name="Name3">
          <dgm:if name="Name4" func="var" arg="dir" op="equ" val="norm">
            <dgm:constrLst>
              <dgm:constr type="w" for="ch" forName="childTextVisible" refType="w" fact="0.8"/>
              <dgm:constr type="h" for="ch" forName="childTextVisible" refType="h"/>
              <dgm:constr type="r" for="ch" forName="childTextVisible" refType="w"/>
              <dgm:constr type="w" for="ch" forName="childTextHidden" refType="w" fact="0.6"/>
              <dgm:constr type="h" for="ch" forName="childTextHidden" refType="h"/>
              <dgm:constr type="r" for="ch" forName="childTextHidden" refType="w"/>
              <dgm:constr type="l" for="ch" forName="parentText"/>
              <dgm:constr type="w" for="ch" forName="parentText" refType="w" fact="0.4"/>
              <dgm:constr type="h" for="ch" forName="parentText" refType="w" refFor="ch" refForName="parentText" op="equ"/>
              <dgm:constr type="ctrY" for="ch" forName="parentText" refType="h" fact="0.5"/>
            </dgm:constrLst>
          </dgm:if>
          <dgm:else name="Name5">
            <dgm:constrLst>
              <dgm:constr type="w" for="ch" forName="childTextVisible" refType="w" fact="0.8"/>
              <dgm:constr type="h" for="ch" forName="childTextVisible" refType="h"/>
              <dgm:constr type="l" for="ch" forName="childTextVisible"/>
              <dgm:constr type="w" for="ch" forName="childTextHidden" refType="w" fact="0.6"/>
              <dgm:constr type="h" for="ch" forName="childTextHidden" refType="h"/>
              <dgm:constr type="l" for="ch" forName="childTextHidden"/>
              <dgm:constr type="r" for="ch" forName="parentText" refType="w"/>
              <dgm:constr type="w" for="ch" forName="parentText" refType="w" fact="0.4"/>
              <dgm:constr type="h" for="ch" forName="parentText" refType="w" refFor="ch" refForName="parentText" op="equ"/>
              <dgm:constr type="ctrY" for="ch" forName="parentText" refType="h" fact="0.5"/>
            </dgm:constrLst>
          </dgm:else>
        </dgm:choose>
        <dgm:ruleLst/>
        <dgm:layoutNode name="noGeometry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childTextVisible" styleLbl="bgAccFollowNode1">
          <dgm:varLst>
            <dgm:bulletEnabled val="1"/>
          </dgm:varLst>
          <dgm:alg type="sp"/>
          <dgm:choose name="Name6">
            <dgm:if name="Name7" func="var" arg="dir" op="equ" val="norm">
              <dgm:shape xmlns:r="http://schemas.openxmlformats.org/officeDocument/2006/relationships" type="rightArrow" r:blip="">
                <dgm:adjLst>
                  <dgm:adj idx="1" val="0.7"/>
                  <dgm:adj idx="2" val="0.5"/>
                </dgm:adjLst>
              </dgm:shape>
            </dgm:if>
            <dgm:else name="Name8">
              <dgm:shape xmlns:r="http://schemas.openxmlformats.org/officeDocument/2006/relationships" type="leftArrow" r:blip="">
                <dgm:adjLst>
                  <dgm:adj idx="1" val="0.7"/>
                  <dgm:adj idx="2" val="0.5"/>
                </dgm:adjLst>
              </dgm:shape>
            </dgm:else>
          </dgm:choose>
          <dgm:presOf axis="des" ptType="node"/>
          <dgm:constrLst/>
          <dgm:ruleLst/>
        </dgm:layoutNode>
        <dgm:layoutNode name="childTextHidden" styleLbl="bgAccFollowNode1">
          <dgm:choose name="Name9">
            <dgm:if name="Name10" axis="des followSib" ptType="node node" st="1 1" cnt="1 0" func="cnt" op="gte" val="1">
              <dgm:alg type="tx">
                <dgm:param type="stBulletLvl" val="1"/>
                <dgm:param type="txAnchorVertCh" val="mid"/>
              </dgm:alg>
            </dgm:if>
            <dgm:else name="Name11">
              <dgm:alg type="tx">
                <dgm:param type="stBulletLvl" val="2"/>
                <dgm:param type="txAnchorVertCh" val="mid"/>
              </dgm:alg>
            </dgm:else>
          </dgm:choose>
          <dgm:choose name="Name12">
            <dgm:if name="Name13" func="var" arg="dir" op="equ" val="norm">
              <dgm:shape xmlns:r="http://schemas.openxmlformats.org/officeDocument/2006/relationships" type="rightArrow" r:blip="" hideGeom="1">
                <dgm:adjLst>
                  <dgm:adj idx="1" val="0.7"/>
                  <dgm:adj idx="2" val="0.5"/>
                </dgm:adjLst>
              </dgm:shape>
            </dgm:if>
            <dgm:else name="Name14">
              <dgm:shape xmlns:r="http://schemas.openxmlformats.org/officeDocument/2006/relationships" type="leftArrow" r:blip="" hideGeom="1">
                <dgm:adjLst>
                  <dgm:adj idx="1" val="0.7"/>
                  <dgm:adj idx="2" val="0.5"/>
                </dgm:adjLst>
              </dgm:shape>
            </dgm:else>
          </dgm:choose>
          <dgm:presOf axis="des" ptType="node"/>
          <dgm:constrLst>
            <dgm:constr type="secFontSz" refType="primFontSz"/>
            <dgm:constr type="tMarg" refType="primFontSz" fact="0.05"/>
            <dgm:constr type="bMarg" refType="primFontSz" fact="0.05"/>
            <dgm:constr type="rMarg" refType="primFontSz" fact="0.1"/>
            <dgm:constr type="lMarg" refType="primFontSz" fact="0.2"/>
          </dgm:constrLst>
          <dgm:ruleLst>
            <dgm:rule type="primFontSz" val="5" fact="NaN" max="NaN"/>
          </dgm:ruleLst>
        </dgm:layoutNode>
        <dgm:layoutNode name="parentText" styleLbl="node1">
          <dgm:varLst>
            <dgm:chMax val="1"/>
            <dgm:bulletEnabled val="1"/>
          </dgm:varLst>
          <dgm:alg type="tx"/>
          <dgm:shape xmlns:r="http://schemas.openxmlformats.org/officeDocument/2006/relationships" type="ellipse" r:blip="">
            <dgm:adjLst/>
          </dgm:shape>
          <dgm:presOf axis="self"/>
          <dgm:constrLst>
            <dgm:constr type="primFontSz" val="65"/>
            <dgm:constr type="tMarg" refType="primFontSz" fact="0.05"/>
            <dgm:constr type="bMarg" refType="primFontSz" fact="0.05"/>
            <dgm:constr type="lMarg" refType="primFontSz" fact="0.05"/>
            <dgm:constr type="rMarg" refType="primFontSz" fact="0.05"/>
          </dgm:constrLst>
          <dgm:ruleLst>
            <dgm:rule type="primFontSz" val="5" fact="NaN" max="NaN"/>
          </dgm:ruleLst>
        </dgm:layoutNode>
      </dgm:layoutNode>
      <dgm:choose name="Name15">
        <dgm:if name="Name16" axis="self" ptType="node" func="revPos" op="gte" val="2">
          <dgm:layoutNode name="aSpace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if>
        <dgm:else name="Name17"/>
      </dgm:choose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hProcess6">
  <dgm:title val=""/>
  <dgm:desc val=""/>
  <dgm:catLst>
    <dgm:cat type="process" pri="7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14" srcId="1" destId="12" srcOrd="0" destOrd="0"/>
        <dgm:cxn modelId="23" srcId="2" destId="21" srcOrd="0" destOrd="0"/>
        <dgm:cxn modelId="24" srcId="2" destId="22" srcOrd="0" destOrd="0"/>
        <dgm:cxn modelId="33" srcId="3" destId="31" srcOrd="0" destOrd="0"/>
        <dgm:cxn modelId="34" srcId="3" destId="32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theList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L"/>
          <dgm:param type="nodeHorzAlign" val="l"/>
        </dgm:alg>
      </dgm:if>
      <dgm:else name="Name2">
        <dgm:alg type="lin">
          <dgm:param type="linDir" val="from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Node" refType="w"/>
      <dgm:constr type="h" for="ch" forName="compNode" refType="w" refFor="ch" refForName="compNode" fact="0.7"/>
      <dgm:constr type="ctrY" for="ch" forName="compNode" refType="h" fact="0.5"/>
      <dgm:constr type="w" for="ch" forName="aSpace" refType="w" fact="0.05"/>
      <dgm:constr type="primFontSz" for="des" forName="childTextHidden" op="equ" val="65"/>
      <dgm:constr type="primFontSz" for="des" forName="parentText" op="equ"/>
    </dgm:constrLst>
    <dgm:ruleLst/>
    <dgm:forEach name="aNodeForEach" axis="ch" ptType="node">
      <dgm:layoutNode name="compNode">
        <dgm:alg type="composite">
          <dgm:param type="ar" val="1.43"/>
        </dgm:alg>
        <dgm:shape xmlns:r="http://schemas.openxmlformats.org/officeDocument/2006/relationships" r:blip="">
          <dgm:adjLst/>
        </dgm:shape>
        <dgm:presOf/>
        <dgm:choose name="Name3">
          <dgm:if name="Name4" func="var" arg="dir" op="equ" val="norm">
            <dgm:constrLst>
              <dgm:constr type="w" for="ch" forName="childTextVisible" refType="w" fact="0.8"/>
              <dgm:constr type="h" for="ch" forName="childTextVisible" refType="h"/>
              <dgm:constr type="r" for="ch" forName="childTextVisible" refType="w"/>
              <dgm:constr type="w" for="ch" forName="childTextHidden" refType="w" fact="0.6"/>
              <dgm:constr type="h" for="ch" forName="childTextHidden" refType="h"/>
              <dgm:constr type="r" for="ch" forName="childTextHidden" refType="w"/>
              <dgm:constr type="l" for="ch" forName="parentText"/>
              <dgm:constr type="w" for="ch" forName="parentText" refType="w" fact="0.4"/>
              <dgm:constr type="h" for="ch" forName="parentText" refType="w" refFor="ch" refForName="parentText" op="equ"/>
              <dgm:constr type="ctrY" for="ch" forName="parentText" refType="h" fact="0.5"/>
            </dgm:constrLst>
          </dgm:if>
          <dgm:else name="Name5">
            <dgm:constrLst>
              <dgm:constr type="w" for="ch" forName="childTextVisible" refType="w" fact="0.8"/>
              <dgm:constr type="h" for="ch" forName="childTextVisible" refType="h"/>
              <dgm:constr type="l" for="ch" forName="childTextVisible"/>
              <dgm:constr type="w" for="ch" forName="childTextHidden" refType="w" fact="0.6"/>
              <dgm:constr type="h" for="ch" forName="childTextHidden" refType="h"/>
              <dgm:constr type="l" for="ch" forName="childTextHidden"/>
              <dgm:constr type="r" for="ch" forName="parentText" refType="w"/>
              <dgm:constr type="w" for="ch" forName="parentText" refType="w" fact="0.4"/>
              <dgm:constr type="h" for="ch" forName="parentText" refType="w" refFor="ch" refForName="parentText" op="equ"/>
              <dgm:constr type="ctrY" for="ch" forName="parentText" refType="h" fact="0.5"/>
            </dgm:constrLst>
          </dgm:else>
        </dgm:choose>
        <dgm:ruleLst/>
        <dgm:layoutNode name="noGeometry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childTextVisible" styleLbl="bgAccFollowNode1">
          <dgm:varLst>
            <dgm:bulletEnabled val="1"/>
          </dgm:varLst>
          <dgm:alg type="sp"/>
          <dgm:choose name="Name6">
            <dgm:if name="Name7" func="var" arg="dir" op="equ" val="norm">
              <dgm:shape xmlns:r="http://schemas.openxmlformats.org/officeDocument/2006/relationships" type="rightArrow" r:blip="">
                <dgm:adjLst>
                  <dgm:adj idx="1" val="0.7"/>
                  <dgm:adj idx="2" val="0.5"/>
                </dgm:adjLst>
              </dgm:shape>
            </dgm:if>
            <dgm:else name="Name8">
              <dgm:shape xmlns:r="http://schemas.openxmlformats.org/officeDocument/2006/relationships" type="leftArrow" r:blip="">
                <dgm:adjLst>
                  <dgm:adj idx="1" val="0.7"/>
                  <dgm:adj idx="2" val="0.5"/>
                </dgm:adjLst>
              </dgm:shape>
            </dgm:else>
          </dgm:choose>
          <dgm:presOf axis="des" ptType="node"/>
          <dgm:constrLst/>
          <dgm:ruleLst/>
        </dgm:layoutNode>
        <dgm:layoutNode name="childTextHidden" styleLbl="bgAccFollowNode1">
          <dgm:choose name="Name9">
            <dgm:if name="Name10" axis="des followSib" ptType="node node" st="1 1" cnt="1 0" func="cnt" op="gte" val="1">
              <dgm:alg type="tx">
                <dgm:param type="stBulletLvl" val="1"/>
                <dgm:param type="txAnchorVertCh" val="mid"/>
              </dgm:alg>
            </dgm:if>
            <dgm:else name="Name11">
              <dgm:alg type="tx">
                <dgm:param type="stBulletLvl" val="2"/>
                <dgm:param type="txAnchorVertCh" val="mid"/>
              </dgm:alg>
            </dgm:else>
          </dgm:choose>
          <dgm:choose name="Name12">
            <dgm:if name="Name13" func="var" arg="dir" op="equ" val="norm">
              <dgm:shape xmlns:r="http://schemas.openxmlformats.org/officeDocument/2006/relationships" type="rightArrow" r:blip="" hideGeom="1">
                <dgm:adjLst>
                  <dgm:adj idx="1" val="0.7"/>
                  <dgm:adj idx="2" val="0.5"/>
                </dgm:adjLst>
              </dgm:shape>
            </dgm:if>
            <dgm:else name="Name14">
              <dgm:shape xmlns:r="http://schemas.openxmlformats.org/officeDocument/2006/relationships" type="leftArrow" r:blip="" hideGeom="1">
                <dgm:adjLst>
                  <dgm:adj idx="1" val="0.7"/>
                  <dgm:adj idx="2" val="0.5"/>
                </dgm:adjLst>
              </dgm:shape>
            </dgm:else>
          </dgm:choose>
          <dgm:presOf axis="des" ptType="node"/>
          <dgm:constrLst>
            <dgm:constr type="secFontSz" refType="primFontSz"/>
            <dgm:constr type="tMarg" refType="primFontSz" fact="0.05"/>
            <dgm:constr type="bMarg" refType="primFontSz" fact="0.05"/>
            <dgm:constr type="rMarg" refType="primFontSz" fact="0.1"/>
            <dgm:constr type="lMarg" refType="primFontSz" fact="0.2"/>
          </dgm:constrLst>
          <dgm:ruleLst>
            <dgm:rule type="primFontSz" val="5" fact="NaN" max="NaN"/>
          </dgm:ruleLst>
        </dgm:layoutNode>
        <dgm:layoutNode name="parentText" styleLbl="node1">
          <dgm:varLst>
            <dgm:chMax val="1"/>
            <dgm:bulletEnabled val="1"/>
          </dgm:varLst>
          <dgm:alg type="tx"/>
          <dgm:shape xmlns:r="http://schemas.openxmlformats.org/officeDocument/2006/relationships" type="ellipse" r:blip="">
            <dgm:adjLst/>
          </dgm:shape>
          <dgm:presOf axis="self"/>
          <dgm:constrLst>
            <dgm:constr type="primFontSz" val="65"/>
            <dgm:constr type="tMarg" refType="primFontSz" fact="0.05"/>
            <dgm:constr type="bMarg" refType="primFontSz" fact="0.05"/>
            <dgm:constr type="lMarg" refType="primFontSz" fact="0.05"/>
            <dgm:constr type="rMarg" refType="primFontSz" fact="0.05"/>
          </dgm:constrLst>
          <dgm:ruleLst>
            <dgm:rule type="primFontSz" val="5" fact="NaN" max="NaN"/>
          </dgm:ruleLst>
        </dgm:layoutNode>
      </dgm:layoutNode>
      <dgm:choose name="Name15">
        <dgm:if name="Name16" axis="self" ptType="node" func="revPos" op="gte" val="2">
          <dgm:layoutNode name="aSpace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if>
        <dgm:else name="Name17"/>
      </dgm:choose>
    </dgm:forEach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5/8/layout/hProcess6">
  <dgm:title val=""/>
  <dgm:desc val=""/>
  <dgm:catLst>
    <dgm:cat type="process" pri="7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14" srcId="1" destId="12" srcOrd="0" destOrd="0"/>
        <dgm:cxn modelId="23" srcId="2" destId="21" srcOrd="0" destOrd="0"/>
        <dgm:cxn modelId="24" srcId="2" destId="22" srcOrd="0" destOrd="0"/>
        <dgm:cxn modelId="33" srcId="3" destId="31" srcOrd="0" destOrd="0"/>
        <dgm:cxn modelId="34" srcId="3" destId="32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theList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L"/>
          <dgm:param type="nodeHorzAlign" val="l"/>
        </dgm:alg>
      </dgm:if>
      <dgm:else name="Name2">
        <dgm:alg type="lin">
          <dgm:param type="linDir" val="from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Node" refType="w"/>
      <dgm:constr type="h" for="ch" forName="compNode" refType="w" refFor="ch" refForName="compNode" fact="0.7"/>
      <dgm:constr type="ctrY" for="ch" forName="compNode" refType="h" fact="0.5"/>
      <dgm:constr type="w" for="ch" forName="aSpace" refType="w" fact="0.05"/>
      <dgm:constr type="primFontSz" for="des" forName="childTextHidden" op="equ" val="65"/>
      <dgm:constr type="primFontSz" for="des" forName="parentText" op="equ"/>
    </dgm:constrLst>
    <dgm:ruleLst/>
    <dgm:forEach name="aNodeForEach" axis="ch" ptType="node">
      <dgm:layoutNode name="compNode">
        <dgm:alg type="composite">
          <dgm:param type="ar" val="1.43"/>
        </dgm:alg>
        <dgm:shape xmlns:r="http://schemas.openxmlformats.org/officeDocument/2006/relationships" r:blip="">
          <dgm:adjLst/>
        </dgm:shape>
        <dgm:presOf/>
        <dgm:choose name="Name3">
          <dgm:if name="Name4" func="var" arg="dir" op="equ" val="norm">
            <dgm:constrLst>
              <dgm:constr type="w" for="ch" forName="childTextVisible" refType="w" fact="0.8"/>
              <dgm:constr type="h" for="ch" forName="childTextVisible" refType="h"/>
              <dgm:constr type="r" for="ch" forName="childTextVisible" refType="w"/>
              <dgm:constr type="w" for="ch" forName="childTextHidden" refType="w" fact="0.6"/>
              <dgm:constr type="h" for="ch" forName="childTextHidden" refType="h"/>
              <dgm:constr type="r" for="ch" forName="childTextHidden" refType="w"/>
              <dgm:constr type="l" for="ch" forName="parentText"/>
              <dgm:constr type="w" for="ch" forName="parentText" refType="w" fact="0.4"/>
              <dgm:constr type="h" for="ch" forName="parentText" refType="w" refFor="ch" refForName="parentText" op="equ"/>
              <dgm:constr type="ctrY" for="ch" forName="parentText" refType="h" fact="0.5"/>
            </dgm:constrLst>
          </dgm:if>
          <dgm:else name="Name5">
            <dgm:constrLst>
              <dgm:constr type="w" for="ch" forName="childTextVisible" refType="w" fact="0.8"/>
              <dgm:constr type="h" for="ch" forName="childTextVisible" refType="h"/>
              <dgm:constr type="l" for="ch" forName="childTextVisible"/>
              <dgm:constr type="w" for="ch" forName="childTextHidden" refType="w" fact="0.6"/>
              <dgm:constr type="h" for="ch" forName="childTextHidden" refType="h"/>
              <dgm:constr type="l" for="ch" forName="childTextHidden"/>
              <dgm:constr type="r" for="ch" forName="parentText" refType="w"/>
              <dgm:constr type="w" for="ch" forName="parentText" refType="w" fact="0.4"/>
              <dgm:constr type="h" for="ch" forName="parentText" refType="w" refFor="ch" refForName="parentText" op="equ"/>
              <dgm:constr type="ctrY" for="ch" forName="parentText" refType="h" fact="0.5"/>
            </dgm:constrLst>
          </dgm:else>
        </dgm:choose>
        <dgm:ruleLst/>
        <dgm:layoutNode name="noGeometry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childTextVisible" styleLbl="bgAccFollowNode1">
          <dgm:varLst>
            <dgm:bulletEnabled val="1"/>
          </dgm:varLst>
          <dgm:alg type="sp"/>
          <dgm:choose name="Name6">
            <dgm:if name="Name7" func="var" arg="dir" op="equ" val="norm">
              <dgm:shape xmlns:r="http://schemas.openxmlformats.org/officeDocument/2006/relationships" type="rightArrow" r:blip="">
                <dgm:adjLst>
                  <dgm:adj idx="1" val="0.7"/>
                  <dgm:adj idx="2" val="0.5"/>
                </dgm:adjLst>
              </dgm:shape>
            </dgm:if>
            <dgm:else name="Name8">
              <dgm:shape xmlns:r="http://schemas.openxmlformats.org/officeDocument/2006/relationships" type="leftArrow" r:blip="">
                <dgm:adjLst>
                  <dgm:adj idx="1" val="0.7"/>
                  <dgm:adj idx="2" val="0.5"/>
                </dgm:adjLst>
              </dgm:shape>
            </dgm:else>
          </dgm:choose>
          <dgm:presOf axis="des" ptType="node"/>
          <dgm:constrLst/>
          <dgm:ruleLst/>
        </dgm:layoutNode>
        <dgm:layoutNode name="childTextHidden" styleLbl="bgAccFollowNode1">
          <dgm:choose name="Name9">
            <dgm:if name="Name10" axis="des followSib" ptType="node node" st="1 1" cnt="1 0" func="cnt" op="gte" val="1">
              <dgm:alg type="tx">
                <dgm:param type="stBulletLvl" val="1"/>
                <dgm:param type="txAnchorVertCh" val="mid"/>
              </dgm:alg>
            </dgm:if>
            <dgm:else name="Name11">
              <dgm:alg type="tx">
                <dgm:param type="stBulletLvl" val="2"/>
                <dgm:param type="txAnchorVertCh" val="mid"/>
              </dgm:alg>
            </dgm:else>
          </dgm:choose>
          <dgm:choose name="Name12">
            <dgm:if name="Name13" func="var" arg="dir" op="equ" val="norm">
              <dgm:shape xmlns:r="http://schemas.openxmlformats.org/officeDocument/2006/relationships" type="rightArrow" r:blip="" hideGeom="1">
                <dgm:adjLst>
                  <dgm:adj idx="1" val="0.7"/>
                  <dgm:adj idx="2" val="0.5"/>
                </dgm:adjLst>
              </dgm:shape>
            </dgm:if>
            <dgm:else name="Name14">
              <dgm:shape xmlns:r="http://schemas.openxmlformats.org/officeDocument/2006/relationships" type="leftArrow" r:blip="" hideGeom="1">
                <dgm:adjLst>
                  <dgm:adj idx="1" val="0.7"/>
                  <dgm:adj idx="2" val="0.5"/>
                </dgm:adjLst>
              </dgm:shape>
            </dgm:else>
          </dgm:choose>
          <dgm:presOf axis="des" ptType="node"/>
          <dgm:constrLst>
            <dgm:constr type="secFontSz" refType="primFontSz"/>
            <dgm:constr type="tMarg" refType="primFontSz" fact="0.05"/>
            <dgm:constr type="bMarg" refType="primFontSz" fact="0.05"/>
            <dgm:constr type="rMarg" refType="primFontSz" fact="0.1"/>
            <dgm:constr type="lMarg" refType="primFontSz" fact="0.2"/>
          </dgm:constrLst>
          <dgm:ruleLst>
            <dgm:rule type="primFontSz" val="5" fact="NaN" max="NaN"/>
          </dgm:ruleLst>
        </dgm:layoutNode>
        <dgm:layoutNode name="parentText" styleLbl="node1">
          <dgm:varLst>
            <dgm:chMax val="1"/>
            <dgm:bulletEnabled val="1"/>
          </dgm:varLst>
          <dgm:alg type="tx"/>
          <dgm:shape xmlns:r="http://schemas.openxmlformats.org/officeDocument/2006/relationships" type="ellipse" r:blip="">
            <dgm:adjLst/>
          </dgm:shape>
          <dgm:presOf axis="self"/>
          <dgm:constrLst>
            <dgm:constr type="primFontSz" val="65"/>
            <dgm:constr type="tMarg" refType="primFontSz" fact="0.05"/>
            <dgm:constr type="bMarg" refType="primFontSz" fact="0.05"/>
            <dgm:constr type="lMarg" refType="primFontSz" fact="0.05"/>
            <dgm:constr type="rMarg" refType="primFontSz" fact="0.05"/>
          </dgm:constrLst>
          <dgm:ruleLst>
            <dgm:rule type="primFontSz" val="5" fact="NaN" max="NaN"/>
          </dgm:ruleLst>
        </dgm:layoutNode>
      </dgm:layoutNode>
      <dgm:choose name="Name15">
        <dgm:if name="Name16" axis="self" ptType="node" func="revPos" op="gte" val="2">
          <dgm:layoutNode name="aSpace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if>
        <dgm:else name="Name17"/>
      </dgm:choose>
    </dgm:forEach>
  </dgm:layoutNode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05/8/layout/hProcess6">
  <dgm:title val=""/>
  <dgm:desc val=""/>
  <dgm:catLst>
    <dgm:cat type="process" pri="7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14" srcId="1" destId="12" srcOrd="0" destOrd="0"/>
        <dgm:cxn modelId="23" srcId="2" destId="21" srcOrd="0" destOrd="0"/>
        <dgm:cxn modelId="24" srcId="2" destId="22" srcOrd="0" destOrd="0"/>
        <dgm:cxn modelId="33" srcId="3" destId="31" srcOrd="0" destOrd="0"/>
        <dgm:cxn modelId="34" srcId="3" destId="32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theList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L"/>
          <dgm:param type="nodeHorzAlign" val="l"/>
        </dgm:alg>
      </dgm:if>
      <dgm:else name="Name2">
        <dgm:alg type="lin">
          <dgm:param type="linDir" val="from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Node" refType="w"/>
      <dgm:constr type="h" for="ch" forName="compNode" refType="w" refFor="ch" refForName="compNode" fact="0.7"/>
      <dgm:constr type="ctrY" for="ch" forName="compNode" refType="h" fact="0.5"/>
      <dgm:constr type="w" for="ch" forName="aSpace" refType="w" fact="0.05"/>
      <dgm:constr type="primFontSz" for="des" forName="childTextHidden" op="equ" val="65"/>
      <dgm:constr type="primFontSz" for="des" forName="parentText" op="equ"/>
    </dgm:constrLst>
    <dgm:ruleLst/>
    <dgm:forEach name="aNodeForEach" axis="ch" ptType="node">
      <dgm:layoutNode name="compNode">
        <dgm:alg type="composite">
          <dgm:param type="ar" val="1.43"/>
        </dgm:alg>
        <dgm:shape xmlns:r="http://schemas.openxmlformats.org/officeDocument/2006/relationships" r:blip="">
          <dgm:adjLst/>
        </dgm:shape>
        <dgm:presOf/>
        <dgm:choose name="Name3">
          <dgm:if name="Name4" func="var" arg="dir" op="equ" val="norm">
            <dgm:constrLst>
              <dgm:constr type="w" for="ch" forName="childTextVisible" refType="w" fact="0.8"/>
              <dgm:constr type="h" for="ch" forName="childTextVisible" refType="h"/>
              <dgm:constr type="r" for="ch" forName="childTextVisible" refType="w"/>
              <dgm:constr type="w" for="ch" forName="childTextHidden" refType="w" fact="0.6"/>
              <dgm:constr type="h" for="ch" forName="childTextHidden" refType="h"/>
              <dgm:constr type="r" for="ch" forName="childTextHidden" refType="w"/>
              <dgm:constr type="l" for="ch" forName="parentText"/>
              <dgm:constr type="w" for="ch" forName="parentText" refType="w" fact="0.4"/>
              <dgm:constr type="h" for="ch" forName="parentText" refType="w" refFor="ch" refForName="parentText" op="equ"/>
              <dgm:constr type="ctrY" for="ch" forName="parentText" refType="h" fact="0.5"/>
            </dgm:constrLst>
          </dgm:if>
          <dgm:else name="Name5">
            <dgm:constrLst>
              <dgm:constr type="w" for="ch" forName="childTextVisible" refType="w" fact="0.8"/>
              <dgm:constr type="h" for="ch" forName="childTextVisible" refType="h"/>
              <dgm:constr type="l" for="ch" forName="childTextVisible"/>
              <dgm:constr type="w" for="ch" forName="childTextHidden" refType="w" fact="0.6"/>
              <dgm:constr type="h" for="ch" forName="childTextHidden" refType="h"/>
              <dgm:constr type="l" for="ch" forName="childTextHidden"/>
              <dgm:constr type="r" for="ch" forName="parentText" refType="w"/>
              <dgm:constr type="w" for="ch" forName="parentText" refType="w" fact="0.4"/>
              <dgm:constr type="h" for="ch" forName="parentText" refType="w" refFor="ch" refForName="parentText" op="equ"/>
              <dgm:constr type="ctrY" for="ch" forName="parentText" refType="h" fact="0.5"/>
            </dgm:constrLst>
          </dgm:else>
        </dgm:choose>
        <dgm:ruleLst/>
        <dgm:layoutNode name="noGeometry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childTextVisible" styleLbl="bgAccFollowNode1">
          <dgm:varLst>
            <dgm:bulletEnabled val="1"/>
          </dgm:varLst>
          <dgm:alg type="sp"/>
          <dgm:choose name="Name6">
            <dgm:if name="Name7" func="var" arg="dir" op="equ" val="norm">
              <dgm:shape xmlns:r="http://schemas.openxmlformats.org/officeDocument/2006/relationships" type="rightArrow" r:blip="">
                <dgm:adjLst>
                  <dgm:adj idx="1" val="0.7"/>
                  <dgm:adj idx="2" val="0.5"/>
                </dgm:adjLst>
              </dgm:shape>
            </dgm:if>
            <dgm:else name="Name8">
              <dgm:shape xmlns:r="http://schemas.openxmlformats.org/officeDocument/2006/relationships" type="leftArrow" r:blip="">
                <dgm:adjLst>
                  <dgm:adj idx="1" val="0.7"/>
                  <dgm:adj idx="2" val="0.5"/>
                </dgm:adjLst>
              </dgm:shape>
            </dgm:else>
          </dgm:choose>
          <dgm:presOf axis="des" ptType="node"/>
          <dgm:constrLst/>
          <dgm:ruleLst/>
        </dgm:layoutNode>
        <dgm:layoutNode name="childTextHidden" styleLbl="bgAccFollowNode1">
          <dgm:choose name="Name9">
            <dgm:if name="Name10" axis="des followSib" ptType="node node" st="1 1" cnt="1 0" func="cnt" op="gte" val="1">
              <dgm:alg type="tx">
                <dgm:param type="stBulletLvl" val="1"/>
                <dgm:param type="txAnchorVertCh" val="mid"/>
              </dgm:alg>
            </dgm:if>
            <dgm:else name="Name11">
              <dgm:alg type="tx">
                <dgm:param type="stBulletLvl" val="2"/>
                <dgm:param type="txAnchorVertCh" val="mid"/>
              </dgm:alg>
            </dgm:else>
          </dgm:choose>
          <dgm:choose name="Name12">
            <dgm:if name="Name13" func="var" arg="dir" op="equ" val="norm">
              <dgm:shape xmlns:r="http://schemas.openxmlformats.org/officeDocument/2006/relationships" type="rightArrow" r:blip="" hideGeom="1">
                <dgm:adjLst>
                  <dgm:adj idx="1" val="0.7"/>
                  <dgm:adj idx="2" val="0.5"/>
                </dgm:adjLst>
              </dgm:shape>
            </dgm:if>
            <dgm:else name="Name14">
              <dgm:shape xmlns:r="http://schemas.openxmlformats.org/officeDocument/2006/relationships" type="leftArrow" r:blip="" hideGeom="1">
                <dgm:adjLst>
                  <dgm:adj idx="1" val="0.7"/>
                  <dgm:adj idx="2" val="0.5"/>
                </dgm:adjLst>
              </dgm:shape>
            </dgm:else>
          </dgm:choose>
          <dgm:presOf axis="des" ptType="node"/>
          <dgm:constrLst>
            <dgm:constr type="secFontSz" refType="primFontSz"/>
            <dgm:constr type="tMarg" refType="primFontSz" fact="0.05"/>
            <dgm:constr type="bMarg" refType="primFontSz" fact="0.05"/>
            <dgm:constr type="rMarg" refType="primFontSz" fact="0.1"/>
            <dgm:constr type="lMarg" refType="primFontSz" fact="0.2"/>
          </dgm:constrLst>
          <dgm:ruleLst>
            <dgm:rule type="primFontSz" val="5" fact="NaN" max="NaN"/>
          </dgm:ruleLst>
        </dgm:layoutNode>
        <dgm:layoutNode name="parentText" styleLbl="node1">
          <dgm:varLst>
            <dgm:chMax val="1"/>
            <dgm:bulletEnabled val="1"/>
          </dgm:varLst>
          <dgm:alg type="tx"/>
          <dgm:shape xmlns:r="http://schemas.openxmlformats.org/officeDocument/2006/relationships" type="ellipse" r:blip="">
            <dgm:adjLst/>
          </dgm:shape>
          <dgm:presOf axis="self"/>
          <dgm:constrLst>
            <dgm:constr type="primFontSz" val="65"/>
            <dgm:constr type="tMarg" refType="primFontSz" fact="0.05"/>
            <dgm:constr type="bMarg" refType="primFontSz" fact="0.05"/>
            <dgm:constr type="lMarg" refType="primFontSz" fact="0.05"/>
            <dgm:constr type="rMarg" refType="primFontSz" fact="0.05"/>
          </dgm:constrLst>
          <dgm:ruleLst>
            <dgm:rule type="primFontSz" val="5" fact="NaN" max="NaN"/>
          </dgm:ruleLst>
        </dgm:layoutNode>
      </dgm:layoutNode>
      <dgm:choose name="Name15">
        <dgm:if name="Name16" axis="self" ptType="node" func="revPos" op="gte" val="2">
          <dgm:layoutNode name="aSpace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if>
        <dgm:else name="Name17"/>
      </dgm:choose>
    </dgm:forEach>
  </dgm:layoutNode>
</dgm:layoutDef>
</file>

<file path=ppt/diagrams/layout8.xml><?xml version="1.0" encoding="utf-8"?>
<dgm:layoutDef xmlns:dgm="http://schemas.openxmlformats.org/drawingml/2006/diagram" xmlns:a="http://schemas.openxmlformats.org/drawingml/2006/main" uniqueId="urn:microsoft.com/office/officeart/2005/8/layout/hProcess6">
  <dgm:title val=""/>
  <dgm:desc val=""/>
  <dgm:catLst>
    <dgm:cat type="process" pri="7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14" srcId="1" destId="12" srcOrd="0" destOrd="0"/>
        <dgm:cxn modelId="23" srcId="2" destId="21" srcOrd="0" destOrd="0"/>
        <dgm:cxn modelId="24" srcId="2" destId="22" srcOrd="0" destOrd="0"/>
        <dgm:cxn modelId="33" srcId="3" destId="31" srcOrd="0" destOrd="0"/>
        <dgm:cxn modelId="34" srcId="3" destId="32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theList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L"/>
          <dgm:param type="nodeHorzAlign" val="l"/>
        </dgm:alg>
      </dgm:if>
      <dgm:else name="Name2">
        <dgm:alg type="lin">
          <dgm:param type="linDir" val="from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Node" refType="w"/>
      <dgm:constr type="h" for="ch" forName="compNode" refType="w" refFor="ch" refForName="compNode" fact="0.7"/>
      <dgm:constr type="ctrY" for="ch" forName="compNode" refType="h" fact="0.5"/>
      <dgm:constr type="w" for="ch" forName="aSpace" refType="w" fact="0.05"/>
      <dgm:constr type="primFontSz" for="des" forName="childTextHidden" op="equ" val="65"/>
      <dgm:constr type="primFontSz" for="des" forName="parentText" op="equ"/>
    </dgm:constrLst>
    <dgm:ruleLst/>
    <dgm:forEach name="aNodeForEach" axis="ch" ptType="node">
      <dgm:layoutNode name="compNode">
        <dgm:alg type="composite">
          <dgm:param type="ar" val="1.43"/>
        </dgm:alg>
        <dgm:shape xmlns:r="http://schemas.openxmlformats.org/officeDocument/2006/relationships" r:blip="">
          <dgm:adjLst/>
        </dgm:shape>
        <dgm:presOf/>
        <dgm:choose name="Name3">
          <dgm:if name="Name4" func="var" arg="dir" op="equ" val="norm">
            <dgm:constrLst>
              <dgm:constr type="w" for="ch" forName="childTextVisible" refType="w" fact="0.8"/>
              <dgm:constr type="h" for="ch" forName="childTextVisible" refType="h"/>
              <dgm:constr type="r" for="ch" forName="childTextVisible" refType="w"/>
              <dgm:constr type="w" for="ch" forName="childTextHidden" refType="w" fact="0.6"/>
              <dgm:constr type="h" for="ch" forName="childTextHidden" refType="h"/>
              <dgm:constr type="r" for="ch" forName="childTextHidden" refType="w"/>
              <dgm:constr type="l" for="ch" forName="parentText"/>
              <dgm:constr type="w" for="ch" forName="parentText" refType="w" fact="0.4"/>
              <dgm:constr type="h" for="ch" forName="parentText" refType="w" refFor="ch" refForName="parentText" op="equ"/>
              <dgm:constr type="ctrY" for="ch" forName="parentText" refType="h" fact="0.5"/>
            </dgm:constrLst>
          </dgm:if>
          <dgm:else name="Name5">
            <dgm:constrLst>
              <dgm:constr type="w" for="ch" forName="childTextVisible" refType="w" fact="0.8"/>
              <dgm:constr type="h" for="ch" forName="childTextVisible" refType="h"/>
              <dgm:constr type="l" for="ch" forName="childTextVisible"/>
              <dgm:constr type="w" for="ch" forName="childTextHidden" refType="w" fact="0.6"/>
              <dgm:constr type="h" for="ch" forName="childTextHidden" refType="h"/>
              <dgm:constr type="l" for="ch" forName="childTextHidden"/>
              <dgm:constr type="r" for="ch" forName="parentText" refType="w"/>
              <dgm:constr type="w" for="ch" forName="parentText" refType="w" fact="0.4"/>
              <dgm:constr type="h" for="ch" forName="parentText" refType="w" refFor="ch" refForName="parentText" op="equ"/>
              <dgm:constr type="ctrY" for="ch" forName="parentText" refType="h" fact="0.5"/>
            </dgm:constrLst>
          </dgm:else>
        </dgm:choose>
        <dgm:ruleLst/>
        <dgm:layoutNode name="noGeometry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childTextVisible" styleLbl="bgAccFollowNode1">
          <dgm:varLst>
            <dgm:bulletEnabled val="1"/>
          </dgm:varLst>
          <dgm:alg type="sp"/>
          <dgm:choose name="Name6">
            <dgm:if name="Name7" func="var" arg="dir" op="equ" val="norm">
              <dgm:shape xmlns:r="http://schemas.openxmlformats.org/officeDocument/2006/relationships" type="rightArrow" r:blip="">
                <dgm:adjLst>
                  <dgm:adj idx="1" val="0.7"/>
                  <dgm:adj idx="2" val="0.5"/>
                </dgm:adjLst>
              </dgm:shape>
            </dgm:if>
            <dgm:else name="Name8">
              <dgm:shape xmlns:r="http://schemas.openxmlformats.org/officeDocument/2006/relationships" type="leftArrow" r:blip="">
                <dgm:adjLst>
                  <dgm:adj idx="1" val="0.7"/>
                  <dgm:adj idx="2" val="0.5"/>
                </dgm:adjLst>
              </dgm:shape>
            </dgm:else>
          </dgm:choose>
          <dgm:presOf axis="des" ptType="node"/>
          <dgm:constrLst/>
          <dgm:ruleLst/>
        </dgm:layoutNode>
        <dgm:layoutNode name="childTextHidden" styleLbl="bgAccFollowNode1">
          <dgm:choose name="Name9">
            <dgm:if name="Name10" axis="des followSib" ptType="node node" st="1 1" cnt="1 0" func="cnt" op="gte" val="1">
              <dgm:alg type="tx">
                <dgm:param type="stBulletLvl" val="1"/>
                <dgm:param type="txAnchorVertCh" val="mid"/>
              </dgm:alg>
            </dgm:if>
            <dgm:else name="Name11">
              <dgm:alg type="tx">
                <dgm:param type="stBulletLvl" val="2"/>
                <dgm:param type="txAnchorVertCh" val="mid"/>
              </dgm:alg>
            </dgm:else>
          </dgm:choose>
          <dgm:choose name="Name12">
            <dgm:if name="Name13" func="var" arg="dir" op="equ" val="norm">
              <dgm:shape xmlns:r="http://schemas.openxmlformats.org/officeDocument/2006/relationships" type="rightArrow" r:blip="" hideGeom="1">
                <dgm:adjLst>
                  <dgm:adj idx="1" val="0.7"/>
                  <dgm:adj idx="2" val="0.5"/>
                </dgm:adjLst>
              </dgm:shape>
            </dgm:if>
            <dgm:else name="Name14">
              <dgm:shape xmlns:r="http://schemas.openxmlformats.org/officeDocument/2006/relationships" type="leftArrow" r:blip="" hideGeom="1">
                <dgm:adjLst>
                  <dgm:adj idx="1" val="0.7"/>
                  <dgm:adj idx="2" val="0.5"/>
                </dgm:adjLst>
              </dgm:shape>
            </dgm:else>
          </dgm:choose>
          <dgm:presOf axis="des" ptType="node"/>
          <dgm:constrLst>
            <dgm:constr type="secFontSz" refType="primFontSz"/>
            <dgm:constr type="tMarg" refType="primFontSz" fact="0.05"/>
            <dgm:constr type="bMarg" refType="primFontSz" fact="0.05"/>
            <dgm:constr type="rMarg" refType="primFontSz" fact="0.1"/>
            <dgm:constr type="lMarg" refType="primFontSz" fact="0.2"/>
          </dgm:constrLst>
          <dgm:ruleLst>
            <dgm:rule type="primFontSz" val="5" fact="NaN" max="NaN"/>
          </dgm:ruleLst>
        </dgm:layoutNode>
        <dgm:layoutNode name="parentText" styleLbl="node1">
          <dgm:varLst>
            <dgm:chMax val="1"/>
            <dgm:bulletEnabled val="1"/>
          </dgm:varLst>
          <dgm:alg type="tx"/>
          <dgm:shape xmlns:r="http://schemas.openxmlformats.org/officeDocument/2006/relationships" type="ellipse" r:blip="">
            <dgm:adjLst/>
          </dgm:shape>
          <dgm:presOf axis="self"/>
          <dgm:constrLst>
            <dgm:constr type="primFontSz" val="65"/>
            <dgm:constr type="tMarg" refType="primFontSz" fact="0.05"/>
            <dgm:constr type="bMarg" refType="primFontSz" fact="0.05"/>
            <dgm:constr type="lMarg" refType="primFontSz" fact="0.05"/>
            <dgm:constr type="rMarg" refType="primFontSz" fact="0.05"/>
          </dgm:constrLst>
          <dgm:ruleLst>
            <dgm:rule type="primFontSz" val="5" fact="NaN" max="NaN"/>
          </dgm:ruleLst>
        </dgm:layoutNode>
      </dgm:layoutNode>
      <dgm:choose name="Name15">
        <dgm:if name="Name16" axis="self" ptType="node" func="revPos" op="gte" val="2">
          <dgm:layoutNode name="aSpace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if>
        <dgm:else name="Name17"/>
      </dgm:choose>
    </dgm:forEach>
  </dgm:layoutNode>
</dgm:layoutDef>
</file>

<file path=ppt/diagrams/layout9.xml><?xml version="1.0" encoding="utf-8"?>
<dgm:layoutDef xmlns:dgm="http://schemas.openxmlformats.org/drawingml/2006/diagram" xmlns:a="http://schemas.openxmlformats.org/drawingml/2006/main" uniqueId="urn:microsoft.com/office/officeart/2005/8/layout/hProcess6">
  <dgm:title val=""/>
  <dgm:desc val=""/>
  <dgm:catLst>
    <dgm:cat type="process" pri="7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14" srcId="1" destId="12" srcOrd="0" destOrd="0"/>
        <dgm:cxn modelId="23" srcId="2" destId="21" srcOrd="0" destOrd="0"/>
        <dgm:cxn modelId="24" srcId="2" destId="22" srcOrd="0" destOrd="0"/>
        <dgm:cxn modelId="33" srcId="3" destId="31" srcOrd="0" destOrd="0"/>
        <dgm:cxn modelId="34" srcId="3" destId="32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theList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L"/>
          <dgm:param type="nodeHorzAlign" val="l"/>
        </dgm:alg>
      </dgm:if>
      <dgm:else name="Name2">
        <dgm:alg type="lin">
          <dgm:param type="linDir" val="from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Node" refType="w"/>
      <dgm:constr type="h" for="ch" forName="compNode" refType="w" refFor="ch" refForName="compNode" fact="0.7"/>
      <dgm:constr type="ctrY" for="ch" forName="compNode" refType="h" fact="0.5"/>
      <dgm:constr type="w" for="ch" forName="aSpace" refType="w" fact="0.05"/>
      <dgm:constr type="primFontSz" for="des" forName="childTextHidden" op="equ" val="65"/>
      <dgm:constr type="primFontSz" for="des" forName="parentText" op="equ"/>
    </dgm:constrLst>
    <dgm:ruleLst/>
    <dgm:forEach name="aNodeForEach" axis="ch" ptType="node">
      <dgm:layoutNode name="compNode">
        <dgm:alg type="composite">
          <dgm:param type="ar" val="1.43"/>
        </dgm:alg>
        <dgm:shape xmlns:r="http://schemas.openxmlformats.org/officeDocument/2006/relationships" r:blip="">
          <dgm:adjLst/>
        </dgm:shape>
        <dgm:presOf/>
        <dgm:choose name="Name3">
          <dgm:if name="Name4" func="var" arg="dir" op="equ" val="norm">
            <dgm:constrLst>
              <dgm:constr type="w" for="ch" forName="childTextVisible" refType="w" fact="0.8"/>
              <dgm:constr type="h" for="ch" forName="childTextVisible" refType="h"/>
              <dgm:constr type="r" for="ch" forName="childTextVisible" refType="w"/>
              <dgm:constr type="w" for="ch" forName="childTextHidden" refType="w" fact="0.6"/>
              <dgm:constr type="h" for="ch" forName="childTextHidden" refType="h"/>
              <dgm:constr type="r" for="ch" forName="childTextHidden" refType="w"/>
              <dgm:constr type="l" for="ch" forName="parentText"/>
              <dgm:constr type="w" for="ch" forName="parentText" refType="w" fact="0.4"/>
              <dgm:constr type="h" for="ch" forName="parentText" refType="w" refFor="ch" refForName="parentText" op="equ"/>
              <dgm:constr type="ctrY" for="ch" forName="parentText" refType="h" fact="0.5"/>
            </dgm:constrLst>
          </dgm:if>
          <dgm:else name="Name5">
            <dgm:constrLst>
              <dgm:constr type="w" for="ch" forName="childTextVisible" refType="w" fact="0.8"/>
              <dgm:constr type="h" for="ch" forName="childTextVisible" refType="h"/>
              <dgm:constr type="l" for="ch" forName="childTextVisible"/>
              <dgm:constr type="w" for="ch" forName="childTextHidden" refType="w" fact="0.6"/>
              <dgm:constr type="h" for="ch" forName="childTextHidden" refType="h"/>
              <dgm:constr type="l" for="ch" forName="childTextHidden"/>
              <dgm:constr type="r" for="ch" forName="parentText" refType="w"/>
              <dgm:constr type="w" for="ch" forName="parentText" refType="w" fact="0.4"/>
              <dgm:constr type="h" for="ch" forName="parentText" refType="w" refFor="ch" refForName="parentText" op="equ"/>
              <dgm:constr type="ctrY" for="ch" forName="parentText" refType="h" fact="0.5"/>
            </dgm:constrLst>
          </dgm:else>
        </dgm:choose>
        <dgm:ruleLst/>
        <dgm:layoutNode name="noGeometry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childTextVisible" styleLbl="bgAccFollowNode1">
          <dgm:varLst>
            <dgm:bulletEnabled val="1"/>
          </dgm:varLst>
          <dgm:alg type="sp"/>
          <dgm:choose name="Name6">
            <dgm:if name="Name7" func="var" arg="dir" op="equ" val="norm">
              <dgm:shape xmlns:r="http://schemas.openxmlformats.org/officeDocument/2006/relationships" type="rightArrow" r:blip="">
                <dgm:adjLst>
                  <dgm:adj idx="1" val="0.7"/>
                  <dgm:adj idx="2" val="0.5"/>
                </dgm:adjLst>
              </dgm:shape>
            </dgm:if>
            <dgm:else name="Name8">
              <dgm:shape xmlns:r="http://schemas.openxmlformats.org/officeDocument/2006/relationships" type="leftArrow" r:blip="">
                <dgm:adjLst>
                  <dgm:adj idx="1" val="0.7"/>
                  <dgm:adj idx="2" val="0.5"/>
                </dgm:adjLst>
              </dgm:shape>
            </dgm:else>
          </dgm:choose>
          <dgm:presOf axis="des" ptType="node"/>
          <dgm:constrLst/>
          <dgm:ruleLst/>
        </dgm:layoutNode>
        <dgm:layoutNode name="childTextHidden" styleLbl="bgAccFollowNode1">
          <dgm:choose name="Name9">
            <dgm:if name="Name10" axis="des followSib" ptType="node node" st="1 1" cnt="1 0" func="cnt" op="gte" val="1">
              <dgm:alg type="tx">
                <dgm:param type="stBulletLvl" val="1"/>
                <dgm:param type="txAnchorVertCh" val="mid"/>
              </dgm:alg>
            </dgm:if>
            <dgm:else name="Name11">
              <dgm:alg type="tx">
                <dgm:param type="stBulletLvl" val="2"/>
                <dgm:param type="txAnchorVertCh" val="mid"/>
              </dgm:alg>
            </dgm:else>
          </dgm:choose>
          <dgm:choose name="Name12">
            <dgm:if name="Name13" func="var" arg="dir" op="equ" val="norm">
              <dgm:shape xmlns:r="http://schemas.openxmlformats.org/officeDocument/2006/relationships" type="rightArrow" r:blip="" hideGeom="1">
                <dgm:adjLst>
                  <dgm:adj idx="1" val="0.7"/>
                  <dgm:adj idx="2" val="0.5"/>
                </dgm:adjLst>
              </dgm:shape>
            </dgm:if>
            <dgm:else name="Name14">
              <dgm:shape xmlns:r="http://schemas.openxmlformats.org/officeDocument/2006/relationships" type="leftArrow" r:blip="" hideGeom="1">
                <dgm:adjLst>
                  <dgm:adj idx="1" val="0.7"/>
                  <dgm:adj idx="2" val="0.5"/>
                </dgm:adjLst>
              </dgm:shape>
            </dgm:else>
          </dgm:choose>
          <dgm:presOf axis="des" ptType="node"/>
          <dgm:constrLst>
            <dgm:constr type="secFontSz" refType="primFontSz"/>
            <dgm:constr type="tMarg" refType="primFontSz" fact="0.05"/>
            <dgm:constr type="bMarg" refType="primFontSz" fact="0.05"/>
            <dgm:constr type="rMarg" refType="primFontSz" fact="0.1"/>
            <dgm:constr type="lMarg" refType="primFontSz" fact="0.2"/>
          </dgm:constrLst>
          <dgm:ruleLst>
            <dgm:rule type="primFontSz" val="5" fact="NaN" max="NaN"/>
          </dgm:ruleLst>
        </dgm:layoutNode>
        <dgm:layoutNode name="parentText" styleLbl="node1">
          <dgm:varLst>
            <dgm:chMax val="1"/>
            <dgm:bulletEnabled val="1"/>
          </dgm:varLst>
          <dgm:alg type="tx"/>
          <dgm:shape xmlns:r="http://schemas.openxmlformats.org/officeDocument/2006/relationships" type="ellipse" r:blip="">
            <dgm:adjLst/>
          </dgm:shape>
          <dgm:presOf axis="self"/>
          <dgm:constrLst>
            <dgm:constr type="primFontSz" val="65"/>
            <dgm:constr type="tMarg" refType="primFontSz" fact="0.05"/>
            <dgm:constr type="bMarg" refType="primFontSz" fact="0.05"/>
            <dgm:constr type="lMarg" refType="primFontSz" fact="0.05"/>
            <dgm:constr type="rMarg" refType="primFontSz" fact="0.05"/>
          </dgm:constrLst>
          <dgm:ruleLst>
            <dgm:rule type="primFontSz" val="5" fact="NaN" max="NaN"/>
          </dgm:ruleLst>
        </dgm:layoutNode>
      </dgm:layoutNode>
      <dgm:choose name="Name15">
        <dgm:if name="Name16" axis="self" ptType="node" func="revPos" op="gte" val="2">
          <dgm:layoutNode name="aSpace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if>
        <dgm:else name="Name17"/>
      </dgm:choose>
    </dgm:forEach>
  </dgm:layoutNode>
</dgm:layoutDef>
</file>

<file path=ppt/diagrams/layout10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11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8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9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0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F87DA49-9917-4A7E-BE43-A1E4A72285DB}" type="datetimeFigureOut">
              <a:rPr lang="ru-RU" smtClean="0"/>
              <a:t>14.11.2025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89D1B74-7F90-4CBF-9224-F66A6D7BD4D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989859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7499603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1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ru-RU" smtClean="0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D494A6-AC0E-4564-848B-C9299726F19B}" type="datetime1">
              <a:rPr lang="ru-RU" smtClean="0"/>
              <a:t>14.11.2025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357986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14.11.2025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664513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87F089-DB3A-44EC-8E6C-70C807261B64}" type="datetime1">
              <a:rPr lang="ru-RU" smtClean="0"/>
              <a:t>14.11.2025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135218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8" y="1845734"/>
            <a:ext cx="4937760" cy="402336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14.11.2025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517481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ABE4F1-295B-4CC0-A10F-3BDEF5F6B9B6}" type="datetime1">
              <a:rPr lang="ru-RU" smtClean="0"/>
              <a:t>14.11.2025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143032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5850B-FCCB-4950-8D75-8D81D52F3FBD}" type="datetime1">
              <a:rPr lang="ru-RU" smtClean="0"/>
              <a:t>14.11.2025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422410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14.11.2025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930766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AA82D743-4282-4860-9AE2-FAD442C19B6D}" type="datetime1">
              <a:rPr lang="ru-RU" smtClean="0"/>
              <a:t>14.11.2025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088534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645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solidFill>
            <a:schemeClr val="bg2">
              <a:lumMod val="90000"/>
            </a:schemeClr>
          </a:solidFill>
        </p:spPr>
        <p:txBody>
          <a:bodyPr lIns="457200" tIns="45720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 smtClean="0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4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122F36-14C5-4E46-8DE1-22F5FE5A6635}" type="datetime1">
              <a:rPr lang="ru-RU" smtClean="0"/>
              <a:t>14.11.2025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072179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54F09E-5B73-4FCA-A245-E4B9F24EF6EE}" type="datetime1">
              <a:rPr lang="ru-RU" smtClean="0"/>
              <a:t>14.11.2025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949313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2302"/>
            <a:ext cx="2628900" cy="5759898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2302"/>
            <a:ext cx="7734300" cy="5759898"/>
          </a:xfrm>
        </p:spPr>
        <p:txBody>
          <a:bodyPr vert="eaVert" lIns="45720" tIns="0" rIns="45720" bIns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0EF1CB-1F45-4BB0-ACA2-7F2CD691ED8E}" type="datetime1">
              <a:rPr lang="ru-RU" smtClean="0"/>
              <a:t>14.11.2025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604158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6334316"/>
            <a:ext cx="12191985" cy="66484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DF78E439-9BA7-4640-B448-B030DCC85B49}" type="datetime1">
              <a:rPr lang="ru-RU" smtClean="0"/>
              <a:t>14.11.2025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907074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4" r:id="rId1"/>
    <p:sldLayoutId id="2147483715" r:id="rId2"/>
    <p:sldLayoutId id="2147483716" r:id="rId3"/>
    <p:sldLayoutId id="2147483717" r:id="rId4"/>
    <p:sldLayoutId id="2147483718" r:id="rId5"/>
    <p:sldLayoutId id="2147483719" r:id="rId6"/>
    <p:sldLayoutId id="2147483720" r:id="rId7"/>
    <p:sldLayoutId id="2147483721" r:id="rId8"/>
    <p:sldLayoutId id="2147483722" r:id="rId9"/>
    <p:sldLayoutId id="2147483723" r:id="rId10"/>
    <p:sldLayoutId id="2147483724" r:id="rId11"/>
  </p:sldLayoutIdLst>
  <p:hf hdr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jpe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Relationship Id="rId9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diagramLayout" Target="../diagrams/layout3.xml"/><Relationship Id="rId7" Type="http://schemas.openxmlformats.org/officeDocument/2006/relationships/image" Target="../media/image7.png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Relationship Id="rId9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diagramLayout" Target="../diagrams/layout5.xml"/><Relationship Id="rId3" Type="http://schemas.openxmlformats.org/officeDocument/2006/relationships/diagramLayout" Target="../diagrams/layout4.xml"/><Relationship Id="rId7" Type="http://schemas.openxmlformats.org/officeDocument/2006/relationships/diagramData" Target="../diagrams/data5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11" Type="http://schemas.microsoft.com/office/2007/relationships/diagramDrawing" Target="../diagrams/drawing5.xml"/><Relationship Id="rId5" Type="http://schemas.openxmlformats.org/officeDocument/2006/relationships/diagramColors" Target="../diagrams/colors4.xml"/><Relationship Id="rId10" Type="http://schemas.openxmlformats.org/officeDocument/2006/relationships/diagramColors" Target="../diagrams/colors5.xml"/><Relationship Id="rId4" Type="http://schemas.openxmlformats.org/officeDocument/2006/relationships/diagramQuickStyle" Target="../diagrams/quickStyle4.xml"/><Relationship Id="rId9" Type="http://schemas.openxmlformats.org/officeDocument/2006/relationships/diagramQuickStyle" Target="../diagrams/quickStyle5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diagramLayout" Target="../diagrams/layout7.xml"/><Relationship Id="rId3" Type="http://schemas.openxmlformats.org/officeDocument/2006/relationships/diagramLayout" Target="../diagrams/layout6.xml"/><Relationship Id="rId7" Type="http://schemas.openxmlformats.org/officeDocument/2006/relationships/diagramData" Target="../diagrams/data7.xml"/><Relationship Id="rId2" Type="http://schemas.openxmlformats.org/officeDocument/2006/relationships/diagramData" Target="../diagrams/data6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6.xml"/><Relationship Id="rId11" Type="http://schemas.microsoft.com/office/2007/relationships/diagramDrawing" Target="../diagrams/drawing7.xml"/><Relationship Id="rId5" Type="http://schemas.openxmlformats.org/officeDocument/2006/relationships/diagramColors" Target="../diagrams/colors6.xml"/><Relationship Id="rId10" Type="http://schemas.openxmlformats.org/officeDocument/2006/relationships/diagramColors" Target="../diagrams/colors7.xml"/><Relationship Id="rId4" Type="http://schemas.openxmlformats.org/officeDocument/2006/relationships/diagramQuickStyle" Target="../diagrams/quickStyle6.xml"/><Relationship Id="rId9" Type="http://schemas.openxmlformats.org/officeDocument/2006/relationships/diagramQuickStyle" Target="../diagrams/quickStyle7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diagramLayout" Target="../diagrams/layout9.xml"/><Relationship Id="rId3" Type="http://schemas.openxmlformats.org/officeDocument/2006/relationships/diagramLayout" Target="../diagrams/layout8.xml"/><Relationship Id="rId7" Type="http://schemas.openxmlformats.org/officeDocument/2006/relationships/diagramData" Target="../diagrams/data9.xml"/><Relationship Id="rId12" Type="http://schemas.openxmlformats.org/officeDocument/2006/relationships/image" Target="../media/image10.png"/><Relationship Id="rId2" Type="http://schemas.openxmlformats.org/officeDocument/2006/relationships/diagramData" Target="../diagrams/data8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8.xml"/><Relationship Id="rId11" Type="http://schemas.microsoft.com/office/2007/relationships/diagramDrawing" Target="../diagrams/drawing9.xml"/><Relationship Id="rId5" Type="http://schemas.openxmlformats.org/officeDocument/2006/relationships/diagramColors" Target="../diagrams/colors8.xml"/><Relationship Id="rId10" Type="http://schemas.openxmlformats.org/officeDocument/2006/relationships/diagramColors" Target="../diagrams/colors9.xml"/><Relationship Id="rId4" Type="http://schemas.openxmlformats.org/officeDocument/2006/relationships/diagramQuickStyle" Target="../diagrams/quickStyle8.xml"/><Relationship Id="rId9" Type="http://schemas.openxmlformats.org/officeDocument/2006/relationships/diagramQuickStyle" Target="../diagrams/quickStyle9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0.xml"/><Relationship Id="rId2" Type="http://schemas.openxmlformats.org/officeDocument/2006/relationships/diagramData" Target="../diagrams/data10.xml"/><Relationship Id="rId1" Type="http://schemas.openxmlformats.org/officeDocument/2006/relationships/slideLayout" Target="../slideLayouts/slideLayout6.xml"/><Relationship Id="rId6" Type="http://schemas.microsoft.com/office/2007/relationships/diagramDrawing" Target="../diagrams/drawing10.xml"/><Relationship Id="rId5" Type="http://schemas.openxmlformats.org/officeDocument/2006/relationships/diagramColors" Target="../diagrams/colors10.xml"/><Relationship Id="rId4" Type="http://schemas.openxmlformats.org/officeDocument/2006/relationships/diagramQuickStyle" Target="../diagrams/quickStyle10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1.xml"/><Relationship Id="rId7" Type="http://schemas.openxmlformats.org/officeDocument/2006/relationships/hyperlink" Target="https://www.boost.org/doc/libs/master/doc/html/interprocess/synchronization_mechanisms.html#interprocess.synchronization_mechanisms.message_queue" TargetMode="External"/><Relationship Id="rId2" Type="http://schemas.openxmlformats.org/officeDocument/2006/relationships/diagramData" Target="../diagrams/data11.xml"/><Relationship Id="rId1" Type="http://schemas.openxmlformats.org/officeDocument/2006/relationships/slideLayout" Target="../slideLayouts/slideLayout6.xml"/><Relationship Id="rId6" Type="http://schemas.microsoft.com/office/2007/relationships/diagramDrawing" Target="../diagrams/drawing11.xml"/><Relationship Id="rId5" Type="http://schemas.openxmlformats.org/officeDocument/2006/relationships/diagramColors" Target="../diagrams/colors11.xml"/><Relationship Id="rId4" Type="http://schemas.openxmlformats.org/officeDocument/2006/relationships/diagramQuickStyle" Target="../diagrams/quickStyle1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82804213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87F089-DB3A-44EC-8E6C-70C807261B64}" type="datetime1">
              <a:rPr lang="ru-RU" smtClean="0"/>
              <a:t>14.11.2025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0074121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7" name="Объект 6"/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1437" y="1997195"/>
            <a:ext cx="2129317" cy="709773"/>
          </a:xfrm>
        </p:spPr>
      </p:pic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14.11.2025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3</a:t>
            </a:fld>
            <a:endParaRPr lang="ru-RU"/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7280" y="1997195"/>
            <a:ext cx="2667401" cy="3556535"/>
          </a:xfrm>
          <a:prstGeom prst="rect">
            <a:avLst/>
          </a:prstGeom>
        </p:spPr>
      </p:pic>
      <p:pic>
        <p:nvPicPr>
          <p:cNvPr id="8" name="Рисунок 7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1437" y="2966803"/>
            <a:ext cx="2129317" cy="10661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472362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82D743-4282-4860-9AE2-FAD442C19B6D}" type="datetime1">
              <a:rPr lang="ru-RU" smtClean="0"/>
              <a:t>14.11.2025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7451536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C4FDAF-C654-4288-9437-917D77737F5E}" type="datetime1">
              <a:rPr lang="ru-RU" smtClean="0"/>
              <a:t>14.11.2025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5</a:t>
            </a:fld>
            <a:endParaRPr lang="ru-RU"/>
          </a:p>
        </p:txBody>
      </p:sp>
      <p:graphicFrame>
        <p:nvGraphicFramePr>
          <p:cNvPr id="11" name="Объект 10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937652132"/>
              </p:ext>
            </p:extLst>
          </p:nvPr>
        </p:nvGraphicFramePr>
        <p:xfrm>
          <a:off x="1096963" y="1846263"/>
          <a:ext cx="10058400" cy="402272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pic>
        <p:nvPicPr>
          <p:cNvPr id="3" name="Рисунок 2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05228" y="1395663"/>
            <a:ext cx="2446539" cy="3460282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8100" y="1395663"/>
            <a:ext cx="2452061" cy="34680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439580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 dirty="0"/>
          </a:p>
        </p:txBody>
      </p:sp>
      <p:graphicFrame>
        <p:nvGraphicFramePr>
          <p:cNvPr id="7" name="Объект 6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363150744"/>
              </p:ext>
            </p:extLst>
          </p:nvPr>
        </p:nvGraphicFramePr>
        <p:xfrm>
          <a:off x="1097279" y="1846263"/>
          <a:ext cx="10058083" cy="404439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14.11.2025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8106237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 dirty="0"/>
          </a:p>
        </p:txBody>
      </p:sp>
      <p:graphicFrame>
        <p:nvGraphicFramePr>
          <p:cNvPr id="8" name="Объект 7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511891170"/>
              </p:ext>
            </p:extLst>
          </p:nvPr>
        </p:nvGraphicFramePr>
        <p:xfrm>
          <a:off x="5021247" y="1949116"/>
          <a:ext cx="6036352" cy="414367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14.11.2025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7</a:t>
            </a:fld>
            <a:endParaRPr lang="ru-RU"/>
          </a:p>
        </p:txBody>
      </p:sp>
      <p:sp>
        <p:nvSpPr>
          <p:cNvPr id="11" name="Стрелка вправо 10"/>
          <p:cNvSpPr/>
          <p:nvPr/>
        </p:nvSpPr>
        <p:spPr>
          <a:xfrm>
            <a:off x="2550696" y="3778638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6" name="TextBox 25"/>
          <p:cNvSpPr txBox="1"/>
          <p:nvPr/>
        </p:nvSpPr>
        <p:spPr>
          <a:xfrm>
            <a:off x="993954" y="5015622"/>
            <a:ext cx="311348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ru-RU" dirty="0" smtClean="0"/>
              <a:t>пути к файлам документов</a:t>
            </a:r>
          </a:p>
          <a:p>
            <a:pPr marL="285750" indent="-285750">
              <a:buFontTx/>
              <a:buChar char="-"/>
            </a:pPr>
            <a:r>
              <a:rPr lang="ru-RU" dirty="0" smtClean="0"/>
              <a:t>запросы</a:t>
            </a:r>
          </a:p>
          <a:p>
            <a:pPr marL="285750" indent="-285750">
              <a:buFontTx/>
              <a:buChar char="-"/>
            </a:pPr>
            <a:endParaRPr lang="ru-RU" dirty="0"/>
          </a:p>
        </p:txBody>
      </p:sp>
      <p:sp>
        <p:nvSpPr>
          <p:cNvPr id="27" name="TextBox 26"/>
          <p:cNvSpPr txBox="1"/>
          <p:nvPr/>
        </p:nvSpPr>
        <p:spPr>
          <a:xfrm>
            <a:off x="4073529" y="2398917"/>
            <a:ext cx="18345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о</a:t>
            </a:r>
            <a:r>
              <a:rPr lang="ru-RU" dirty="0" smtClean="0"/>
              <a:t>бъекты классов</a:t>
            </a:r>
            <a:endParaRPr lang="ru-RU" dirty="0"/>
          </a:p>
        </p:txBody>
      </p:sp>
      <p:grpSp>
        <p:nvGrpSpPr>
          <p:cNvPr id="12" name="Группа 11"/>
          <p:cNvGrpSpPr/>
          <p:nvPr/>
        </p:nvGrpSpPr>
        <p:grpSpPr>
          <a:xfrm>
            <a:off x="3270165" y="3317427"/>
            <a:ext cx="1296590" cy="1296590"/>
            <a:chOff x="3408461" y="590301"/>
            <a:chExt cx="1296590" cy="1296590"/>
          </a:xfrm>
        </p:grpSpPr>
        <p:sp>
          <p:nvSpPr>
            <p:cNvPr id="13" name="Скругленный прямоугольник 12"/>
            <p:cNvSpPr/>
            <p:nvPr/>
          </p:nvSpPr>
          <p:spPr>
            <a:xfrm>
              <a:off x="3408461" y="590301"/>
              <a:ext cx="1296590" cy="1296590"/>
            </a:xfrm>
            <a:prstGeom prst="roundRect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4" name="Скругленный прямоугольник 4"/>
            <p:cNvSpPr/>
            <p:nvPr/>
          </p:nvSpPr>
          <p:spPr>
            <a:xfrm>
              <a:off x="3471755" y="653595"/>
              <a:ext cx="1170002" cy="1170002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2065" tIns="12065" rIns="12065" bIns="12065" numCol="1" spcCol="1270" anchor="ctr" anchorCtr="0">
              <a:noAutofit/>
            </a:bodyPr>
            <a:lstStyle/>
            <a:p>
              <a:pPr lvl="0" algn="ctr" defTabSz="8445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900" kern="1200" dirty="0" smtClean="0"/>
                <a:t>Dispatcher</a:t>
              </a:r>
              <a:endParaRPr lang="ru-RU" sz="1900" kern="1200" dirty="0" smtClean="0"/>
            </a:p>
            <a:p>
              <a:pPr lvl="0" algn="ctr" defTabSz="8445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900" kern="1200" dirty="0" smtClean="0"/>
                <a:t>Operation</a:t>
              </a:r>
              <a:endParaRPr lang="ru-RU" sz="1900" kern="1200" dirty="0"/>
            </a:p>
          </p:txBody>
        </p:sp>
      </p:grpSp>
      <p:sp>
        <p:nvSpPr>
          <p:cNvPr id="15" name="Стрелка вправо 14"/>
          <p:cNvSpPr/>
          <p:nvPr/>
        </p:nvSpPr>
        <p:spPr>
          <a:xfrm>
            <a:off x="4544097" y="3778638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2838" y="1949116"/>
            <a:ext cx="1464861" cy="2071838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4844" y="3364033"/>
            <a:ext cx="1417094" cy="2004277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48434" y="1828276"/>
            <a:ext cx="1605413" cy="22706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429372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097280" y="286604"/>
            <a:ext cx="10058400" cy="1118248"/>
          </a:xfrm>
        </p:spPr>
        <p:txBody>
          <a:bodyPr/>
          <a:lstStyle/>
          <a:p>
            <a:endParaRPr lang="ru-RU" dirty="0"/>
          </a:p>
        </p:txBody>
      </p:sp>
      <p:graphicFrame>
        <p:nvGraphicFramePr>
          <p:cNvPr id="7" name="Объект 6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043355302"/>
              </p:ext>
            </p:extLst>
          </p:nvPr>
        </p:nvGraphicFramePr>
        <p:xfrm>
          <a:off x="1096963" y="1479665"/>
          <a:ext cx="10058400" cy="247719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14.11.2025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8</a:t>
            </a:fld>
            <a:endParaRPr lang="ru-RU"/>
          </a:p>
        </p:txBody>
      </p:sp>
      <p:sp>
        <p:nvSpPr>
          <p:cNvPr id="8" name="TextBox 7"/>
          <p:cNvSpPr txBox="1"/>
          <p:nvPr/>
        </p:nvSpPr>
        <p:spPr>
          <a:xfrm>
            <a:off x="7338389" y="3538447"/>
            <a:ext cx="4624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формирует базу документов (много потоков)</a:t>
            </a:r>
            <a:endParaRPr lang="ru-RU" dirty="0"/>
          </a:p>
        </p:txBody>
      </p:sp>
      <p:graphicFrame>
        <p:nvGraphicFramePr>
          <p:cNvPr id="9" name="Объект 6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99934725"/>
              </p:ext>
            </p:extLst>
          </p:nvPr>
        </p:nvGraphicFramePr>
        <p:xfrm>
          <a:off x="1096963" y="4031671"/>
          <a:ext cx="10058400" cy="183731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7" r:lo="rId8" r:qs="rId9" r:cs="rId10"/>
          </a:graphicData>
        </a:graphic>
      </p:graphicFrame>
      <p:sp>
        <p:nvSpPr>
          <p:cNvPr id="3" name="Прямоугольник 2"/>
          <p:cNvSpPr/>
          <p:nvPr/>
        </p:nvSpPr>
        <p:spPr>
          <a:xfrm>
            <a:off x="5786449" y="5759135"/>
            <a:ext cx="272254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/>
              <a:t>формирует базу запросов</a:t>
            </a:r>
          </a:p>
        </p:txBody>
      </p:sp>
    </p:spTree>
    <p:extLst>
      <p:ext uri="{BB962C8B-B14F-4D97-AF65-F5344CB8AC3E}">
        <p14:creationId xmlns:p14="http://schemas.microsoft.com/office/powerpoint/2010/main" val="397615618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14.11.2025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9</a:t>
            </a:fld>
            <a:endParaRPr lang="ru-RU"/>
          </a:p>
        </p:txBody>
      </p:sp>
      <p:graphicFrame>
        <p:nvGraphicFramePr>
          <p:cNvPr id="7" name="Объект 6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51285255"/>
              </p:ext>
            </p:extLst>
          </p:nvPr>
        </p:nvGraphicFramePr>
        <p:xfrm>
          <a:off x="1096963" y="3998422"/>
          <a:ext cx="10058400" cy="187056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677276" y="3318296"/>
            <a:ext cx="247369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формирует базу инвертированных индексов (много потоков)</a:t>
            </a:r>
            <a:endParaRPr lang="ru-RU" dirty="0"/>
          </a:p>
        </p:txBody>
      </p:sp>
      <p:graphicFrame>
        <p:nvGraphicFramePr>
          <p:cNvPr id="9" name="Объект 6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703318879"/>
              </p:ext>
            </p:extLst>
          </p:nvPr>
        </p:nvGraphicFramePr>
        <p:xfrm>
          <a:off x="1096963" y="1846264"/>
          <a:ext cx="10058400" cy="189446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7" r:lo="rId8" r:qs="rId9" r:cs="rId10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78563" y="5670455"/>
            <a:ext cx="24736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формирует базу релевантности ответов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07882893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14.11.2025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10</a:t>
            </a:fld>
            <a:endParaRPr lang="ru-RU"/>
          </a:p>
        </p:txBody>
      </p:sp>
      <p:graphicFrame>
        <p:nvGraphicFramePr>
          <p:cNvPr id="7" name="Объект 6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953703098"/>
              </p:ext>
            </p:extLst>
          </p:nvPr>
        </p:nvGraphicFramePr>
        <p:xfrm>
          <a:off x="1096963" y="4289367"/>
          <a:ext cx="10058717" cy="157962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8" name="Стрелка вправо 7"/>
          <p:cNvSpPr/>
          <p:nvPr/>
        </p:nvSpPr>
        <p:spPr>
          <a:xfrm>
            <a:off x="8508989" y="4836861"/>
            <a:ext cx="978408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aphicFrame>
        <p:nvGraphicFramePr>
          <p:cNvPr id="10" name="Объект 6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511437134"/>
              </p:ext>
            </p:extLst>
          </p:nvPr>
        </p:nvGraphicFramePr>
        <p:xfrm>
          <a:off x="1103890" y="1921078"/>
          <a:ext cx="10058400" cy="166170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7" r:lo="rId8" r:qs="rId9" r:cs="rId10"/>
          </a:graphicData>
        </a:graphic>
      </p:graphicFrame>
      <p:pic>
        <p:nvPicPr>
          <p:cNvPr id="3" name="Рисунок 2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83107" y="3425898"/>
            <a:ext cx="2255989" cy="31907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042745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82D743-4282-4860-9AE2-FAD442C19B6D}" type="datetime1">
              <a:rPr lang="ru-RU" smtClean="0"/>
              <a:t>14.11.2025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2236023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097280" y="286604"/>
            <a:ext cx="10058400" cy="1076684"/>
          </a:xfrm>
        </p:spPr>
        <p:txBody>
          <a:bodyPr/>
          <a:lstStyle/>
          <a:p>
            <a:endParaRPr lang="ru-RU" dirty="0"/>
          </a:p>
        </p:txBody>
      </p:sp>
      <p:graphicFrame>
        <p:nvGraphicFramePr>
          <p:cNvPr id="10" name="Объект 9"/>
          <p:cNvGraphicFramePr>
            <a:graphicFrameLocks noGrp="1"/>
          </p:cNvGraphicFramePr>
          <p:nvPr>
            <p:ph sz="half" idx="1"/>
            <p:extLst>
              <p:ext uri="{D42A27DB-BD31-4B8C-83A1-F6EECF244321}">
                <p14:modId xmlns:p14="http://schemas.microsoft.com/office/powerpoint/2010/main" val="27511934"/>
              </p:ext>
            </p:extLst>
          </p:nvPr>
        </p:nvGraphicFramePr>
        <p:xfrm>
          <a:off x="1096963" y="1846263"/>
          <a:ext cx="4938712" cy="304993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13" name="Объект 12"/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616878084"/>
              </p:ext>
            </p:extLst>
          </p:nvPr>
        </p:nvGraphicFramePr>
        <p:xfrm>
          <a:off x="6218238" y="1846264"/>
          <a:ext cx="4937125" cy="287536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14.11.2025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411046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Библиотека </a:t>
            </a:r>
            <a:r>
              <a:rPr lang="en-US" dirty="0" smtClean="0"/>
              <a:t>kav_check</a:t>
            </a:r>
            <a:endParaRPr lang="ru-RU" dirty="0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5850B-FCCB-4950-8D75-8D81D52F3FBD}" type="datetime1">
              <a:rPr lang="ru-RU" smtClean="0"/>
              <a:t>14.11.2025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13</a:t>
            </a:fld>
            <a:endParaRPr lang="ru-RU"/>
          </a:p>
        </p:txBody>
      </p:sp>
      <p:graphicFrame>
        <p:nvGraphicFramePr>
          <p:cNvPr id="6" name="Схема 5"/>
          <p:cNvGraphicFramePr/>
          <p:nvPr>
            <p:extLst>
              <p:ext uri="{D42A27DB-BD31-4B8C-83A1-F6EECF244321}">
                <p14:modId xmlns:p14="http://schemas.microsoft.com/office/powerpoint/2010/main" val="2642172954"/>
              </p:ext>
            </p:extLst>
          </p:nvPr>
        </p:nvGraphicFramePr>
        <p:xfrm>
          <a:off x="2947595" y="1855694"/>
          <a:ext cx="8208085" cy="398717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5436511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735373"/>
          </a:xfrm>
        </p:spPr>
        <p:txBody>
          <a:bodyPr/>
          <a:lstStyle/>
          <a:p>
            <a:r>
              <a:rPr lang="ru-RU" dirty="0" smtClean="0"/>
              <a:t>Библиотека </a:t>
            </a:r>
            <a:r>
              <a:rPr lang="en-US" dirty="0" smtClean="0"/>
              <a:t>kav_logger</a:t>
            </a:r>
            <a:endParaRPr lang="ru-RU" dirty="0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5850B-FCCB-4950-8D75-8D81D52F3FBD}" type="datetime1">
              <a:rPr lang="ru-RU" smtClean="0"/>
              <a:t>14.11.2025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14</a:t>
            </a:fld>
            <a:endParaRPr lang="ru-RU"/>
          </a:p>
        </p:txBody>
      </p:sp>
      <p:graphicFrame>
        <p:nvGraphicFramePr>
          <p:cNvPr id="6" name="Схема 5"/>
          <p:cNvGraphicFramePr/>
          <p:nvPr>
            <p:extLst>
              <p:ext uri="{D42A27DB-BD31-4B8C-83A1-F6EECF244321}">
                <p14:modId xmlns:p14="http://schemas.microsoft.com/office/powerpoint/2010/main" val="1091872992"/>
              </p:ext>
            </p:extLst>
          </p:nvPr>
        </p:nvGraphicFramePr>
        <p:xfrm>
          <a:off x="3287222" y="1104599"/>
          <a:ext cx="7868458" cy="390144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1097280" y="4823012"/>
            <a:ext cx="6338047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Для вывода сообщений на консоль используется библиотека очереди сообщений </a:t>
            </a:r>
            <a:r>
              <a:rPr lang="ru-RU" dirty="0" smtClean="0">
                <a:hlinkClick r:id="rId7"/>
              </a:rPr>
              <a:t>boost/</a:t>
            </a:r>
            <a:r>
              <a:rPr lang="ru-RU" dirty="0" err="1" smtClean="0">
                <a:hlinkClick r:id="rId7"/>
              </a:rPr>
              <a:t>interprocess</a:t>
            </a:r>
            <a:r>
              <a:rPr lang="ru-RU" dirty="0" smtClean="0">
                <a:hlinkClick r:id="rId7"/>
              </a:rPr>
              <a:t>/</a:t>
            </a:r>
            <a:r>
              <a:rPr lang="ru-RU" dirty="0" err="1" smtClean="0">
                <a:hlinkClick r:id="rId7"/>
              </a:rPr>
              <a:t>ipc</a:t>
            </a:r>
            <a:r>
              <a:rPr lang="ru-RU" dirty="0" smtClean="0">
                <a:hlinkClick r:id="rId7"/>
              </a:rPr>
              <a:t>/</a:t>
            </a:r>
            <a:r>
              <a:rPr lang="ru-RU" dirty="0" err="1" smtClean="0">
                <a:hlinkClick r:id="rId7"/>
              </a:rPr>
              <a:t>message_queue</a:t>
            </a:r>
            <a:r>
              <a:rPr lang="ru-RU" dirty="0" smtClean="0"/>
              <a:t> для </a:t>
            </a:r>
            <a:r>
              <a:rPr lang="ru-RU" dirty="0"/>
              <a:t>межпроцессного обмена </a:t>
            </a:r>
            <a:r>
              <a:rPr lang="ru-RU" dirty="0" smtClean="0"/>
              <a:t>данными</a:t>
            </a:r>
            <a:r>
              <a:rPr lang="en-US" dirty="0" smtClean="0"/>
              <a:t>.</a:t>
            </a:r>
            <a:r>
              <a:rPr lang="ru-RU" dirty="0" smtClean="0"/>
              <a:t> Для этого используется вспомогательный класс </a:t>
            </a:r>
            <a:r>
              <a:rPr lang="en-US" b="1" dirty="0"/>
              <a:t>kav::</a:t>
            </a:r>
            <a:r>
              <a:rPr lang="en-US" b="1" dirty="0" smtClean="0"/>
              <a:t>MonitorSender</a:t>
            </a:r>
            <a:r>
              <a:rPr lang="ru-RU" b="1" dirty="0" smtClean="0"/>
              <a:t>.</a:t>
            </a:r>
            <a:endParaRPr lang="en-US" b="1" dirty="0"/>
          </a:p>
          <a:p>
            <a:endParaRPr lang="ru-RU" dirty="0"/>
          </a:p>
        </p:txBody>
      </p:sp>
      <p:sp>
        <p:nvSpPr>
          <p:cNvPr id="9" name="TextBox 8"/>
          <p:cNvSpPr txBox="1"/>
          <p:nvPr/>
        </p:nvSpPr>
        <p:spPr>
          <a:xfrm>
            <a:off x="1640541" y="2599765"/>
            <a:ext cx="1383712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Картинка </a:t>
            </a:r>
          </a:p>
          <a:p>
            <a:r>
              <a:rPr lang="ru-RU" dirty="0" smtClean="0"/>
              <a:t>Лог-файла и</a:t>
            </a:r>
          </a:p>
          <a:p>
            <a:r>
              <a:rPr lang="ru-RU" dirty="0" smtClean="0"/>
              <a:t>консоли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280832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1335855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1097280" y="3075709"/>
            <a:ext cx="10058400" cy="2520419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87F089-DB3A-44EC-8E6C-70C807261B64}" type="datetime1">
              <a:rPr lang="ru-RU" smtClean="0"/>
              <a:t>14.11.2025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312751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14.11.2025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16</a:t>
            </a:fld>
            <a:endParaRPr lang="ru-RU"/>
          </a:p>
        </p:txBody>
      </p:sp>
      <p:sp>
        <p:nvSpPr>
          <p:cNvPr id="9" name="Объект 8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0073088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Ретро">
  <a:themeElements>
    <a:clrScheme name="Ретро">
      <a:dk1>
        <a:sysClr val="windowText" lastClr="000000"/>
      </a:dk1>
      <a:lt1>
        <a:sysClr val="window" lastClr="FFFFFF"/>
      </a:lt1>
      <a:dk2>
        <a:srgbClr val="514949"/>
      </a:dk2>
      <a:lt2>
        <a:srgbClr val="E1E1DB"/>
      </a:lt2>
      <a:accent1>
        <a:srgbClr val="9DBFBE"/>
      </a:accent1>
      <a:accent2>
        <a:srgbClr val="DB8631"/>
      </a:accent2>
      <a:accent3>
        <a:srgbClr val="E3CC5A"/>
      </a:accent3>
      <a:accent4>
        <a:srgbClr val="ACADA8"/>
      </a:accent4>
      <a:accent5>
        <a:srgbClr val="927C61"/>
      </a:accent5>
      <a:accent6>
        <a:srgbClr val="B3B435"/>
      </a:accent6>
      <a:hlink>
        <a:srgbClr val="0000FF"/>
      </a:hlink>
      <a:folHlink>
        <a:srgbClr val="800080"/>
      </a:folHlink>
    </a:clrScheme>
    <a:fontScheme name="Ретро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Ретро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243AF7DC-D15B-41C0-AE81-23980D1B9FC4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3940</TotalTime>
  <Words>270</Words>
  <Application>Microsoft Office PowerPoint</Application>
  <PresentationFormat>Широкоэкранный</PresentationFormat>
  <Paragraphs>124</Paragraphs>
  <Slides>16</Slides>
  <Notes>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16</vt:i4>
      </vt:variant>
    </vt:vector>
  </HeadingPairs>
  <TitlesOfParts>
    <vt:vector size="19" baseType="lpstr">
      <vt:lpstr>Calibri</vt:lpstr>
      <vt:lpstr>Calibri Light</vt:lpstr>
      <vt:lpstr>Ретро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Библиотека kav_check</vt:lpstr>
      <vt:lpstr>Библиотека kav_logger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Казмирчук Александр Владимирович</dc:creator>
  <cp:lastModifiedBy>Казмирчук Александр Владимирович</cp:lastModifiedBy>
  <cp:revision>75</cp:revision>
  <dcterms:created xsi:type="dcterms:W3CDTF">2025-10-14T05:54:15Z</dcterms:created>
  <dcterms:modified xsi:type="dcterms:W3CDTF">2025-11-14T12:28:01Z</dcterms:modified>
</cp:coreProperties>
</file>
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4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82" r:id="rId13"/>
    <p:sldId id="264" r:id="rId14"/>
    <p:sldId id="266" r:id="rId15"/>
    <p:sldId id="268" r:id="rId16"/>
    <p:sldId id="279" r:id="rId17"/>
    <p:sldId id="280" r:id="rId18"/>
    <p:sldId id="281" r:id="rId19"/>
    <p:sldId id="259" r:id="rId20"/>
    <p:sldId id="269" r:id="rId21"/>
    <p:sldId id="271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9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318"/>
      </p:cViewPr>
      <p:guideLst>
        <p:guide orient="horz" pos="2160"/>
        <p:guide pos="3840"/>
        <p:guide pos="3940"/>
        <p:guide orient="horz" pos="22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8247728"/>
        <c:axId val="408248904"/>
      </c:barChart>
      <c:catAx>
        <c:axId val="408247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248904"/>
        <c:crosses val="autoZero"/>
        <c:auto val="1"/>
        <c:lblAlgn val="ctr"/>
        <c:lblOffset val="100"/>
        <c:noMultiLvlLbl val="0"/>
      </c:catAx>
      <c:valAx>
        <c:axId val="4082489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247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8241456"/>
        <c:axId val="316984816"/>
      </c:barChart>
      <c:catAx>
        <c:axId val="4082414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6984816"/>
        <c:crosses val="autoZero"/>
        <c:auto val="1"/>
        <c:lblAlgn val="ctr"/>
        <c:lblOffset val="100"/>
        <c:noMultiLvlLbl val="0"/>
      </c:catAx>
      <c:valAx>
        <c:axId val="316984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2414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341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Функции библиотеки</a:t>
          </a:r>
          <a:endParaRPr lang="ru-RU" sz="2800" kern="1200" dirty="0"/>
        </a:p>
      </dsp:txBody>
      <dsp:txXfrm>
        <a:off x="32784" y="36201"/>
        <a:ext cx="8142517" cy="606012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8208085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8208085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Проверка при работе с файлами</a:t>
          </a:r>
          <a:endParaRPr lang="ru-RU" sz="2800" kern="1200" dirty="0"/>
        </a:p>
      </dsp:txBody>
      <dsp:txXfrm>
        <a:off x="32784" y="2214741"/>
        <a:ext cx="8142517" cy="606012"/>
      </dsp:txXfrm>
    </dsp:sp>
    <dsp:sp modelId="{657A1B8A-9783-4C29-9201-29A02D448FA4}">
      <dsp:nvSpPr>
        <dsp:cNvPr id="0" name=""/>
        <dsp:cNvSpPr/>
      </dsp:nvSpPr>
      <dsp:spPr>
        <a:xfrm>
          <a:off x="0" y="2853537"/>
          <a:ext cx="820808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53537"/>
        <a:ext cx="8208085" cy="11302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868458" cy="6475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700" kern="1200" dirty="0" smtClean="0"/>
            <a:t>Функции библиотеки</a:t>
          </a:r>
          <a:endParaRPr lang="ru-RU" sz="2700" kern="1200" dirty="0"/>
        </a:p>
      </dsp:txBody>
      <dsp:txXfrm>
        <a:off x="31613" y="31613"/>
        <a:ext cx="7805232" cy="584369"/>
      </dsp:txXfrm>
    </dsp:sp>
    <dsp:sp modelId="{F2725D4B-59A7-40CF-AA8E-A27EC37530B2}">
      <dsp:nvSpPr>
        <dsp:cNvPr id="0" name=""/>
        <dsp:cNvSpPr/>
      </dsp:nvSpPr>
      <dsp:spPr>
        <a:xfrm>
          <a:off x="0" y="665250"/>
          <a:ext cx="7868458" cy="447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Предоставляет 5 уровней логирования</a:t>
          </a:r>
          <a:endParaRPr lang="ru-RU" sz="2100" kern="1200" dirty="0"/>
        </a:p>
      </dsp:txBody>
      <dsp:txXfrm>
        <a:off x="0" y="665250"/>
        <a:ext cx="7868458" cy="447120"/>
      </dsp:txXfrm>
    </dsp:sp>
    <dsp:sp modelId="{6C5C9815-44A2-4551-A509-FE6F0947C3DB}">
      <dsp:nvSpPr>
        <dsp:cNvPr id="0" name=""/>
        <dsp:cNvSpPr/>
      </dsp:nvSpPr>
      <dsp:spPr>
        <a:xfrm>
          <a:off x="0" y="1112370"/>
          <a:ext cx="7868458" cy="6475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700" kern="1200" dirty="0" smtClean="0"/>
            <a:t>Внутренние функции</a:t>
          </a:r>
          <a:endParaRPr lang="ru-RU" sz="2700" kern="1200" dirty="0"/>
        </a:p>
      </dsp:txBody>
      <dsp:txXfrm>
        <a:off x="31613" y="1143983"/>
        <a:ext cx="7805232" cy="584369"/>
      </dsp:txXfrm>
    </dsp:sp>
    <dsp:sp modelId="{84271FDF-D644-48A5-8BBB-391AF85E26F5}">
      <dsp:nvSpPr>
        <dsp:cNvPr id="0" name=""/>
        <dsp:cNvSpPr/>
      </dsp:nvSpPr>
      <dsp:spPr>
        <a:xfrm>
          <a:off x="0" y="1759965"/>
          <a:ext cx="7868458" cy="21238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Записывает сообщения в лог-файлы в другом потоке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Выводит события в консоль в другом потоке и в другом процессе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Регулирует интервал времени использования файла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Регулирует интервал времени хранения файла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100" kern="1200" dirty="0"/>
        </a:p>
      </dsp:txBody>
      <dsp:txXfrm>
        <a:off x="0" y="1759965"/>
        <a:ext cx="7868458" cy="2123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23.11.2025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23.11.2025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23.11.2025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image" Target="../media/image43.pn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6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6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59.png"/><Relationship Id="rId7" Type="http://schemas.openxmlformats.org/officeDocument/2006/relationships/image" Target="../media/image67.png"/><Relationship Id="rId12" Type="http://schemas.openxmlformats.org/officeDocument/2006/relationships/image" Target="../media/image7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62.png"/><Relationship Id="rId5" Type="http://schemas.openxmlformats.org/officeDocument/2006/relationships/image" Target="../media/image71.png"/><Relationship Id="rId10" Type="http://schemas.openxmlformats.org/officeDocument/2006/relationships/image" Target="../media/image63.png"/><Relationship Id="rId4" Type="http://schemas.openxmlformats.org/officeDocument/2006/relationships/image" Target="../media/image70.png"/><Relationship Id="rId9" Type="http://schemas.openxmlformats.org/officeDocument/2006/relationships/image" Target="../media/image7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7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76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78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8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89.png"/><Relationship Id="rId5" Type="http://schemas.openxmlformats.org/officeDocument/2006/relationships/diagramColors" Target="../diagrams/colors6.xml"/><Relationship Id="rId10" Type="http://schemas.openxmlformats.org/officeDocument/2006/relationships/image" Target="../media/image88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8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46" y="2193706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23.11.2025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23.11.2025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23.11.2025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7743" y="2354276"/>
            <a:ext cx="994302" cy="703006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978" y="2809364"/>
            <a:ext cx="1036021" cy="73250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5728" y="4424516"/>
            <a:ext cx="543263" cy="76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23.11.2025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7475</TotalTime>
  <Words>729</Words>
  <Application>Microsoft Office PowerPoint</Application>
  <PresentationFormat>Широкоэкранный</PresentationFormat>
  <Paragraphs>307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234</cp:revision>
  <dcterms:created xsi:type="dcterms:W3CDTF">2025-10-14T05:54:15Z</dcterms:created>
  <dcterms:modified xsi:type="dcterms:W3CDTF">2025-11-23T17:56:10Z</dcterms:modified>
</cp:coreProperties>
</file>
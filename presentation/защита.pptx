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1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64" r:id="rId13"/>
    <p:sldId id="266" r:id="rId14"/>
    <p:sldId id="268" r:id="rId15"/>
    <p:sldId id="279" r:id="rId16"/>
    <p:sldId id="259" r:id="rId17"/>
    <p:sldId id="269" r:id="rId18"/>
    <p:sldId id="271" r:id="rId19"/>
    <p:sldId id="272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-48" y="3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97997440"/>
        <c:axId val="397996264"/>
      </c:barChart>
      <c:catAx>
        <c:axId val="397997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7996264"/>
        <c:crosses val="autoZero"/>
        <c:auto val="1"/>
        <c:lblAlgn val="ctr"/>
        <c:lblOffset val="100"/>
        <c:noMultiLvlLbl val="0"/>
      </c:catAx>
      <c:valAx>
        <c:axId val="3979962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7997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98000184"/>
        <c:axId val="397996656"/>
      </c:barChart>
      <c:catAx>
        <c:axId val="398000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7996656"/>
        <c:crosses val="autoZero"/>
        <c:auto val="1"/>
        <c:lblAlgn val="ctr"/>
        <c:lblOffset val="100"/>
        <c:noMultiLvlLbl val="0"/>
      </c:catAx>
      <c:valAx>
        <c:axId val="3979966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0001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/>
        <a:lstStyle/>
        <a:p>
          <a:r>
            <a:rPr lang="en-US" sz="4000" b="1" dirty="0" smtClean="0"/>
            <a:t>Search</a:t>
          </a:r>
          <a:endParaRPr lang="ru-RU" sz="4000" b="1" dirty="0" smtClean="0"/>
        </a:p>
        <a:p>
          <a:r>
            <a:rPr lang="en-US" sz="4000" b="1" dirty="0" smtClean="0"/>
            <a:t>Engine</a:t>
          </a:r>
          <a:endParaRPr lang="ru-RU" sz="40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/>
        <a:lstStyle/>
        <a:p>
          <a:r>
            <a:rPr lang="en-US" sz="2000" b="1" dirty="0" smtClean="0"/>
            <a:t>Converter</a:t>
          </a:r>
          <a:endParaRPr lang="ru-RU" sz="2000" b="1" dirty="0" smtClean="0"/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/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/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/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/>
        <a:lstStyle/>
        <a:p>
          <a:r>
            <a:rPr lang="en-US" sz="2000" b="1" dirty="0" smtClean="0"/>
            <a:t>Inverted</a:t>
          </a:r>
          <a:endParaRPr lang="ru-RU" sz="2000" b="1" dirty="0" smtClean="0"/>
        </a:p>
        <a:p>
          <a:r>
            <a:rPr lang="en-US" sz="2000" b="1" dirty="0" smtClean="0"/>
            <a:t>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/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/>
        <a:lstStyle/>
        <a:p>
          <a:r>
            <a:rPr lang="en-US" sz="2000" b="1" dirty="0" smtClean="0"/>
            <a:t>Relevant</a:t>
          </a:r>
          <a:endParaRPr lang="ru-RU" sz="2000" b="1" dirty="0" smtClean="0"/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/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/>
        <a:lstStyle/>
        <a:p>
          <a:r>
            <a:rPr lang="en-US" sz="2000" b="1" dirty="0" smtClean="0"/>
            <a:t>Dispatcher</a:t>
          </a:r>
          <a:endParaRPr lang="ru-RU" sz="2000" b="1" dirty="0" smtClean="0"/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/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F6FE085-77EF-4A9A-B8EE-81CB77FA60C6}">
      <dgm:prSet custT="1"/>
      <dgm:spPr/>
      <dgm:t>
        <a:bodyPr/>
        <a:lstStyle/>
        <a:p>
          <a:r>
            <a:rPr lang="en-US" sz="2000" b="1" dirty="0" smtClean="0"/>
            <a:t>Logger</a:t>
          </a:r>
          <a:endParaRPr lang="ru-RU" sz="2000" b="1" dirty="0"/>
        </a:p>
      </dgm:t>
    </dgm:pt>
    <dgm:pt modelId="{65BAC1C3-4AF8-400A-B2AD-520DF168D1DC}" type="parTrans" cxnId="{2196BA26-E904-44ED-92F9-D92EEF748395}">
      <dgm:prSet/>
      <dgm:spPr/>
      <dgm:t>
        <a:bodyPr/>
        <a:lstStyle/>
        <a:p>
          <a:endParaRPr lang="ru-RU"/>
        </a:p>
      </dgm:t>
    </dgm:pt>
    <dgm:pt modelId="{A854EC9A-F014-45A6-94BF-B4109F6DF2D1}" type="sibTrans" cxnId="{2196BA26-E904-44ED-92F9-D92EEF748395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8" custScaleX="178024" custScaleY="178024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7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8" custScaleX="177138" custScaleY="177138" custRadScaleRad="271822" custRadScaleInc="-28424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7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8" custScaleX="177138" custScaleY="177138" custRadScaleRad="270700" custRadScaleInc="2125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7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8" custScaleX="177138" custScaleY="177138" custRadScaleRad="151361" custRadScaleInc="-62941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7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8" custScaleX="177138" custScaleY="177138" custRadScaleRad="150700" custRadScaleInc="-36595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7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8" custScaleX="177138" custScaleY="177138" custRadScaleRad="74931" custRadScaleInc="60002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7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8" custScaleX="177138" custScaleY="177138" custRadScaleRad="270670" custRadScaleInc="68750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1F46467-E6A0-42C5-A15B-7AE11A75F7C2}" type="pres">
      <dgm:prSet presAssocID="{65BAC1C3-4AF8-400A-B2AD-520DF168D1DC}" presName="Name56" presStyleLbl="parChTrans1D2" presStyleIdx="6" presStyleCnt="7"/>
      <dgm:spPr/>
    </dgm:pt>
    <dgm:pt modelId="{E52EBD27-2BBA-443B-88B4-D24ED2FDCF9F}" type="pres">
      <dgm:prSet presAssocID="{4F6FE085-77EF-4A9A-B8EE-81CB77FA60C6}" presName="text0" presStyleLbl="node1" presStyleIdx="7" presStyleCnt="8" custScaleX="177138" custScaleY="177138" custRadScaleRad="270460" custRadScaleInc="-21195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2196BA26-E904-44ED-92F9-D92EEF748395}" srcId="{854A1BCD-286B-4DA3-949B-D8FB85C0D014}" destId="{4F6FE085-77EF-4A9A-B8EE-81CB77FA60C6}" srcOrd="6" destOrd="0" parTransId="{65BAC1C3-4AF8-400A-B2AD-520DF168D1DC}" sibTransId="{A854EC9A-F014-45A6-94BF-B4109F6DF2D1}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7192C2DF-6266-47B6-BC29-DFD1E4CC8357}" type="presOf" srcId="{65BAC1C3-4AF8-400A-B2AD-520DF168D1DC}" destId="{31F46467-E6A0-42C5-A15B-7AE11A75F7C2}" srcOrd="0" destOrd="0" presId="urn:microsoft.com/office/officeart/2008/layout/RadialCluster"/>
    <dgm:cxn modelId="{046BDCA5-24BC-4615-9136-FC27FD57F028}" type="presOf" srcId="{4F6FE085-77EF-4A9A-B8EE-81CB77FA60C6}" destId="{E52EBD27-2BBA-443B-88B4-D24ED2FDCF9F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  <dgm:cxn modelId="{E2154B86-F6B5-42D8-BA2D-44383FD5CF3B}" type="presParOf" srcId="{5E52D266-CB75-4768-8AAD-3E1F25AADB5A}" destId="{31F46467-E6A0-42C5-A15B-7AE11A75F7C2}" srcOrd="13" destOrd="0" presId="urn:microsoft.com/office/officeart/2008/layout/RadialCluster"/>
    <dgm:cxn modelId="{ABBCF2C9-EFD4-466D-AE23-B1B1821030AC}" type="presParOf" srcId="{5E52D266-CB75-4768-8AAD-3E1F25AADB5A}" destId="{E52EBD27-2BBA-443B-88B4-D24ED2FDCF9F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3946821" y="1884398"/>
          <a:ext cx="2159999" cy="2159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0" tIns="101600" rIns="101600" bIns="1016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b="1" kern="1200" dirty="0" smtClean="0"/>
            <a:t>Search</a:t>
          </a:r>
          <a:endParaRPr lang="ru-RU" sz="4000" b="1" kern="1200" dirty="0" smtClean="0"/>
        </a:p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b="1" kern="1200" dirty="0" smtClean="0"/>
            <a:t>Engine</a:t>
          </a:r>
          <a:endParaRPr lang="ru-RU" sz="4000" b="1" kern="1200" dirty="0"/>
        </a:p>
      </dsp:txBody>
      <dsp:txXfrm>
        <a:off x="4052263" y="1989840"/>
        <a:ext cx="1949115" cy="1949115"/>
      </dsp:txXfrm>
    </dsp:sp>
    <dsp:sp modelId="{667DE06D-C223-4C57-8F2C-DDC107791A47}">
      <dsp:nvSpPr>
        <dsp:cNvPr id="0" name=""/>
        <dsp:cNvSpPr/>
      </dsp:nvSpPr>
      <dsp:spPr>
        <a:xfrm rot="12404465">
          <a:off x="1289895" y="1788718"/>
          <a:ext cx="280703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807032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6" y="74426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  <a:endParaRPr lang="ru-RU" sz="2000" b="1" kern="1200" dirty="0" smtClean="0"/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70301" y="144721"/>
        <a:ext cx="1299407" cy="1299407"/>
      </dsp:txXfrm>
    </dsp:sp>
    <dsp:sp modelId="{65390B38-AF76-4E62-872B-309581DF08C7}">
      <dsp:nvSpPr>
        <dsp:cNvPr id="0" name=""/>
        <dsp:cNvSpPr/>
      </dsp:nvSpPr>
      <dsp:spPr>
        <a:xfrm rot="286396">
          <a:off x="6102451" y="3159429"/>
          <a:ext cx="2520004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0004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618085" y="2604400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  <a:endParaRPr lang="ru-RU" sz="2000" b="1" kern="1200" dirty="0" smtClean="0"/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688380" y="2674695"/>
        <a:ext cx="1299407" cy="1299407"/>
      </dsp:txXfrm>
    </dsp:sp>
    <dsp:sp modelId="{8F086A69-6FE7-48AB-8D4E-831F6AAADB3F}">
      <dsp:nvSpPr>
        <dsp:cNvPr id="0" name=""/>
        <dsp:cNvSpPr/>
      </dsp:nvSpPr>
      <dsp:spPr>
        <a:xfrm rot="13503873">
          <a:off x="3524921" y="1708354"/>
          <a:ext cx="49736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497366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2159580" y="92313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229875" y="162608"/>
        <a:ext cx="1299407" cy="1299407"/>
      </dsp:txXfrm>
    </dsp:sp>
    <dsp:sp modelId="{1503B29C-C796-4217-A6E0-D8D0E4C12287}">
      <dsp:nvSpPr>
        <dsp:cNvPr id="0" name=""/>
        <dsp:cNvSpPr/>
      </dsp:nvSpPr>
      <dsp:spPr>
        <a:xfrm rot="18953870">
          <a:off x="6034474" y="1739121"/>
          <a:ext cx="51327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513276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475404" y="142738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545699" y="213033"/>
        <a:ext cx="1299407" cy="1299407"/>
      </dsp:txXfrm>
    </dsp:sp>
    <dsp:sp modelId="{B23D5C2B-B6D2-4298-9DAF-A69442F1C2D7}">
      <dsp:nvSpPr>
        <dsp:cNvPr id="0" name=""/>
        <dsp:cNvSpPr/>
      </dsp:nvSpPr>
      <dsp:spPr>
        <a:xfrm rot="16203896">
          <a:off x="4877384" y="1733567"/>
          <a:ext cx="30166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01662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309204" y="142738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</a:t>
          </a:r>
          <a:endParaRPr lang="ru-RU" sz="2000" b="1" kern="1200" dirty="0" smtClean="0"/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Index </a:t>
          </a:r>
          <a:endParaRPr lang="ru-RU" sz="2000" b="1" kern="1200" dirty="0"/>
        </a:p>
      </dsp:txBody>
      <dsp:txXfrm>
        <a:off x="4379499" y="213033"/>
        <a:ext cx="1299407" cy="1299407"/>
      </dsp:txXfrm>
    </dsp:sp>
    <dsp:sp modelId="{645660FC-29F0-4ECD-9736-2F09D9960928}">
      <dsp:nvSpPr>
        <dsp:cNvPr id="0" name=""/>
        <dsp:cNvSpPr/>
      </dsp:nvSpPr>
      <dsp:spPr>
        <a:xfrm rot="20040697">
          <a:off x="5965572" y="1825820"/>
          <a:ext cx="2793761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793761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618085" y="142737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  <a:endParaRPr lang="ru-RU" sz="2000" b="1" kern="1200" dirty="0" smtClean="0"/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688380" y="213032"/>
        <a:ext cx="1299407" cy="1299407"/>
      </dsp:txXfrm>
    </dsp:sp>
    <dsp:sp modelId="{31F46467-E6A0-42C5-A15B-7AE11A75F7C2}">
      <dsp:nvSpPr>
        <dsp:cNvPr id="0" name=""/>
        <dsp:cNvSpPr/>
      </dsp:nvSpPr>
      <dsp:spPr>
        <a:xfrm rot="10513310">
          <a:off x="1435632" y="3159444"/>
          <a:ext cx="251555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15559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2EBD27-2BBA-443B-88B4-D24ED2FDCF9F}">
      <dsp:nvSpPr>
        <dsp:cNvPr id="0" name=""/>
        <dsp:cNvSpPr/>
      </dsp:nvSpPr>
      <dsp:spPr>
        <a:xfrm>
          <a:off x="6" y="2604400"/>
          <a:ext cx="1439997" cy="143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Logger</a:t>
          </a:r>
          <a:endParaRPr lang="ru-RU" sz="2000" b="1" kern="1200" dirty="0"/>
        </a:p>
      </dsp:txBody>
      <dsp:txXfrm>
        <a:off x="70301" y="2674695"/>
        <a:ext cx="1299407" cy="12994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653206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список путей файлов документов</a:t>
          </a:r>
          <a:endParaRPr lang="ru-RU" sz="1600" kern="1200" dirty="0"/>
        </a:p>
      </dsp:txBody>
      <dsp:txXfrm>
        <a:off x="1301501" y="445228"/>
        <a:ext cx="1264175" cy="1586736"/>
      </dsp:txXfrm>
    </dsp:sp>
    <dsp:sp modelId="{E644A287-01BC-4CF5-B466-30846E7BBA7F}">
      <dsp:nvSpPr>
        <dsp:cNvPr id="0" name=""/>
        <dsp:cNvSpPr/>
      </dsp:nvSpPr>
      <dsp:spPr>
        <a:xfrm>
          <a:off x="491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Converter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JSON</a:t>
          </a:r>
          <a:endParaRPr lang="ru-RU" sz="1900" kern="1200" dirty="0"/>
        </a:p>
      </dsp:txBody>
      <dsp:txXfrm>
        <a:off x="68205" y="653595"/>
        <a:ext cx="1170002" cy="1170002"/>
      </dsp:txXfrm>
    </dsp:sp>
    <dsp:sp modelId="{1FA1B9C7-0E34-4A44-A18B-216DF888F0C5}">
      <dsp:nvSpPr>
        <dsp:cNvPr id="0" name=""/>
        <dsp:cNvSpPr/>
      </dsp:nvSpPr>
      <dsp:spPr>
        <a:xfrm>
          <a:off x="405675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прочитанные документы</a:t>
          </a:r>
          <a:endParaRPr lang="ru-RU" sz="1600" kern="1200" dirty="0"/>
        </a:p>
      </dsp:txBody>
      <dsp:txXfrm>
        <a:off x="4705052" y="445228"/>
        <a:ext cx="1264175" cy="1586736"/>
      </dsp:txXfrm>
    </dsp:sp>
    <dsp:sp modelId="{0A88A3E8-7701-48D6-969C-59DBA88CA534}">
      <dsp:nvSpPr>
        <dsp:cNvPr id="0" name=""/>
        <dsp:cNvSpPr/>
      </dsp:nvSpPr>
      <dsp:spPr>
        <a:xfrm>
          <a:off x="340846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Dispatcher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Operations</a:t>
          </a:r>
          <a:endParaRPr lang="ru-RU" sz="1900" kern="1200" dirty="0"/>
        </a:p>
      </dsp:txBody>
      <dsp:txXfrm>
        <a:off x="3471755" y="653595"/>
        <a:ext cx="1170002" cy="1170002"/>
      </dsp:txXfrm>
    </dsp:sp>
    <dsp:sp modelId="{DD91B7DA-3D09-40A2-870E-D63ED550DC00}">
      <dsp:nvSpPr>
        <dsp:cNvPr id="0" name=""/>
        <dsp:cNvSpPr/>
      </dsp:nvSpPr>
      <dsp:spPr>
        <a:xfrm>
          <a:off x="746030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базу документов</a:t>
          </a:r>
          <a:endParaRPr lang="ru-RU" sz="1600" kern="1200" dirty="0"/>
        </a:p>
      </dsp:txBody>
      <dsp:txXfrm>
        <a:off x="8108602" y="445228"/>
        <a:ext cx="1264175" cy="1586736"/>
      </dsp:txXfrm>
    </dsp:sp>
    <dsp:sp modelId="{18B87B03-25AC-4DAC-8711-93139D44A946}">
      <dsp:nvSpPr>
        <dsp:cNvPr id="0" name=""/>
        <dsp:cNvSpPr/>
      </dsp:nvSpPr>
      <dsp:spPr>
        <a:xfrm>
          <a:off x="6812012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Documents</a:t>
          </a:r>
          <a:endParaRPr lang="ru-RU" sz="1900" kern="1200" dirty="0"/>
        </a:p>
      </dsp:txBody>
      <dsp:txXfrm>
        <a:off x="6875306" y="653595"/>
        <a:ext cx="1170002" cy="1170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804648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запросы</a:t>
          </a:r>
          <a:endParaRPr lang="ru-RU" sz="1900" kern="1200" dirty="0"/>
        </a:p>
      </dsp:txBody>
      <dsp:txXfrm>
        <a:off x="3330121" y="275598"/>
        <a:ext cx="1024671" cy="1286121"/>
      </dsp:txXfrm>
    </dsp:sp>
    <dsp:sp modelId="{E644A287-01BC-4CF5-B466-30846E7BBA7F}">
      <dsp:nvSpPr>
        <dsp:cNvPr id="0" name=""/>
        <dsp:cNvSpPr/>
      </dsp:nvSpPr>
      <dsp:spPr>
        <a:xfrm>
          <a:off x="2279176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Converter</a:t>
          </a:r>
          <a:endParaRPr lang="ru-RU" sz="1800" kern="1200" dirty="0" smtClean="0"/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JSON</a:t>
          </a:r>
          <a:endParaRPr lang="ru-RU" sz="1800" kern="1200" dirty="0"/>
        </a:p>
      </dsp:txBody>
      <dsp:txXfrm>
        <a:off x="2330479" y="444488"/>
        <a:ext cx="948339" cy="948339"/>
      </dsp:txXfrm>
    </dsp:sp>
    <dsp:sp modelId="{1FA1B9C7-0E34-4A44-A18B-216DF888F0C5}">
      <dsp:nvSpPr>
        <dsp:cNvPr id="0" name=""/>
        <dsp:cNvSpPr/>
      </dsp:nvSpPr>
      <dsp:spPr>
        <a:xfrm>
          <a:off x="5677333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ссылка на базу запросов</a:t>
          </a:r>
          <a:endParaRPr lang="ru-RU" sz="1900" kern="1200" dirty="0"/>
        </a:p>
      </dsp:txBody>
      <dsp:txXfrm>
        <a:off x="6202805" y="275598"/>
        <a:ext cx="1024671" cy="1286121"/>
      </dsp:txXfrm>
    </dsp:sp>
    <dsp:sp modelId="{0A88A3E8-7701-48D6-969C-59DBA88CA534}">
      <dsp:nvSpPr>
        <dsp:cNvPr id="0" name=""/>
        <dsp:cNvSpPr/>
      </dsp:nvSpPr>
      <dsp:spPr>
        <a:xfrm>
          <a:off x="5151860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Requests</a:t>
          </a:r>
          <a:endParaRPr lang="ru-RU" sz="1800" kern="1200" dirty="0"/>
        </a:p>
      </dsp:txBody>
      <dsp:txXfrm>
        <a:off x="5203163" y="444488"/>
        <a:ext cx="948339" cy="9483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6661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рассчитать релевантность ответов</a:t>
          </a:r>
          <a:endParaRPr lang="ru-RU" sz="1200" kern="1200" dirty="0"/>
        </a:p>
      </dsp:txBody>
      <dsp:txXfrm>
        <a:off x="3301593" y="280585"/>
        <a:ext cx="1043214" cy="1309396"/>
      </dsp:txXfrm>
    </dsp:sp>
    <dsp:sp modelId="{E644A287-01BC-4CF5-B466-30846E7BBA7F}">
      <dsp:nvSpPr>
        <dsp:cNvPr id="0" name=""/>
        <dsp:cNvSpPr/>
      </dsp:nvSpPr>
      <dsp:spPr>
        <a:xfrm>
          <a:off x="223163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Search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Engine</a:t>
          </a:r>
          <a:endParaRPr lang="ru-RU" sz="1400" kern="1200" dirty="0"/>
        </a:p>
      </dsp:txBody>
      <dsp:txXfrm>
        <a:off x="2388322" y="556993"/>
        <a:ext cx="756579" cy="756579"/>
      </dsp:txXfrm>
    </dsp:sp>
    <dsp:sp modelId="{1FA1B9C7-0E34-4A44-A18B-216DF888F0C5}">
      <dsp:nvSpPr>
        <dsp:cNvPr id="0" name=""/>
        <dsp:cNvSpPr/>
      </dsp:nvSpPr>
      <dsp:spPr>
        <a:xfrm>
          <a:off x="568684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ссылка на базу релевантности ответов</a:t>
          </a:r>
          <a:endParaRPr lang="ru-RU" sz="1200" kern="1200" dirty="0"/>
        </a:p>
      </dsp:txBody>
      <dsp:txXfrm>
        <a:off x="6221824" y="280585"/>
        <a:ext cx="1043214" cy="1309396"/>
      </dsp:txXfrm>
    </dsp:sp>
    <dsp:sp modelId="{0A88A3E8-7701-48D6-969C-59DBA88CA534}">
      <dsp:nvSpPr>
        <dsp:cNvPr id="0" name=""/>
        <dsp:cNvSpPr/>
      </dsp:nvSpPr>
      <dsp:spPr>
        <a:xfrm>
          <a:off x="515186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Relevant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Response</a:t>
          </a:r>
          <a:endParaRPr lang="ru-RU" sz="1400" kern="1200" dirty="0"/>
        </a:p>
      </dsp:txBody>
      <dsp:txXfrm>
        <a:off x="5308552" y="556993"/>
        <a:ext cx="756579" cy="7565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39272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обновить базу инвертированных индексов</a:t>
          </a:r>
          <a:endParaRPr lang="ru-RU" sz="1000" kern="1200" dirty="0"/>
        </a:p>
      </dsp:txBody>
      <dsp:txXfrm>
        <a:off x="3281089" y="284170"/>
        <a:ext cx="1056543" cy="1326124"/>
      </dsp:txXfrm>
    </dsp:sp>
    <dsp:sp modelId="{E644A287-01BC-4CF5-B466-30846E7BBA7F}">
      <dsp:nvSpPr>
        <dsp:cNvPr id="0" name=""/>
        <dsp:cNvSpPr/>
      </dsp:nvSpPr>
      <dsp:spPr>
        <a:xfrm>
          <a:off x="2197456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Search</a:t>
          </a:r>
          <a:endParaRPr lang="ru-RU" sz="1700" kern="1200" dirty="0" smtClean="0"/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Engine</a:t>
          </a:r>
          <a:endParaRPr lang="ru-RU" sz="1700" kern="1200" dirty="0"/>
        </a:p>
      </dsp:txBody>
      <dsp:txXfrm>
        <a:off x="2356150" y="564109"/>
        <a:ext cx="766245" cy="766245"/>
      </dsp:txXfrm>
    </dsp:sp>
    <dsp:sp modelId="{1FA1B9C7-0E34-4A44-A18B-216DF888F0C5}">
      <dsp:nvSpPr>
        <dsp:cNvPr id="0" name=""/>
        <dsp:cNvSpPr/>
      </dsp:nvSpPr>
      <dsp:spPr>
        <a:xfrm>
          <a:off x="5693677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ссылка на базу инвертированных индексов</a:t>
          </a:r>
          <a:endParaRPr lang="ru-RU" sz="1000" kern="1200" dirty="0"/>
        </a:p>
      </dsp:txBody>
      <dsp:txXfrm>
        <a:off x="6235493" y="284170"/>
        <a:ext cx="1056543" cy="1326124"/>
      </dsp:txXfrm>
    </dsp:sp>
    <dsp:sp modelId="{0A88A3E8-7701-48D6-969C-59DBA88CA534}">
      <dsp:nvSpPr>
        <dsp:cNvPr id="0" name=""/>
        <dsp:cNvSpPr/>
      </dsp:nvSpPr>
      <dsp:spPr>
        <a:xfrm>
          <a:off x="5151860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Inverted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Index</a:t>
          </a:r>
          <a:endParaRPr lang="ru-RU" sz="1700" kern="1200" dirty="0"/>
        </a:p>
      </dsp:txBody>
      <dsp:txXfrm>
        <a:off x="5310554" y="564109"/>
        <a:ext cx="766245" cy="76624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1930764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получить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2382535" y="236943"/>
        <a:ext cx="880954" cy="1105735"/>
      </dsp:txXfrm>
    </dsp:sp>
    <dsp:sp modelId="{E644A287-01BC-4CF5-B466-30846E7BBA7F}">
      <dsp:nvSpPr>
        <dsp:cNvPr id="0" name=""/>
        <dsp:cNvSpPr/>
      </dsp:nvSpPr>
      <dsp:spPr>
        <a:xfrm>
          <a:off x="1478992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Search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Engine</a:t>
          </a:r>
          <a:endParaRPr lang="ru-RU" sz="1100" kern="1200" dirty="0"/>
        </a:p>
      </dsp:txBody>
      <dsp:txXfrm>
        <a:off x="1611313" y="470359"/>
        <a:ext cx="638901" cy="638901"/>
      </dsp:txXfrm>
    </dsp:sp>
    <dsp:sp modelId="{1FA1B9C7-0E34-4A44-A18B-216DF888F0C5}">
      <dsp:nvSpPr>
        <dsp:cNvPr id="0" name=""/>
        <dsp:cNvSpPr/>
      </dsp:nvSpPr>
      <dsp:spPr>
        <a:xfrm>
          <a:off x="4351701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4803472" y="236943"/>
        <a:ext cx="880954" cy="1105735"/>
      </dsp:txXfrm>
    </dsp:sp>
    <dsp:sp modelId="{0A88A3E8-7701-48D6-969C-59DBA88CA534}">
      <dsp:nvSpPr>
        <dsp:cNvPr id="0" name=""/>
        <dsp:cNvSpPr/>
      </dsp:nvSpPr>
      <dsp:spPr>
        <a:xfrm>
          <a:off x="3899929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Converter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JSON</a:t>
          </a:r>
          <a:endParaRPr lang="ru-RU" sz="1100" kern="1200" dirty="0"/>
        </a:p>
      </dsp:txBody>
      <dsp:txXfrm>
        <a:off x="4032250" y="470359"/>
        <a:ext cx="638901" cy="638901"/>
      </dsp:txXfrm>
    </dsp:sp>
    <dsp:sp modelId="{DD91B7DA-3D09-40A2-870E-D63ED550DC00}">
      <dsp:nvSpPr>
        <dsp:cNvPr id="0" name=""/>
        <dsp:cNvSpPr/>
      </dsp:nvSpPr>
      <dsp:spPr>
        <a:xfrm>
          <a:off x="6846837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bg2"/>
        </a:solidFill>
        <a:ln w="15875" cap="flat" cmpd="sng" algn="ctr">
          <a:solidFill>
            <a:schemeClr val="bg2"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B87B03-25AC-4DAC-8711-93139D44A946}">
      <dsp:nvSpPr>
        <dsp:cNvPr id="0" name=""/>
        <dsp:cNvSpPr/>
      </dsp:nvSpPr>
      <dsp:spPr>
        <a:xfrm>
          <a:off x="6320866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Dispatcher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Operation</a:t>
          </a:r>
          <a:endParaRPr lang="ru-RU" sz="1100" kern="1200" dirty="0"/>
        </a:p>
      </dsp:txBody>
      <dsp:txXfrm>
        <a:off x="6453187" y="470359"/>
        <a:ext cx="638901" cy="63890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3005545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записать в JSON-объект результаты поиска</a:t>
          </a:r>
          <a:endParaRPr lang="ru-RU" sz="1400" kern="1200" dirty="0"/>
        </a:p>
      </dsp:txBody>
      <dsp:txXfrm>
        <a:off x="3480794" y="249256"/>
        <a:ext cx="926734" cy="1163196"/>
      </dsp:txXfrm>
    </dsp:sp>
    <dsp:sp modelId="{E644A287-01BC-4CF5-B466-30846E7BBA7F}">
      <dsp:nvSpPr>
        <dsp:cNvPr id="0" name=""/>
        <dsp:cNvSpPr/>
      </dsp:nvSpPr>
      <dsp:spPr>
        <a:xfrm>
          <a:off x="2530297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Search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Engine</a:t>
          </a:r>
          <a:endParaRPr lang="ru-RU" sz="1200" kern="1200" dirty="0"/>
        </a:p>
      </dsp:txBody>
      <dsp:txXfrm>
        <a:off x="2669494" y="494802"/>
        <a:ext cx="672102" cy="672102"/>
      </dsp:txXfrm>
    </dsp:sp>
    <dsp:sp modelId="{1FA1B9C7-0E34-4A44-A18B-216DF888F0C5}">
      <dsp:nvSpPr>
        <dsp:cNvPr id="0" name=""/>
        <dsp:cNvSpPr/>
      </dsp:nvSpPr>
      <dsp:spPr>
        <a:xfrm>
          <a:off x="5627108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Ссылка на  </a:t>
          </a:r>
          <a:r>
            <a:rPr lang="en-US" sz="1400" kern="1200" dirty="0" smtClean="0"/>
            <a:t>JSON-</a:t>
          </a:r>
          <a:r>
            <a:rPr lang="ru-RU" sz="1400" kern="1200" dirty="0" smtClean="0"/>
            <a:t>объект ответов</a:t>
          </a:r>
          <a:endParaRPr lang="ru-RU" sz="1400" kern="1200" dirty="0"/>
        </a:p>
      </dsp:txBody>
      <dsp:txXfrm>
        <a:off x="6102357" y="249256"/>
        <a:ext cx="926734" cy="1163196"/>
      </dsp:txXfrm>
    </dsp:sp>
    <dsp:sp modelId="{0A88A3E8-7701-48D6-969C-59DBA88CA534}">
      <dsp:nvSpPr>
        <dsp:cNvPr id="0" name=""/>
        <dsp:cNvSpPr/>
      </dsp:nvSpPr>
      <dsp:spPr>
        <a:xfrm>
          <a:off x="5151860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Converter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JSON</a:t>
          </a:r>
          <a:endParaRPr lang="ru-RU" sz="1200" kern="1200" dirty="0"/>
        </a:p>
      </dsp:txBody>
      <dsp:txXfrm>
        <a:off x="5291057" y="494802"/>
        <a:ext cx="672102" cy="67210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630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Функции библиотеки</a:t>
          </a:r>
          <a:endParaRPr lang="ru-RU" sz="3000" kern="1200" dirty="0"/>
        </a:p>
      </dsp:txBody>
      <dsp:txXfrm>
        <a:off x="35125" y="98212"/>
        <a:ext cx="8137835" cy="649299"/>
      </dsp:txXfrm>
    </dsp:sp>
    <dsp:sp modelId="{625A264F-F3DF-4EEC-8B66-102C93BB9818}">
      <dsp:nvSpPr>
        <dsp:cNvPr id="0" name=""/>
        <dsp:cNvSpPr/>
      </dsp:nvSpPr>
      <dsp:spPr>
        <a:xfrm>
          <a:off x="0" y="7826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текстовый 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Проверить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структуру на соответствие шаблону</a:t>
          </a:r>
          <a:endParaRPr lang="ru-RU" sz="2300" kern="1200" dirty="0"/>
        </a:p>
      </dsp:txBody>
      <dsp:txXfrm>
        <a:off x="0" y="782637"/>
        <a:ext cx="8208085" cy="1210950"/>
      </dsp:txXfrm>
    </dsp:sp>
    <dsp:sp modelId="{557F1F5C-6D75-4492-8EF1-6580ED92ACAF}">
      <dsp:nvSpPr>
        <dsp:cNvPr id="0" name=""/>
        <dsp:cNvSpPr/>
      </dsp:nvSpPr>
      <dsp:spPr>
        <a:xfrm>
          <a:off x="0" y="19935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Проверка при работе с файлами</a:t>
          </a:r>
          <a:endParaRPr lang="ru-RU" sz="3000" kern="1200" dirty="0"/>
        </a:p>
      </dsp:txBody>
      <dsp:txXfrm>
        <a:off x="35125" y="2028712"/>
        <a:ext cx="8137835" cy="649299"/>
      </dsp:txXfrm>
    </dsp:sp>
    <dsp:sp modelId="{657A1B8A-9783-4C29-9201-29A02D448FA4}">
      <dsp:nvSpPr>
        <dsp:cNvPr id="0" name=""/>
        <dsp:cNvSpPr/>
      </dsp:nvSpPr>
      <dsp:spPr>
        <a:xfrm>
          <a:off x="0" y="27131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существование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открытие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ошибки во время чтения/записи файла</a:t>
          </a:r>
          <a:endParaRPr lang="ru-RU" sz="2300" kern="1200" dirty="0"/>
        </a:p>
      </dsp:txBody>
      <dsp:txXfrm>
        <a:off x="0" y="2713137"/>
        <a:ext cx="8208085" cy="121095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15.11.2025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15.11.2025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27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2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31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diagramLayout" Target="../diagrams/layout9.xml"/><Relationship Id="rId7" Type="http://schemas.openxmlformats.org/officeDocument/2006/relationships/image" Target="../media/image16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Relationship Id="rId9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1545314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2855" y="2709000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786" y="2734703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8717" y="273470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2740742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341305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55302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</a:t>
            </a:r>
            <a:r>
              <a:rPr lang="ru-RU" dirty="0" smtClean="0"/>
              <a:t>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4361</TotalTime>
  <Words>395</Words>
  <Application>Microsoft Office PowerPoint</Application>
  <PresentationFormat>Широкоэкранный</PresentationFormat>
  <Paragraphs>175</Paragraphs>
  <Slides>19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108</cp:revision>
  <dcterms:created xsi:type="dcterms:W3CDTF">2025-10-14T05:54:15Z</dcterms:created>
  <dcterms:modified xsi:type="dcterms:W3CDTF">2025-11-15T13:33:38Z</dcterms:modified>
</cp:coreProperties>
</file>
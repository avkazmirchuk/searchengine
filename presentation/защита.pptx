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1" r:id="rId10"/>
    <p:sldId id="279" r:id="rId11"/>
    <p:sldId id="292" r:id="rId12"/>
    <p:sldId id="293" r:id="rId13"/>
    <p:sldId id="280" r:id="rId14"/>
    <p:sldId id="281" r:id="rId15"/>
    <p:sldId id="283" r:id="rId16"/>
    <p:sldId id="269" r:id="rId17"/>
    <p:sldId id="272" r:id="rId18"/>
    <p:sldId id="259" r:id="rId19"/>
    <p:sldId id="271" r:id="rId20"/>
    <p:sldId id="287" r:id="rId21"/>
    <p:sldId id="285" r:id="rId22"/>
    <p:sldId id="290" r:id="rId23"/>
    <p:sldId id="257" r:id="rId24"/>
    <p:sldId id="289" r:id="rId25"/>
    <p:sldId id="278" r:id="rId26"/>
    <p:sldId id="258" r:id="rId27"/>
    <p:sldId id="276" r:id="rId28"/>
    <p:sldId id="277" r:id="rId29"/>
    <p:sldId id="288" r:id="rId30"/>
    <p:sldId id="263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26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100" d="100"/>
          <a:sy n="100" d="100"/>
        </p:scale>
        <p:origin x="78" y="198"/>
      </p:cViewPr>
      <p:guideLst>
        <p:guide orient="horz" pos="3226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6885784"/>
        <c:axId val="586886568"/>
      </c:barChart>
      <c:catAx>
        <c:axId val="586885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86886568"/>
        <c:crosses val="autoZero"/>
        <c:auto val="1"/>
        <c:lblAlgn val="ctr"/>
        <c:lblOffset val="100"/>
        <c:noMultiLvlLbl val="0"/>
      </c:catAx>
      <c:valAx>
        <c:axId val="586886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86885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7734368"/>
        <c:axId val="607732408"/>
      </c:barChart>
      <c:catAx>
        <c:axId val="607734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32408"/>
        <c:crosses val="autoZero"/>
        <c:auto val="1"/>
        <c:lblAlgn val="ctr"/>
        <c:lblOffset val="100"/>
        <c:noMultiLvlLbl val="0"/>
      </c:catAx>
      <c:valAx>
        <c:axId val="607732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34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7743384"/>
        <c:axId val="607752792"/>
      </c:barChart>
      <c:catAx>
        <c:axId val="607743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52792"/>
        <c:crosses val="autoZero"/>
        <c:auto val="1"/>
        <c:lblAlgn val="ctr"/>
        <c:lblOffset val="100"/>
        <c:noMultiLvlLbl val="0"/>
      </c:catAx>
      <c:valAx>
        <c:axId val="6077527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43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07755928"/>
        <c:axId val="607754752"/>
      </c:barChart>
      <c:catAx>
        <c:axId val="607755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54752"/>
        <c:crosses val="autoZero"/>
        <c:auto val="1"/>
        <c:lblAlgn val="ctr"/>
        <c:lblOffset val="100"/>
        <c:noMultiLvlLbl val="0"/>
      </c:catAx>
      <c:valAx>
        <c:axId val="607754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077559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5227888"/>
        <c:axId val="585231416"/>
      </c:barChart>
      <c:catAx>
        <c:axId val="585227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85231416"/>
        <c:crosses val="autoZero"/>
        <c:auto val="1"/>
        <c:lblAlgn val="ctr"/>
        <c:lblOffset val="100"/>
        <c:noMultiLvlLbl val="0"/>
      </c:catAx>
      <c:valAx>
        <c:axId val="585231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852278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4905864"/>
        <c:axId val="414911352"/>
      </c:barChart>
      <c:catAx>
        <c:axId val="414905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911352"/>
        <c:crosses val="autoZero"/>
        <c:auto val="1"/>
        <c:lblAlgn val="ctr"/>
        <c:lblOffset val="100"/>
        <c:noMultiLvlLbl val="0"/>
      </c:catAx>
      <c:valAx>
        <c:axId val="414911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905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14909000"/>
        <c:axId val="414911744"/>
      </c:barChart>
      <c:catAx>
        <c:axId val="4149090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911744"/>
        <c:crosses val="autoZero"/>
        <c:auto val="1"/>
        <c:lblAlgn val="ctr"/>
        <c:lblOffset val="100"/>
        <c:noMultiLvlLbl val="0"/>
      </c:catAx>
      <c:valAx>
        <c:axId val="414911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4909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контейнер путей файлов документов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</a:t>
            </a:r>
            <a:r>
              <a:rPr lang="ru-RU" baseline="0" dirty="0" smtClean="0"/>
              <a:t>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</a:t>
            </a:r>
            <a:r>
              <a:rPr lang="ru-RU" baseline="0" dirty="0" smtClean="0"/>
              <a:t>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4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731593668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</a:t>
            </a:r>
            <a:r>
              <a:rPr lang="ru-RU" dirty="0" smtClean="0"/>
              <a:t>7,1 </a:t>
            </a:r>
            <a:r>
              <a:rPr lang="ru-RU" dirty="0" smtClean="0"/>
              <a:t>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</a:t>
            </a:r>
            <a:r>
              <a:rPr lang="ru-RU" dirty="0" smtClean="0"/>
              <a:t>7,5 </a:t>
            </a:r>
            <a:r>
              <a:rPr lang="ru-RU" dirty="0" smtClean="0"/>
              <a:t>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</a:t>
            </a:r>
            <a:r>
              <a:rPr lang="ru-RU" dirty="0" smtClean="0"/>
              <a:t>7,2 </a:t>
            </a:r>
            <a:r>
              <a:rPr lang="ru-RU" dirty="0" smtClean="0"/>
              <a:t>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17851</TotalTime>
  <Words>1533</Words>
  <Application>Microsoft Office PowerPoint</Application>
  <PresentationFormat>Широкоэкранный</PresentationFormat>
  <Paragraphs>524</Paragraphs>
  <Slides>30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3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509</cp:revision>
  <dcterms:created xsi:type="dcterms:W3CDTF">2025-10-14T05:54:15Z</dcterms:created>
  <dcterms:modified xsi:type="dcterms:W3CDTF">2025-12-28T17:12:20Z</dcterms:modified>
</cp:coreProperties>
</file>
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6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notesSlides/notesSlide7.xml" ContentType="application/vnd.openxmlformats-officedocument.presentationml.notesSlid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notesSlides/notesSlide8.xml" ContentType="application/vnd.openxmlformats-officedocument.presentationml.notesSlid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9.xml" ContentType="application/vnd.openxmlformats-officedocument.presentationml.notesSlid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2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13" r:id="rId1"/>
  </p:sldMasterIdLst>
  <p:notesMasterIdLst>
    <p:notesMasterId r:id="rId38"/>
  </p:notesMasterIdLst>
  <p:sldIdLst>
    <p:sldId id="275" r:id="rId2"/>
    <p:sldId id="284" r:id="rId3"/>
    <p:sldId id="286" r:id="rId4"/>
    <p:sldId id="260" r:id="rId5"/>
    <p:sldId id="282" r:id="rId6"/>
    <p:sldId id="264" r:id="rId7"/>
    <p:sldId id="266" r:id="rId8"/>
    <p:sldId id="268" r:id="rId9"/>
    <p:sldId id="299" r:id="rId10"/>
    <p:sldId id="291" r:id="rId11"/>
    <p:sldId id="279" r:id="rId12"/>
    <p:sldId id="292" r:id="rId13"/>
    <p:sldId id="293" r:id="rId14"/>
    <p:sldId id="280" r:id="rId15"/>
    <p:sldId id="281" r:id="rId16"/>
    <p:sldId id="294" r:id="rId17"/>
    <p:sldId id="295" r:id="rId18"/>
    <p:sldId id="296" r:id="rId19"/>
    <p:sldId id="297" r:id="rId20"/>
    <p:sldId id="298" r:id="rId21"/>
    <p:sldId id="283" r:id="rId22"/>
    <p:sldId id="272" r:id="rId23"/>
    <p:sldId id="259" r:id="rId24"/>
    <p:sldId id="271" r:id="rId25"/>
    <p:sldId id="287" r:id="rId26"/>
    <p:sldId id="285" r:id="rId27"/>
    <p:sldId id="290" r:id="rId28"/>
    <p:sldId id="257" r:id="rId29"/>
    <p:sldId id="269" r:id="rId30"/>
    <p:sldId id="289" r:id="rId31"/>
    <p:sldId id="278" r:id="rId32"/>
    <p:sldId id="258" r:id="rId33"/>
    <p:sldId id="276" r:id="rId34"/>
    <p:sldId id="277" r:id="rId35"/>
    <p:sldId id="288" r:id="rId36"/>
    <p:sldId id="263" r:id="rId3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48" userDrawn="1">
          <p15:clr>
            <a:srgbClr val="A4A3A4"/>
          </p15:clr>
        </p15:guide>
        <p15:guide id="2" pos="4656" userDrawn="1">
          <p15:clr>
            <a:srgbClr val="A4A3A4"/>
          </p15:clr>
        </p15:guide>
        <p15:guide id="3" pos="1345" userDrawn="1">
          <p15:clr>
            <a:srgbClr val="A4A3A4"/>
          </p15:clr>
        </p15:guide>
        <p15:guide id="4" orient="horz" pos="179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exander" initials="A" lastIdx="1" clrIdx="0">
    <p:extLst>
      <p:ext uri="{19B8F6BF-5375-455C-9EA6-DF929625EA0E}">
        <p15:presenceInfo xmlns:p15="http://schemas.microsoft.com/office/powerpoint/2012/main" userId="Alexand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99"/>
    <a:srgbClr val="9DBFBE"/>
    <a:srgbClr val="DB8631"/>
    <a:srgbClr val="DFE8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72" autoAdjust="0"/>
    <p:restoredTop sz="96400" autoAdjust="0"/>
  </p:normalViewPr>
  <p:slideViewPr>
    <p:cSldViewPr snapToGrid="0">
      <p:cViewPr varScale="1">
        <p:scale>
          <a:sx n="99" d="100"/>
          <a:sy n="99" d="100"/>
        </p:scale>
        <p:origin x="102" y="270"/>
      </p:cViewPr>
      <p:guideLst>
        <p:guide orient="horz" pos="3748"/>
        <p:guide pos="4656"/>
        <p:guide pos="1345"/>
        <p:guide orient="horz" pos="179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3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4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5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6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7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8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9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0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1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2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3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ED520A0-7E7B-4C61-A020-96DD0A413605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6D05939F-E248-42C5-8CB9-547A52A5D49B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21526280"/>
        <c:axId val="421529024"/>
      </c:barChart>
      <c:catAx>
        <c:axId val="421526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1529024"/>
        <c:crosses val="autoZero"/>
        <c:auto val="1"/>
        <c:lblAlgn val="ctr"/>
        <c:lblOffset val="100"/>
        <c:noMultiLvlLbl val="0"/>
      </c:catAx>
      <c:valAx>
        <c:axId val="4215290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1526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21529416"/>
        <c:axId val="421529808"/>
      </c:barChart>
      <c:catAx>
        <c:axId val="42152941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1529808"/>
        <c:crosses val="autoZero"/>
        <c:auto val="1"/>
        <c:lblAlgn val="ctr"/>
        <c:lblOffset val="100"/>
        <c:noMultiLvlLbl val="0"/>
      </c:catAx>
      <c:valAx>
        <c:axId val="42152980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1529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21523144"/>
        <c:axId val="421523536"/>
      </c:barChart>
      <c:catAx>
        <c:axId val="42152314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1523536"/>
        <c:crosses val="autoZero"/>
        <c:auto val="1"/>
        <c:lblAlgn val="ctr"/>
        <c:lblOffset val="100"/>
        <c:noMultiLvlLbl val="0"/>
      </c:catAx>
      <c:valAx>
        <c:axId val="4215235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15231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21525104"/>
        <c:axId val="423840480"/>
      </c:barChart>
      <c:catAx>
        <c:axId val="421525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3840480"/>
        <c:crosses val="autoZero"/>
        <c:auto val="1"/>
        <c:lblAlgn val="ctr"/>
        <c:lblOffset val="100"/>
        <c:noMultiLvlLbl val="0"/>
      </c:catAx>
      <c:valAx>
        <c:axId val="42384048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15251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329397184"/>
        <c:axId val="330126464"/>
      </c:barChart>
      <c:catAx>
        <c:axId val="32939718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30126464"/>
        <c:crosses val="autoZero"/>
        <c:auto val="1"/>
        <c:lblAlgn val="ctr"/>
        <c:lblOffset val="100"/>
        <c:noMultiLvlLbl val="0"/>
      </c:catAx>
      <c:valAx>
        <c:axId val="3301264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32939718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843 файла (100'000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7.3804267631520813E-3"/>
                </c:manualLayout>
              </c:layout>
              <c:tx>
                <c:rich>
                  <a:bodyPr/>
                  <a:lstStyle/>
                  <a:p>
                    <a:fld id="{3673DB8B-6681-47E4-8CEB-C313B0FE6BAC}" type="VALUE">
                      <a:rPr lang="en-US" smtClean="0"/>
                      <a:pPr/>
                      <a:t>[ЗНАЧЕНИЕ]</a:t>
                    </a:fld>
                    <a:endParaRPr lang="ru-RU"/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1.9758261876469903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2.0699999999999998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21527456"/>
        <c:axId val="481290040"/>
      </c:barChart>
      <c:catAx>
        <c:axId val="4215274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290040"/>
        <c:crosses val="autoZero"/>
        <c:auto val="1"/>
        <c:lblAlgn val="ctr"/>
        <c:lblOffset val="100"/>
        <c:noMultiLvlLbl val="0"/>
      </c:catAx>
      <c:valAx>
        <c:axId val="4812900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15274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dirty="0"/>
              <a:t>8'427 файлов (</a:t>
            </a:r>
            <a:r>
              <a:rPr lang="ru-RU" dirty="0" smtClean="0"/>
              <a:t>10'000 слов)</a:t>
            </a:r>
            <a:endParaRPr lang="ru-RU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3.5366931918656055E-3"/>
                  <c:y val="7.3804267631520813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614245555573193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14.834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1290432"/>
        <c:axId val="481290824"/>
      </c:barChart>
      <c:catAx>
        <c:axId val="48129043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290824"/>
        <c:crosses val="autoZero"/>
        <c:auto val="1"/>
        <c:lblAlgn val="ctr"/>
        <c:lblOffset val="100"/>
        <c:noMultiLvlLbl val="0"/>
      </c:catAx>
      <c:valAx>
        <c:axId val="4812908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29043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84'268 файлов (1000 слов)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1.0539165447470623E-2"/>
                  <c:y val="7.4366491834306362E-3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14 потоков 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2.1533440189475068E-2"/>
                </c:manualLayout>
              </c:layout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116.48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1287296"/>
        <c:axId val="481286120"/>
      </c:barChart>
      <c:catAx>
        <c:axId val="4812872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286120"/>
        <c:crosses val="autoZero"/>
        <c:auto val="1"/>
        <c:lblAlgn val="ctr"/>
        <c:lblOffset val="100"/>
        <c:noMultiLvlLbl val="0"/>
      </c:catAx>
      <c:valAx>
        <c:axId val="4812861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2872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1284552"/>
        <c:axId val="481289648"/>
      </c:barChart>
      <c:catAx>
        <c:axId val="4812845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289648"/>
        <c:crosses val="autoZero"/>
        <c:auto val="1"/>
        <c:lblAlgn val="ctr"/>
        <c:lblOffset val="100"/>
        <c:noMultiLvlLbl val="0"/>
      </c:catAx>
      <c:valAx>
        <c:axId val="4812896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284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81286512"/>
        <c:axId val="481288472"/>
      </c:barChart>
      <c:catAx>
        <c:axId val="4812865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288472"/>
        <c:crosses val="autoZero"/>
        <c:auto val="1"/>
        <c:lblAlgn val="ctr"/>
        <c:lblOffset val="100"/>
        <c:noMultiLvlLbl val="0"/>
      </c:catAx>
      <c:valAx>
        <c:axId val="481288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12865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843 файла (100'000 слов в каждом)</c:v>
                </c:pt>
              </c:strCache>
            </c:strRef>
          </c:tx>
          <c:spPr>
            <a:solidFill>
              <a:srgbClr val="9DBFBE"/>
            </a:solidFill>
            <a:ln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389B43AB-523F-4C1C-8A69-46D110E45FCC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(1,444)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14.759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8'427 файлов (10'000 слов в каждом)</c:v>
                </c:pt>
              </c:strCache>
            </c:strRef>
          </c:tx>
          <c:spPr>
            <a:solidFill>
              <a:srgbClr val="FFFF99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2.3035235021973254E-3"/>
                  <c:y val="1.3147329825881401E-3"/>
                </c:manualLayout>
              </c:layout>
              <c:tx>
                <c:rich>
                  <a:bodyPr/>
                  <a:lstStyle/>
                  <a:p>
                    <a:fld id="{F2707BA8-7D01-4AE2-A91A-322CD5B7F951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(2,109)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111.065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84'268 файлов (1000 слов в каждом)</c:v>
                </c:pt>
              </c:strCache>
            </c:strRef>
          </c:tx>
          <c:spPr>
            <a:solidFill>
              <a:srgbClr val="DB8631"/>
            </a:solidFill>
            <a:ln>
              <a:noFill/>
            </a:ln>
            <a:effectLst/>
          </c:spPr>
          <c:invertIfNegative val="0"/>
          <c:dLbls>
            <c:dLbl>
              <c:idx val="0"/>
              <c:layout>
                <c:manualLayout>
                  <c:x val="-2.30352350219741E-3"/>
                  <c:y val="5.7404111242749575E-3"/>
                </c:manualLayout>
              </c:layout>
              <c:tx>
                <c:rich>
                  <a:bodyPr/>
                  <a:lstStyle/>
                  <a:p>
                    <a:fld id="{256D7052-E7BB-46BA-8714-EB96970C6872}" type="VALUE">
                      <a:rPr lang="en-US" smtClean="0"/>
                      <a:pPr/>
                      <a:t>[ЗНАЧЕНИЕ]</a:t>
                    </a:fld>
                    <a:r>
                      <a:rPr lang="en-US" dirty="0" smtClean="0"/>
                      <a:t> (6,615)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848.16399999999999</c:v>
                </c:pt>
              </c:numCache>
            </c:numRef>
          </c:val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421526672"/>
        <c:axId val="421524320"/>
      </c:barChart>
      <c:catAx>
        <c:axId val="4215266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1524320"/>
        <c:crosses val="autoZero"/>
        <c:auto val="1"/>
        <c:lblAlgn val="ctr"/>
        <c:lblOffset val="100"/>
        <c:noMultiLvlLbl val="0"/>
      </c:catAx>
      <c:valAx>
        <c:axId val="421524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2152667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чтение текстовых файлов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1.284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0.318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7034952"/>
        <c:axId val="487038872"/>
      </c:barChart>
      <c:catAx>
        <c:axId val="4870349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7038872"/>
        <c:crosses val="autoZero"/>
        <c:auto val="1"/>
        <c:lblAlgn val="ctr"/>
        <c:lblOffset val="100"/>
        <c:noMultiLvlLbl val="0"/>
      </c:catAx>
      <c:valAx>
        <c:axId val="4870388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70349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формирование базы индекса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один поток (из базы документов)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Лист1!$B$2</c:f>
              <c:numCache>
                <c:formatCode>General</c:formatCode>
                <c:ptCount val="1"/>
                <c:pt idx="0">
                  <c:v>11.843999999999999</c:v>
                </c:pt>
              </c:numCache>
            </c:numRef>
          </c:val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несколько потоков (с чтением документов)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Лист1!$C$2</c:f>
              <c:numCache>
                <c:formatCode>General</c:formatCode>
                <c:ptCount val="1"/>
                <c:pt idx="0">
                  <c:v>2.9820000000000002</c:v>
                </c:pt>
              </c:numCache>
            </c:numRef>
          </c:val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несколько потоков (из файлов)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Лист1!$A$2</c:f>
              <c:strCache>
                <c:ptCount val="1"/>
                <c:pt idx="0">
                  <c:v>затраченное время, с</c:v>
                </c:pt>
              </c:strCache>
            </c:strRef>
          </c:cat>
          <c:val>
            <c:numRef>
              <c:f>Лист1!$D$2</c:f>
              <c:numCache>
                <c:formatCode>General</c:formatCode>
                <c:ptCount val="1"/>
                <c:pt idx="0">
                  <c:v>2.8820000000000001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87036912"/>
        <c:axId val="487036520"/>
      </c:barChart>
      <c:catAx>
        <c:axId val="4870369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7036520"/>
        <c:crosses val="autoZero"/>
        <c:auto val="1"/>
        <c:lblAlgn val="ctr"/>
        <c:lblOffset val="100"/>
        <c:noMultiLvlLbl val="0"/>
      </c:catAx>
      <c:valAx>
        <c:axId val="4870365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8703691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</c:chart>
  <c:spPr>
    <a:noFill/>
    <a:ln w="12700">
      <a:solidFill>
        <a:schemeClr val="tx1"/>
      </a:solidFill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E1389FE-DC0E-4066-92F3-3CCEB251EAFB}" type="doc">
      <dgm:prSet loTypeId="urn:microsoft.com/office/officeart/2008/layout/RadialCluster" loCatId="relationship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854A1BCD-286B-4DA3-949B-D8FB85C0D014}">
      <dgm:prSet phldrT="[Текст]" custT="1"/>
      <dgm:spPr/>
      <dgm:t>
        <a:bodyPr anchor="t" anchorCtr="0"/>
        <a:lstStyle/>
        <a:p>
          <a:r>
            <a:rPr lang="en-US" sz="3200" b="0" dirty="0" smtClean="0"/>
            <a:t>Search</a:t>
          </a:r>
        </a:p>
        <a:p>
          <a:r>
            <a:rPr lang="en-US" sz="3200" b="0" dirty="0" smtClean="0"/>
            <a:t>Engine</a:t>
          </a:r>
          <a:endParaRPr lang="ru-RU" sz="3200" b="0" dirty="0"/>
        </a:p>
      </dgm:t>
    </dgm:pt>
    <dgm:pt modelId="{86863718-AB7B-421A-B53D-D29B3222815B}" type="parTrans" cxnId="{CC4FE5FD-B7C9-40BA-872B-498CE774840A}">
      <dgm:prSet/>
      <dgm:spPr/>
      <dgm:t>
        <a:bodyPr/>
        <a:lstStyle/>
        <a:p>
          <a:endParaRPr lang="ru-RU"/>
        </a:p>
      </dgm:t>
    </dgm:pt>
    <dgm:pt modelId="{48FE42EB-D914-4DC9-BA5F-17D664563849}" type="sibTrans" cxnId="{CC4FE5FD-B7C9-40BA-872B-498CE774840A}">
      <dgm:prSet/>
      <dgm:spPr/>
      <dgm:t>
        <a:bodyPr/>
        <a:lstStyle/>
        <a:p>
          <a:endParaRPr lang="ru-RU"/>
        </a:p>
      </dgm:t>
    </dgm:pt>
    <dgm:pt modelId="{258A11A1-AFD8-47D2-BC45-8BBE869DEB52}">
      <dgm:prSet phldrT="[Текст]" custT="1"/>
      <dgm:spPr/>
      <dgm:t>
        <a:bodyPr anchor="t" anchorCtr="0"/>
        <a:lstStyle/>
        <a:p>
          <a:r>
            <a:rPr lang="en-US" sz="1800" b="0" dirty="0" smtClean="0"/>
            <a:t>Converter</a:t>
          </a:r>
        </a:p>
        <a:p>
          <a:r>
            <a:rPr lang="en-US" sz="1800" b="0" dirty="0" smtClean="0"/>
            <a:t>JSON </a:t>
          </a:r>
          <a:endParaRPr lang="ru-RU" sz="1800" b="0" dirty="0"/>
        </a:p>
      </dgm:t>
    </dgm:pt>
    <dgm:pt modelId="{0320C3D9-2B7B-4CF1-930A-C9D1714593A9}" type="parTrans" cxnId="{18EF6DB3-3087-4F3E-882C-92F6C8F6899C}">
      <dgm:prSet/>
      <dgm:spPr>
        <a:ln>
          <a:headEnd type="none"/>
          <a:tailEnd type="triangle"/>
        </a:ln>
      </dgm:spPr>
      <dgm:t>
        <a:bodyPr/>
        <a:lstStyle/>
        <a:p>
          <a:endParaRPr lang="ru-RU"/>
        </a:p>
      </dgm:t>
    </dgm:pt>
    <dgm:pt modelId="{383D3AFB-4D80-4300-A0A1-03CD0A94377A}" type="sibTrans" cxnId="{18EF6DB3-3087-4F3E-882C-92F6C8F6899C}">
      <dgm:prSet/>
      <dgm:spPr/>
      <dgm:t>
        <a:bodyPr/>
        <a:lstStyle/>
        <a:p>
          <a:endParaRPr lang="ru-RU"/>
        </a:p>
      </dgm:t>
    </dgm:pt>
    <dgm:pt modelId="{1D3FBEC9-571B-458F-ACA0-2710242E71A4}">
      <dgm:prSet phldrT="[Текст]" custT="1"/>
      <dgm:spPr/>
      <dgm:t>
        <a:bodyPr anchor="t" anchorCtr="0"/>
        <a:lstStyle/>
        <a:p>
          <a:r>
            <a:rPr lang="en-US" sz="1800" b="0" dirty="0" smtClean="0"/>
            <a:t>Documents </a:t>
          </a:r>
          <a:endParaRPr lang="ru-RU" sz="1800" b="0" dirty="0"/>
        </a:p>
      </dgm:t>
    </dgm:pt>
    <dgm:pt modelId="{96897B08-3730-437B-BBBF-A34ED6D96B87}" type="parTrans" cxnId="{387408DC-5588-4A36-8421-958F33884D48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1881E3BC-8B21-47AD-834A-9C36C92986B6}" type="sibTrans" cxnId="{387408DC-5588-4A36-8421-958F33884D48}">
      <dgm:prSet/>
      <dgm:spPr/>
      <dgm:t>
        <a:bodyPr/>
        <a:lstStyle/>
        <a:p>
          <a:endParaRPr lang="ru-RU"/>
        </a:p>
      </dgm:t>
    </dgm:pt>
    <dgm:pt modelId="{04A48D68-CC72-4B7D-B019-6E9B41D34E99}">
      <dgm:prSet custT="1"/>
      <dgm:spPr/>
      <dgm:t>
        <a:bodyPr anchor="t" anchorCtr="0"/>
        <a:lstStyle/>
        <a:p>
          <a:r>
            <a:rPr lang="ru-RU" sz="1800" b="0" dirty="0" smtClean="0"/>
            <a:t>Requests </a:t>
          </a:r>
          <a:endParaRPr lang="ru-RU" sz="1800" b="0" dirty="0"/>
        </a:p>
      </dgm:t>
    </dgm:pt>
    <dgm:pt modelId="{09175996-8951-4E60-ACF9-F91AAA0AB774}" type="parTrans" cxnId="{E5EA6C4C-7F99-4297-909F-4EA4E535C5BB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2AAAFEF9-961D-4F4B-9B00-9201546214F0}" type="sibTrans" cxnId="{E5EA6C4C-7F99-4297-909F-4EA4E535C5BB}">
      <dgm:prSet/>
      <dgm:spPr/>
      <dgm:t>
        <a:bodyPr/>
        <a:lstStyle/>
        <a:p>
          <a:endParaRPr lang="ru-RU"/>
        </a:p>
      </dgm:t>
    </dgm:pt>
    <dgm:pt modelId="{CC6EFFBD-D857-44D8-A554-1C53B719B6DA}">
      <dgm:prSet custT="1"/>
      <dgm:spPr/>
      <dgm:t>
        <a:bodyPr anchor="t" anchorCtr="0"/>
        <a:lstStyle/>
        <a:p>
          <a:r>
            <a:rPr lang="en-US" sz="1800" b="0" dirty="0" smtClean="0"/>
            <a:t>InvertedIndex </a:t>
          </a:r>
          <a:endParaRPr lang="ru-RU" sz="1800" b="0" dirty="0"/>
        </a:p>
      </dgm:t>
    </dgm:pt>
    <dgm:pt modelId="{2E57BB01-68FA-4D0D-8C7A-B42E79CEB108}" type="parTrans" cxnId="{9259EE65-3344-4279-B2DE-CD2D0F3E076D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D0BC1636-D907-4B63-ACD9-B489EF98EBA4}" type="sibTrans" cxnId="{9259EE65-3344-4279-B2DE-CD2D0F3E076D}">
      <dgm:prSet/>
      <dgm:spPr/>
      <dgm:t>
        <a:bodyPr/>
        <a:lstStyle/>
        <a:p>
          <a:endParaRPr lang="ru-RU"/>
        </a:p>
      </dgm:t>
    </dgm:pt>
    <dgm:pt modelId="{1B13CC71-181F-4215-A78C-EB5B97876B1E}">
      <dgm:prSet custT="1"/>
      <dgm:spPr/>
      <dgm:t>
        <a:bodyPr anchor="t" anchorCtr="0"/>
        <a:lstStyle/>
        <a:p>
          <a:r>
            <a:rPr lang="en-US" sz="1800" b="0" dirty="0" smtClean="0"/>
            <a:t>Relevant</a:t>
          </a:r>
        </a:p>
        <a:p>
          <a:r>
            <a:rPr lang="en-US" sz="1800" b="0" dirty="0" smtClean="0"/>
            <a:t>Response </a:t>
          </a:r>
          <a:endParaRPr lang="ru-RU" sz="1800" b="0" dirty="0"/>
        </a:p>
      </dgm:t>
    </dgm:pt>
    <dgm:pt modelId="{AA62E804-61D2-4247-AB46-39B7B206B101}" type="parTrans" cxnId="{62E61146-244B-49BE-8FAC-4DB94D94975C}">
      <dgm:prSet/>
      <dgm:spPr>
        <a:ln>
          <a:solidFill>
            <a:scrgbClr r="0" g="0" b="0"/>
          </a:solidFill>
          <a:tailEnd type="triangle"/>
        </a:ln>
      </dgm:spPr>
      <dgm:t>
        <a:bodyPr/>
        <a:lstStyle/>
        <a:p>
          <a:endParaRPr lang="ru-RU"/>
        </a:p>
      </dgm:t>
    </dgm:pt>
    <dgm:pt modelId="{5251CEE5-3A1B-49CF-B520-A0D16AA827C4}" type="sibTrans" cxnId="{62E61146-244B-49BE-8FAC-4DB94D94975C}">
      <dgm:prSet/>
      <dgm:spPr/>
      <dgm:t>
        <a:bodyPr/>
        <a:lstStyle/>
        <a:p>
          <a:endParaRPr lang="ru-RU"/>
        </a:p>
      </dgm:t>
    </dgm:pt>
    <dgm:pt modelId="{EC1AF752-7BDE-4D7F-BBE3-D620E8B4D26C}">
      <dgm:prSet custT="1"/>
      <dgm:spPr/>
      <dgm:t>
        <a:bodyPr anchor="t" anchorCtr="0"/>
        <a:lstStyle/>
        <a:p>
          <a:r>
            <a:rPr lang="en-US" sz="1800" b="0" dirty="0" smtClean="0"/>
            <a:t>Dispatcher</a:t>
          </a:r>
        </a:p>
        <a:p>
          <a:r>
            <a:rPr lang="en-US" sz="1800" b="0" dirty="0" smtClean="0"/>
            <a:t>Operations</a:t>
          </a:r>
          <a:endParaRPr lang="ru-RU" sz="1800" b="0" dirty="0"/>
        </a:p>
      </dgm:t>
    </dgm:pt>
    <dgm:pt modelId="{4A4C6070-4A61-47AA-8ABA-32229F0F8F3A}" type="parTrans" cxnId="{82616DB1-0687-468F-BA64-08D535074412}">
      <dgm:prSet/>
      <dgm:spPr>
        <a:ln>
          <a:tailEnd type="triangle"/>
        </a:ln>
      </dgm:spPr>
      <dgm:t>
        <a:bodyPr/>
        <a:lstStyle/>
        <a:p>
          <a:endParaRPr lang="ru-RU"/>
        </a:p>
      </dgm:t>
    </dgm:pt>
    <dgm:pt modelId="{86117725-F453-45C3-BDED-502035BCFDCA}" type="sibTrans" cxnId="{82616DB1-0687-468F-BA64-08D535074412}">
      <dgm:prSet/>
      <dgm:spPr/>
      <dgm:t>
        <a:bodyPr/>
        <a:lstStyle/>
        <a:p>
          <a:endParaRPr lang="ru-RU"/>
        </a:p>
      </dgm:t>
    </dgm:pt>
    <dgm:pt modelId="{4D30D1BA-01EB-42FE-A7D6-8969C3AB4CB0}" type="pres">
      <dgm:prSet presAssocID="{4E1389FE-DC0E-4066-92F3-3CCEB251EAFB}" presName="Name0" presStyleCnt="0">
        <dgm:presLayoutVars>
          <dgm:chMax val="1"/>
          <dgm:chPref val="1"/>
          <dgm:dir/>
          <dgm:animOne val="branch"/>
          <dgm:animLvl val="lvl"/>
        </dgm:presLayoutVars>
      </dgm:prSet>
      <dgm:spPr/>
      <dgm:t>
        <a:bodyPr/>
        <a:lstStyle/>
        <a:p>
          <a:endParaRPr lang="ru-RU"/>
        </a:p>
      </dgm:t>
    </dgm:pt>
    <dgm:pt modelId="{5E52D266-CB75-4768-8AAD-3E1F25AADB5A}" type="pres">
      <dgm:prSet presAssocID="{854A1BCD-286B-4DA3-949B-D8FB85C0D014}" presName="singleCycle" presStyleCnt="0"/>
      <dgm:spPr/>
    </dgm:pt>
    <dgm:pt modelId="{628E21F9-F946-457A-B5D6-7107E4B5B54D}" type="pres">
      <dgm:prSet presAssocID="{854A1BCD-286B-4DA3-949B-D8FB85C0D014}" presName="singleCenter" presStyleLbl="node1" presStyleIdx="0" presStyleCnt="7" custScaleX="163189" custScaleY="163189" custLinFactNeighborX="-67" custLinFactNeighborY="36555">
        <dgm:presLayoutVars>
          <dgm:chMax val="7"/>
          <dgm:chPref val="7"/>
        </dgm:presLayoutVars>
      </dgm:prSet>
      <dgm:spPr/>
      <dgm:t>
        <a:bodyPr/>
        <a:lstStyle/>
        <a:p>
          <a:endParaRPr lang="ru-RU"/>
        </a:p>
      </dgm:t>
    </dgm:pt>
    <dgm:pt modelId="{667DE06D-C223-4C57-8F2C-DDC107791A47}" type="pres">
      <dgm:prSet presAssocID="{0320C3D9-2B7B-4CF1-930A-C9D1714593A9}" presName="Name56" presStyleLbl="parChTrans1D2" presStyleIdx="0" presStyleCnt="6"/>
      <dgm:spPr/>
      <dgm:t>
        <a:bodyPr/>
        <a:lstStyle/>
        <a:p>
          <a:endParaRPr lang="ru-RU"/>
        </a:p>
      </dgm:t>
    </dgm:pt>
    <dgm:pt modelId="{F29DD78D-084E-44BB-95B2-65781CA7A531}" type="pres">
      <dgm:prSet presAssocID="{258A11A1-AFD8-47D2-BC45-8BBE869DEB52}" presName="text0" presStyleLbl="node1" presStyleIdx="1" presStyleCnt="7" custScaleX="221423" custScaleY="221423" custRadScaleRad="266228" custRadScaleInc="-24898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390B38-AF76-4E62-872B-309581DF08C7}" type="pres">
      <dgm:prSet presAssocID="{4A4C6070-4A61-47AA-8ABA-32229F0F8F3A}" presName="Name56" presStyleLbl="parChTrans1D2" presStyleIdx="1" presStyleCnt="6"/>
      <dgm:spPr/>
      <dgm:t>
        <a:bodyPr/>
        <a:lstStyle/>
        <a:p>
          <a:endParaRPr lang="ru-RU"/>
        </a:p>
      </dgm:t>
    </dgm:pt>
    <dgm:pt modelId="{24EC1B40-97B8-4A97-A728-C57093596661}" type="pres">
      <dgm:prSet presAssocID="{EC1AF752-7BDE-4D7F-BBE3-D620E8B4D26C}" presName="text0" presStyleLbl="node1" presStyleIdx="2" presStyleCnt="7" custScaleX="199281" custScaleY="199281" custRadScaleRad="271649" custRadScaleInc="-55329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086A69-6FE7-48AB-8D4E-831F6AAADB3F}" type="pres">
      <dgm:prSet presAssocID="{96897B08-3730-437B-BBBF-A34ED6D96B87}" presName="Name56" presStyleLbl="parChTrans1D2" presStyleIdx="2" presStyleCnt="6"/>
      <dgm:spPr/>
      <dgm:t>
        <a:bodyPr/>
        <a:lstStyle/>
        <a:p>
          <a:endParaRPr lang="ru-RU"/>
        </a:p>
      </dgm:t>
    </dgm:pt>
    <dgm:pt modelId="{D5C3917E-2284-4E85-847C-82C5C871E472}" type="pres">
      <dgm:prSet presAssocID="{1D3FBEC9-571B-458F-ACA0-2710242E71A4}" presName="text0" presStyleLbl="node1" presStyleIdx="3" presStyleCnt="7" custScaleX="221423" custScaleY="221423" custRadScaleRad="149942" custRadScaleInc="59110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1503B29C-C796-4217-A6E0-D8D0E4C12287}" type="pres">
      <dgm:prSet presAssocID="{09175996-8951-4E60-ACF9-F91AAA0AB774}" presName="Name56" presStyleLbl="parChTrans1D2" presStyleIdx="3" presStyleCnt="6"/>
      <dgm:spPr/>
      <dgm:t>
        <a:bodyPr/>
        <a:lstStyle/>
        <a:p>
          <a:endParaRPr lang="ru-RU"/>
        </a:p>
      </dgm:t>
    </dgm:pt>
    <dgm:pt modelId="{76784C24-975E-4373-9AB0-0D36214A64F1}" type="pres">
      <dgm:prSet presAssocID="{04A48D68-CC72-4B7D-B019-6E9B41D34E99}" presName="text0" presStyleLbl="node1" presStyleIdx="4" presStyleCnt="7" custScaleX="221423" custScaleY="221423" custRadScaleRad="151451" custRadScaleInc="-391873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B23D5C2B-B6D2-4298-9DAF-A69442F1C2D7}" type="pres">
      <dgm:prSet presAssocID="{2E57BB01-68FA-4D0D-8C7A-B42E79CEB108}" presName="Name56" presStyleLbl="parChTrans1D2" presStyleIdx="4" presStyleCnt="6"/>
      <dgm:spPr/>
      <dgm:t>
        <a:bodyPr/>
        <a:lstStyle/>
        <a:p>
          <a:endParaRPr lang="ru-RU"/>
        </a:p>
      </dgm:t>
    </dgm:pt>
    <dgm:pt modelId="{635D6D0E-E44D-465D-9B55-5006A2372644}" type="pres">
      <dgm:prSet presAssocID="{CC6EFFBD-D857-44D8-A554-1C53B719B6DA}" presName="text0" presStyleLbl="node1" presStyleIdx="5" presStyleCnt="7" custScaleX="221423" custScaleY="221423" custRadScaleRad="69473" custRadScaleInc="397958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45660FC-29F0-4ECD-9736-2F09D9960928}" type="pres">
      <dgm:prSet presAssocID="{AA62E804-61D2-4247-AB46-39B7B206B101}" presName="Name56" presStyleLbl="parChTrans1D2" presStyleIdx="5" presStyleCnt="6"/>
      <dgm:spPr/>
      <dgm:t>
        <a:bodyPr/>
        <a:lstStyle/>
        <a:p>
          <a:endParaRPr lang="ru-RU"/>
        </a:p>
      </dgm:t>
    </dgm:pt>
    <dgm:pt modelId="{EF6A00EF-2BA3-4AAD-B69B-A8E8767F6738}" type="pres">
      <dgm:prSet presAssocID="{1B13CC71-181F-4215-A78C-EB5B97876B1E}" presName="text0" presStyleLbl="node1" presStyleIdx="6" presStyleCnt="7" custScaleX="221423" custScaleY="221423" custRadScaleRad="263386" custRadScaleInc="448566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62E61146-244B-49BE-8FAC-4DB94D94975C}" srcId="{854A1BCD-286B-4DA3-949B-D8FB85C0D014}" destId="{1B13CC71-181F-4215-A78C-EB5B97876B1E}" srcOrd="5" destOrd="0" parTransId="{AA62E804-61D2-4247-AB46-39B7B206B101}" sibTransId="{5251CEE5-3A1B-49CF-B520-A0D16AA827C4}"/>
    <dgm:cxn modelId="{FED975EE-D761-4513-BBC6-C4F43BA48D5C}" type="presOf" srcId="{AA62E804-61D2-4247-AB46-39B7B206B101}" destId="{645660FC-29F0-4ECD-9736-2F09D9960928}" srcOrd="0" destOrd="0" presId="urn:microsoft.com/office/officeart/2008/layout/RadialCluster"/>
    <dgm:cxn modelId="{8563956E-C855-41EB-B38B-85C1FE7C630E}" type="presOf" srcId="{96897B08-3730-437B-BBBF-A34ED6D96B87}" destId="{8F086A69-6FE7-48AB-8D4E-831F6AAADB3F}" srcOrd="0" destOrd="0" presId="urn:microsoft.com/office/officeart/2008/layout/RadialCluster"/>
    <dgm:cxn modelId="{A3E73796-D0F5-47ED-9D00-E296C65583ED}" type="presOf" srcId="{09175996-8951-4E60-ACF9-F91AAA0AB774}" destId="{1503B29C-C796-4217-A6E0-D8D0E4C12287}" srcOrd="0" destOrd="0" presId="urn:microsoft.com/office/officeart/2008/layout/RadialCluster"/>
    <dgm:cxn modelId="{6E19CDCE-7287-479A-8768-CB375E2D63DF}" type="presOf" srcId="{04A48D68-CC72-4B7D-B019-6E9B41D34E99}" destId="{76784C24-975E-4373-9AB0-0D36214A64F1}" srcOrd="0" destOrd="0" presId="urn:microsoft.com/office/officeart/2008/layout/RadialCluster"/>
    <dgm:cxn modelId="{387408DC-5588-4A36-8421-958F33884D48}" srcId="{854A1BCD-286B-4DA3-949B-D8FB85C0D014}" destId="{1D3FBEC9-571B-458F-ACA0-2710242E71A4}" srcOrd="2" destOrd="0" parTransId="{96897B08-3730-437B-BBBF-A34ED6D96B87}" sibTransId="{1881E3BC-8B21-47AD-834A-9C36C92986B6}"/>
    <dgm:cxn modelId="{ECCE758F-4761-4107-8EAA-6A1AF38863BD}" type="presOf" srcId="{CC6EFFBD-D857-44D8-A554-1C53B719B6DA}" destId="{635D6D0E-E44D-465D-9B55-5006A2372644}" srcOrd="0" destOrd="0" presId="urn:microsoft.com/office/officeart/2008/layout/RadialCluster"/>
    <dgm:cxn modelId="{E2950397-7973-45B7-9A8A-B5287CF7676E}" type="presOf" srcId="{258A11A1-AFD8-47D2-BC45-8BBE869DEB52}" destId="{F29DD78D-084E-44BB-95B2-65781CA7A531}" srcOrd="0" destOrd="0" presId="urn:microsoft.com/office/officeart/2008/layout/RadialCluster"/>
    <dgm:cxn modelId="{ACC19EC5-2801-4EFF-A589-088C61DC03E2}" type="presOf" srcId="{1B13CC71-181F-4215-A78C-EB5B97876B1E}" destId="{EF6A00EF-2BA3-4AAD-B69B-A8E8767F6738}" srcOrd="0" destOrd="0" presId="urn:microsoft.com/office/officeart/2008/layout/RadialCluster"/>
    <dgm:cxn modelId="{23172C1A-FF43-4712-A764-5DF55D8ECD91}" type="presOf" srcId="{854A1BCD-286B-4DA3-949B-D8FB85C0D014}" destId="{628E21F9-F946-457A-B5D6-7107E4B5B54D}" srcOrd="0" destOrd="0" presId="urn:microsoft.com/office/officeart/2008/layout/RadialCluster"/>
    <dgm:cxn modelId="{8150D778-0444-4BA5-9CA0-483EB123B395}" type="presOf" srcId="{4A4C6070-4A61-47AA-8ABA-32229F0F8F3A}" destId="{65390B38-AF76-4E62-872B-309581DF08C7}" srcOrd="0" destOrd="0" presId="urn:microsoft.com/office/officeart/2008/layout/RadialCluster"/>
    <dgm:cxn modelId="{9259EE65-3344-4279-B2DE-CD2D0F3E076D}" srcId="{854A1BCD-286B-4DA3-949B-D8FB85C0D014}" destId="{CC6EFFBD-D857-44D8-A554-1C53B719B6DA}" srcOrd="4" destOrd="0" parTransId="{2E57BB01-68FA-4D0D-8C7A-B42E79CEB108}" sibTransId="{D0BC1636-D907-4B63-ACD9-B489EF98EBA4}"/>
    <dgm:cxn modelId="{A65AEC00-A92B-45EA-B572-F456BD1979A4}" type="presOf" srcId="{4E1389FE-DC0E-4066-92F3-3CCEB251EAFB}" destId="{4D30D1BA-01EB-42FE-A7D6-8969C3AB4CB0}" srcOrd="0" destOrd="0" presId="urn:microsoft.com/office/officeart/2008/layout/RadialCluster"/>
    <dgm:cxn modelId="{CC4FE5FD-B7C9-40BA-872B-498CE774840A}" srcId="{4E1389FE-DC0E-4066-92F3-3CCEB251EAFB}" destId="{854A1BCD-286B-4DA3-949B-D8FB85C0D014}" srcOrd="0" destOrd="0" parTransId="{86863718-AB7B-421A-B53D-D29B3222815B}" sibTransId="{48FE42EB-D914-4DC9-BA5F-17D664563849}"/>
    <dgm:cxn modelId="{4A475A00-F60B-410B-8470-9EA0E1C3E244}" type="presOf" srcId="{EC1AF752-7BDE-4D7F-BBE3-D620E8B4D26C}" destId="{24EC1B40-97B8-4A97-A728-C57093596661}" srcOrd="0" destOrd="0" presId="urn:microsoft.com/office/officeart/2008/layout/RadialCluster"/>
    <dgm:cxn modelId="{B51B8D91-8E4E-44B0-82BF-67EF5A3FA512}" type="presOf" srcId="{0320C3D9-2B7B-4CF1-930A-C9D1714593A9}" destId="{667DE06D-C223-4C57-8F2C-DDC107791A47}" srcOrd="0" destOrd="0" presId="urn:microsoft.com/office/officeart/2008/layout/RadialCluster"/>
    <dgm:cxn modelId="{6D6CF6BD-20AB-45DE-BD8F-7724AB08659B}" type="presOf" srcId="{2E57BB01-68FA-4D0D-8C7A-B42E79CEB108}" destId="{B23D5C2B-B6D2-4298-9DAF-A69442F1C2D7}" srcOrd="0" destOrd="0" presId="urn:microsoft.com/office/officeart/2008/layout/RadialCluster"/>
    <dgm:cxn modelId="{18EF6DB3-3087-4F3E-882C-92F6C8F6899C}" srcId="{854A1BCD-286B-4DA3-949B-D8FB85C0D014}" destId="{258A11A1-AFD8-47D2-BC45-8BBE869DEB52}" srcOrd="0" destOrd="0" parTransId="{0320C3D9-2B7B-4CF1-930A-C9D1714593A9}" sibTransId="{383D3AFB-4D80-4300-A0A1-03CD0A94377A}"/>
    <dgm:cxn modelId="{82616DB1-0687-468F-BA64-08D535074412}" srcId="{854A1BCD-286B-4DA3-949B-D8FB85C0D014}" destId="{EC1AF752-7BDE-4D7F-BBE3-D620E8B4D26C}" srcOrd="1" destOrd="0" parTransId="{4A4C6070-4A61-47AA-8ABA-32229F0F8F3A}" sibTransId="{86117725-F453-45C3-BDED-502035BCFDCA}"/>
    <dgm:cxn modelId="{E5EA6C4C-7F99-4297-909F-4EA4E535C5BB}" srcId="{854A1BCD-286B-4DA3-949B-D8FB85C0D014}" destId="{04A48D68-CC72-4B7D-B019-6E9B41D34E99}" srcOrd="3" destOrd="0" parTransId="{09175996-8951-4E60-ACF9-F91AAA0AB774}" sibTransId="{2AAAFEF9-961D-4F4B-9B00-9201546214F0}"/>
    <dgm:cxn modelId="{A235A3CB-5F90-4F69-8898-4DE6004F3496}" type="presOf" srcId="{1D3FBEC9-571B-458F-ACA0-2710242E71A4}" destId="{D5C3917E-2284-4E85-847C-82C5C871E472}" srcOrd="0" destOrd="0" presId="urn:microsoft.com/office/officeart/2008/layout/RadialCluster"/>
    <dgm:cxn modelId="{5AD69A6B-CB80-4E03-A72F-5A07B14F4C34}" type="presParOf" srcId="{4D30D1BA-01EB-42FE-A7D6-8969C3AB4CB0}" destId="{5E52D266-CB75-4768-8AAD-3E1F25AADB5A}" srcOrd="0" destOrd="0" presId="urn:microsoft.com/office/officeart/2008/layout/RadialCluster"/>
    <dgm:cxn modelId="{69B1E336-CFCF-4C37-886D-EDC779F92721}" type="presParOf" srcId="{5E52D266-CB75-4768-8AAD-3E1F25AADB5A}" destId="{628E21F9-F946-457A-B5D6-7107E4B5B54D}" srcOrd="0" destOrd="0" presId="urn:microsoft.com/office/officeart/2008/layout/RadialCluster"/>
    <dgm:cxn modelId="{A04E5BCF-6F09-4DAB-8840-ADD4DB3392BB}" type="presParOf" srcId="{5E52D266-CB75-4768-8AAD-3E1F25AADB5A}" destId="{667DE06D-C223-4C57-8F2C-DDC107791A47}" srcOrd="1" destOrd="0" presId="urn:microsoft.com/office/officeart/2008/layout/RadialCluster"/>
    <dgm:cxn modelId="{BA9157D2-DCEC-4BC9-95EF-343DE775A4D7}" type="presParOf" srcId="{5E52D266-CB75-4768-8AAD-3E1F25AADB5A}" destId="{F29DD78D-084E-44BB-95B2-65781CA7A531}" srcOrd="2" destOrd="0" presId="urn:microsoft.com/office/officeart/2008/layout/RadialCluster"/>
    <dgm:cxn modelId="{E8BC91C4-2DC3-42B2-9BA9-F56293B707B1}" type="presParOf" srcId="{5E52D266-CB75-4768-8AAD-3E1F25AADB5A}" destId="{65390B38-AF76-4E62-872B-309581DF08C7}" srcOrd="3" destOrd="0" presId="urn:microsoft.com/office/officeart/2008/layout/RadialCluster"/>
    <dgm:cxn modelId="{042839E4-B763-46EA-87EE-EE06661E3D9B}" type="presParOf" srcId="{5E52D266-CB75-4768-8AAD-3E1F25AADB5A}" destId="{24EC1B40-97B8-4A97-A728-C57093596661}" srcOrd="4" destOrd="0" presId="urn:microsoft.com/office/officeart/2008/layout/RadialCluster"/>
    <dgm:cxn modelId="{B85FC336-03B4-49D2-9CC6-9AA95F1C34E7}" type="presParOf" srcId="{5E52D266-CB75-4768-8AAD-3E1F25AADB5A}" destId="{8F086A69-6FE7-48AB-8D4E-831F6AAADB3F}" srcOrd="5" destOrd="0" presId="urn:microsoft.com/office/officeart/2008/layout/RadialCluster"/>
    <dgm:cxn modelId="{29559A72-5EAD-4EBA-B16B-DB53657E0299}" type="presParOf" srcId="{5E52D266-CB75-4768-8AAD-3E1F25AADB5A}" destId="{D5C3917E-2284-4E85-847C-82C5C871E472}" srcOrd="6" destOrd="0" presId="urn:microsoft.com/office/officeart/2008/layout/RadialCluster"/>
    <dgm:cxn modelId="{908EAE80-FE21-4C39-A5D4-31C8FA10A3E5}" type="presParOf" srcId="{5E52D266-CB75-4768-8AAD-3E1F25AADB5A}" destId="{1503B29C-C796-4217-A6E0-D8D0E4C12287}" srcOrd="7" destOrd="0" presId="urn:microsoft.com/office/officeart/2008/layout/RadialCluster"/>
    <dgm:cxn modelId="{88105C48-CAB0-4F8A-ADCC-2C98020ED30C}" type="presParOf" srcId="{5E52D266-CB75-4768-8AAD-3E1F25AADB5A}" destId="{76784C24-975E-4373-9AB0-0D36214A64F1}" srcOrd="8" destOrd="0" presId="urn:microsoft.com/office/officeart/2008/layout/RadialCluster"/>
    <dgm:cxn modelId="{0DAF3D5A-2530-4C3E-8F80-E1F826BA4A03}" type="presParOf" srcId="{5E52D266-CB75-4768-8AAD-3E1F25AADB5A}" destId="{B23D5C2B-B6D2-4298-9DAF-A69442F1C2D7}" srcOrd="9" destOrd="0" presId="urn:microsoft.com/office/officeart/2008/layout/RadialCluster"/>
    <dgm:cxn modelId="{BC7CF5A9-ADB3-4904-B2E5-6EEB9AE9C93F}" type="presParOf" srcId="{5E52D266-CB75-4768-8AAD-3E1F25AADB5A}" destId="{635D6D0E-E44D-465D-9B55-5006A2372644}" srcOrd="10" destOrd="0" presId="urn:microsoft.com/office/officeart/2008/layout/RadialCluster"/>
    <dgm:cxn modelId="{EF7B19F2-A724-4421-A7A2-858E13A60F58}" type="presParOf" srcId="{5E52D266-CB75-4768-8AAD-3E1F25AADB5A}" destId="{645660FC-29F0-4ECD-9736-2F09D9960928}" srcOrd="11" destOrd="0" presId="urn:microsoft.com/office/officeart/2008/layout/RadialCluster"/>
    <dgm:cxn modelId="{AC3EBBCC-3344-4ECF-B120-5447CC47B44F}" type="presParOf" srcId="{5E52D266-CB75-4768-8AAD-3E1F25AADB5A}" destId="{EF6A00EF-2BA3-4AAD-B69B-A8E8767F6738}" srcOrd="12" destOrd="0" presId="urn:microsoft.com/office/officeart/2008/layout/RadialCluster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E97C37A-15F9-479B-99A3-F6B494A17A2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48CC3452-B333-4F90-887E-97722077E109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35712032-4428-4257-9017-747507727C01}" type="parTrans" cxnId="{6E5F6FAF-D8FF-4B9A-95AB-5E41E36C5067}">
      <dgm:prSet/>
      <dgm:spPr/>
      <dgm:t>
        <a:bodyPr/>
        <a:lstStyle/>
        <a:p>
          <a:endParaRPr lang="ru-RU"/>
        </a:p>
      </dgm:t>
    </dgm:pt>
    <dgm:pt modelId="{E4073338-D12C-4A4B-BB0F-7A4D7334FDF9}" type="sibTrans" cxnId="{6E5F6FAF-D8FF-4B9A-95AB-5E41E36C5067}">
      <dgm:prSet/>
      <dgm:spPr/>
      <dgm:t>
        <a:bodyPr/>
        <a:lstStyle/>
        <a:p>
          <a:endParaRPr lang="ru-RU"/>
        </a:p>
      </dgm:t>
    </dgm:pt>
    <dgm:pt modelId="{9B56D241-76D7-4251-B32B-D23DBA23DD57}">
      <dgm:prSet phldrT="[Текст]"/>
      <dgm:spPr/>
      <dgm:t>
        <a:bodyPr/>
        <a:lstStyle/>
        <a:p>
          <a:r>
            <a:rPr lang="ru-RU" dirty="0" smtClean="0"/>
            <a:t>Предоставляет 5 уровней логирования</a:t>
          </a:r>
          <a:endParaRPr lang="ru-RU" dirty="0"/>
        </a:p>
      </dgm:t>
    </dgm:pt>
    <dgm:pt modelId="{6FF665C2-6B19-4231-9619-04858625CE9E}" type="parTrans" cxnId="{8A696FEE-1277-452D-A088-A2A0DAE032E4}">
      <dgm:prSet/>
      <dgm:spPr/>
      <dgm:t>
        <a:bodyPr/>
        <a:lstStyle/>
        <a:p>
          <a:endParaRPr lang="ru-RU"/>
        </a:p>
      </dgm:t>
    </dgm:pt>
    <dgm:pt modelId="{033FF7EA-AA5C-45DB-95B2-A6FC5F7DCF5A}" type="sibTrans" cxnId="{8A696FEE-1277-452D-A088-A2A0DAE032E4}">
      <dgm:prSet/>
      <dgm:spPr/>
      <dgm:t>
        <a:bodyPr/>
        <a:lstStyle/>
        <a:p>
          <a:endParaRPr lang="ru-RU"/>
        </a:p>
      </dgm:t>
    </dgm:pt>
    <dgm:pt modelId="{D02487A7-D405-4913-B5D3-9E4B813ED8A3}">
      <dgm:prSet phldrT="[Текст]" custT="1"/>
      <dgm:spPr/>
      <dgm:t>
        <a:bodyPr/>
        <a:lstStyle/>
        <a:p>
          <a:r>
            <a:rPr lang="ru-RU" sz="2400" dirty="0" smtClean="0"/>
            <a:t>Внутренние функции</a:t>
          </a:r>
          <a:endParaRPr lang="ru-RU" sz="2400" dirty="0"/>
        </a:p>
      </dgm:t>
    </dgm:pt>
    <dgm:pt modelId="{5A3BC19E-47B9-4A58-9EB8-BD29DF168158}" type="parTrans" cxnId="{8C4092E5-17AE-4DF4-B0A6-9820210905D1}">
      <dgm:prSet/>
      <dgm:spPr/>
      <dgm:t>
        <a:bodyPr/>
        <a:lstStyle/>
        <a:p>
          <a:endParaRPr lang="ru-RU"/>
        </a:p>
      </dgm:t>
    </dgm:pt>
    <dgm:pt modelId="{94DB38CC-2E78-4908-B401-D8F6866C6328}" type="sibTrans" cxnId="{8C4092E5-17AE-4DF4-B0A6-9820210905D1}">
      <dgm:prSet/>
      <dgm:spPr/>
      <dgm:t>
        <a:bodyPr/>
        <a:lstStyle/>
        <a:p>
          <a:endParaRPr lang="ru-RU"/>
        </a:p>
      </dgm:t>
    </dgm:pt>
    <dgm:pt modelId="{8BFD0C5C-B51E-4EC7-ADD9-528DAF03ABF3}">
      <dgm:prSet phldrT="[Текст]"/>
      <dgm:spPr/>
      <dgm:t>
        <a:bodyPr/>
        <a:lstStyle/>
        <a:p>
          <a:r>
            <a:rPr lang="ru-RU" dirty="0" smtClean="0"/>
            <a:t>Записывает сообщения в лог-файлы в другом потоке</a:t>
          </a:r>
          <a:endParaRPr lang="ru-RU" dirty="0"/>
        </a:p>
      </dgm:t>
    </dgm:pt>
    <dgm:pt modelId="{BB8B7341-F9C0-4D44-BFF3-EF4184FB971B}" type="parTrans" cxnId="{EABBA5E9-2939-4F28-A387-DD26B4742B91}">
      <dgm:prSet/>
      <dgm:spPr/>
      <dgm:t>
        <a:bodyPr/>
        <a:lstStyle/>
        <a:p>
          <a:endParaRPr lang="ru-RU"/>
        </a:p>
      </dgm:t>
    </dgm:pt>
    <dgm:pt modelId="{F42BB69E-AF42-478D-B006-D93189C1974B}" type="sibTrans" cxnId="{EABBA5E9-2939-4F28-A387-DD26B4742B91}">
      <dgm:prSet/>
      <dgm:spPr/>
      <dgm:t>
        <a:bodyPr/>
        <a:lstStyle/>
        <a:p>
          <a:endParaRPr lang="ru-RU"/>
        </a:p>
      </dgm:t>
    </dgm:pt>
    <dgm:pt modelId="{E63A86B8-E71D-4DCF-8529-FC80F323294E}">
      <dgm:prSet phldrT="[Текст]"/>
      <dgm:spPr/>
      <dgm:t>
        <a:bodyPr/>
        <a:lstStyle/>
        <a:p>
          <a:r>
            <a:rPr lang="ru-RU" dirty="0" smtClean="0"/>
            <a:t>Выводит события в консоль в другом потоке и процессе</a:t>
          </a:r>
          <a:endParaRPr lang="ru-RU" dirty="0"/>
        </a:p>
      </dgm:t>
    </dgm:pt>
    <dgm:pt modelId="{47AF8924-2A5F-4625-AE87-F524E7E949DD}" type="parTrans" cxnId="{0A75C6FB-C679-4699-9B74-0EDF79087546}">
      <dgm:prSet/>
      <dgm:spPr/>
      <dgm:t>
        <a:bodyPr/>
        <a:lstStyle/>
        <a:p>
          <a:endParaRPr lang="ru-RU"/>
        </a:p>
      </dgm:t>
    </dgm:pt>
    <dgm:pt modelId="{B71E376A-E657-4C43-BF6D-716913A47424}" type="sibTrans" cxnId="{0A75C6FB-C679-4699-9B74-0EDF79087546}">
      <dgm:prSet/>
      <dgm:spPr/>
      <dgm:t>
        <a:bodyPr/>
        <a:lstStyle/>
        <a:p>
          <a:endParaRPr lang="ru-RU"/>
        </a:p>
      </dgm:t>
    </dgm:pt>
    <dgm:pt modelId="{055380E7-1356-4300-812C-461537FDAF9B}">
      <dgm:prSet phldrT="[Текст]"/>
      <dgm:spPr/>
      <dgm:t>
        <a:bodyPr/>
        <a:lstStyle/>
        <a:p>
          <a:r>
            <a:rPr lang="ru-RU" dirty="0" smtClean="0"/>
            <a:t>Регулирует интервал времени использования файла</a:t>
          </a:r>
          <a:endParaRPr lang="ru-RU" dirty="0"/>
        </a:p>
      </dgm:t>
    </dgm:pt>
    <dgm:pt modelId="{75C7FA51-3E92-4F51-A151-B733AF643E08}" type="parTrans" cxnId="{292E37D6-5817-418F-8356-00BAA360ED99}">
      <dgm:prSet/>
      <dgm:spPr/>
      <dgm:t>
        <a:bodyPr/>
        <a:lstStyle/>
        <a:p>
          <a:endParaRPr lang="ru-RU"/>
        </a:p>
      </dgm:t>
    </dgm:pt>
    <dgm:pt modelId="{1BF5A7B9-846E-49DC-AE12-12C6C253096B}" type="sibTrans" cxnId="{292E37D6-5817-418F-8356-00BAA360ED99}">
      <dgm:prSet/>
      <dgm:spPr/>
      <dgm:t>
        <a:bodyPr/>
        <a:lstStyle/>
        <a:p>
          <a:endParaRPr lang="ru-RU"/>
        </a:p>
      </dgm:t>
    </dgm:pt>
    <dgm:pt modelId="{36FF98E9-5656-4EF7-8B92-CC6F2A5F3655}">
      <dgm:prSet phldrT="[Текст]"/>
      <dgm:spPr/>
      <dgm:t>
        <a:bodyPr/>
        <a:lstStyle/>
        <a:p>
          <a:r>
            <a:rPr lang="ru-RU" dirty="0" smtClean="0"/>
            <a:t>Регулирует интервал времени хранения файла</a:t>
          </a:r>
          <a:endParaRPr lang="ru-RU" dirty="0"/>
        </a:p>
      </dgm:t>
    </dgm:pt>
    <dgm:pt modelId="{8E8E9C50-21B7-4177-99CD-CFA3DFF060E1}" type="parTrans" cxnId="{E9A4FEA3-CFB4-4EE6-8C72-DE0E32EC7C9E}">
      <dgm:prSet/>
      <dgm:spPr/>
      <dgm:t>
        <a:bodyPr/>
        <a:lstStyle/>
        <a:p>
          <a:endParaRPr lang="ru-RU"/>
        </a:p>
      </dgm:t>
    </dgm:pt>
    <dgm:pt modelId="{CF367263-300A-4100-B1C8-2469043859E7}" type="sibTrans" cxnId="{E9A4FEA3-CFB4-4EE6-8C72-DE0E32EC7C9E}">
      <dgm:prSet/>
      <dgm:spPr/>
      <dgm:t>
        <a:bodyPr/>
        <a:lstStyle/>
        <a:p>
          <a:endParaRPr lang="ru-RU"/>
        </a:p>
      </dgm:t>
    </dgm:pt>
    <dgm:pt modelId="{A765A4A8-D9EA-411B-BB69-52A9710F2630}">
      <dgm:prSet phldrT="[Текст]"/>
      <dgm:spPr/>
      <dgm:t>
        <a:bodyPr/>
        <a:lstStyle/>
        <a:p>
          <a:endParaRPr lang="ru-RU" dirty="0"/>
        </a:p>
      </dgm:t>
    </dgm:pt>
    <dgm:pt modelId="{EA7E045F-72D8-4A79-B9BB-E4709CC8F5FF}" type="parTrans" cxnId="{A6156309-2BA0-4C3C-9452-55FC45A16B5C}">
      <dgm:prSet/>
      <dgm:spPr/>
      <dgm:t>
        <a:bodyPr/>
        <a:lstStyle/>
        <a:p>
          <a:endParaRPr lang="ru-RU"/>
        </a:p>
      </dgm:t>
    </dgm:pt>
    <dgm:pt modelId="{7C87BFC3-5B3B-466A-AA3A-26DFAF5EB4D8}" type="sibTrans" cxnId="{A6156309-2BA0-4C3C-9452-55FC45A16B5C}">
      <dgm:prSet/>
      <dgm:spPr/>
      <dgm:t>
        <a:bodyPr/>
        <a:lstStyle/>
        <a:p>
          <a:endParaRPr lang="ru-RU"/>
        </a:p>
      </dgm:t>
    </dgm:pt>
    <dgm:pt modelId="{C10E8076-8318-4B9B-A3D2-9D98281FA950}" type="pres">
      <dgm:prSet presAssocID="{DE97C37A-15F9-479B-99A3-F6B494A17A2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44F0C9A-3648-4916-982F-AF9587978149}" type="pres">
      <dgm:prSet presAssocID="{48CC3452-B333-4F90-887E-97722077E109}" presName="parentText" presStyleLbl="node1" presStyleIdx="0" presStyleCnt="2" custScaleY="105672" custLinFactNeighborX="-124" custLinFactNeighborY="-19469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2725D4B-59A7-40CF-AA8E-A27EC37530B2}" type="pres">
      <dgm:prSet presAssocID="{48CC3452-B333-4F90-887E-97722077E109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C5C9815-44A2-4551-A509-FE6F0947C3DB}" type="pres">
      <dgm:prSet presAssocID="{D02487A7-D405-4913-B5D3-9E4B813ED8A3}" presName="parentText" presStyleLbl="node1" presStyleIdx="1" presStyleCnt="2" custScaleY="105672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4271FDF-D644-48A5-8BBB-391AF85E26F5}" type="pres">
      <dgm:prSet presAssocID="{D02487A7-D405-4913-B5D3-9E4B813ED8A3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5C6F249-C43F-44BD-A69C-06024208D4CD}" type="presOf" srcId="{D02487A7-D405-4913-B5D3-9E4B813ED8A3}" destId="{6C5C9815-44A2-4551-A509-FE6F0947C3DB}" srcOrd="0" destOrd="0" presId="urn:microsoft.com/office/officeart/2005/8/layout/vList2"/>
    <dgm:cxn modelId="{292E37D6-5817-418F-8356-00BAA360ED99}" srcId="{D02487A7-D405-4913-B5D3-9E4B813ED8A3}" destId="{055380E7-1356-4300-812C-461537FDAF9B}" srcOrd="2" destOrd="0" parTransId="{75C7FA51-3E92-4F51-A151-B733AF643E08}" sibTransId="{1BF5A7B9-846E-49DC-AE12-12C6C253096B}"/>
    <dgm:cxn modelId="{BB4D84FE-B35E-426F-AB9F-453154F18EFF}" type="presOf" srcId="{E63A86B8-E71D-4DCF-8529-FC80F323294E}" destId="{84271FDF-D644-48A5-8BBB-391AF85E26F5}" srcOrd="0" destOrd="1" presId="urn:microsoft.com/office/officeart/2005/8/layout/vList2"/>
    <dgm:cxn modelId="{6E5F6FAF-D8FF-4B9A-95AB-5E41E36C5067}" srcId="{DE97C37A-15F9-479B-99A3-F6B494A17A28}" destId="{48CC3452-B333-4F90-887E-97722077E109}" srcOrd="0" destOrd="0" parTransId="{35712032-4428-4257-9017-747507727C01}" sibTransId="{E4073338-D12C-4A4B-BB0F-7A4D7334FDF9}"/>
    <dgm:cxn modelId="{65FDA107-F44B-492D-A4B2-474539DB3F44}" type="presOf" srcId="{A765A4A8-D9EA-411B-BB69-52A9710F2630}" destId="{84271FDF-D644-48A5-8BBB-391AF85E26F5}" srcOrd="0" destOrd="4" presId="urn:microsoft.com/office/officeart/2005/8/layout/vList2"/>
    <dgm:cxn modelId="{6CF9AE95-5CBE-4130-BDA5-89517B80A488}" type="presOf" srcId="{48CC3452-B333-4F90-887E-97722077E109}" destId="{A44F0C9A-3648-4916-982F-AF9587978149}" srcOrd="0" destOrd="0" presId="urn:microsoft.com/office/officeart/2005/8/layout/vList2"/>
    <dgm:cxn modelId="{8C4092E5-17AE-4DF4-B0A6-9820210905D1}" srcId="{DE97C37A-15F9-479B-99A3-F6B494A17A28}" destId="{D02487A7-D405-4913-B5D3-9E4B813ED8A3}" srcOrd="1" destOrd="0" parTransId="{5A3BC19E-47B9-4A58-9EB8-BD29DF168158}" sibTransId="{94DB38CC-2E78-4908-B401-D8F6866C6328}"/>
    <dgm:cxn modelId="{8A696FEE-1277-452D-A088-A2A0DAE032E4}" srcId="{48CC3452-B333-4F90-887E-97722077E109}" destId="{9B56D241-76D7-4251-B32B-D23DBA23DD57}" srcOrd="0" destOrd="0" parTransId="{6FF665C2-6B19-4231-9619-04858625CE9E}" sibTransId="{033FF7EA-AA5C-45DB-95B2-A6FC5F7DCF5A}"/>
    <dgm:cxn modelId="{EABBA5E9-2939-4F28-A387-DD26B4742B91}" srcId="{D02487A7-D405-4913-B5D3-9E4B813ED8A3}" destId="{8BFD0C5C-B51E-4EC7-ADD9-528DAF03ABF3}" srcOrd="0" destOrd="0" parTransId="{BB8B7341-F9C0-4D44-BFF3-EF4184FB971B}" sibTransId="{F42BB69E-AF42-478D-B006-D93189C1974B}"/>
    <dgm:cxn modelId="{0A75C6FB-C679-4699-9B74-0EDF79087546}" srcId="{D02487A7-D405-4913-B5D3-9E4B813ED8A3}" destId="{E63A86B8-E71D-4DCF-8529-FC80F323294E}" srcOrd="1" destOrd="0" parTransId="{47AF8924-2A5F-4625-AE87-F524E7E949DD}" sibTransId="{B71E376A-E657-4C43-BF6D-716913A47424}"/>
    <dgm:cxn modelId="{ACECFABB-76FA-40CD-9BBD-5943CA621126}" type="presOf" srcId="{DE97C37A-15F9-479B-99A3-F6B494A17A28}" destId="{C10E8076-8318-4B9B-A3D2-9D98281FA950}" srcOrd="0" destOrd="0" presId="urn:microsoft.com/office/officeart/2005/8/layout/vList2"/>
    <dgm:cxn modelId="{A6156309-2BA0-4C3C-9452-55FC45A16B5C}" srcId="{D02487A7-D405-4913-B5D3-9E4B813ED8A3}" destId="{A765A4A8-D9EA-411B-BB69-52A9710F2630}" srcOrd="4" destOrd="0" parTransId="{EA7E045F-72D8-4A79-B9BB-E4709CC8F5FF}" sibTransId="{7C87BFC3-5B3B-466A-AA3A-26DFAF5EB4D8}"/>
    <dgm:cxn modelId="{37AA7197-7AF4-41DC-87A5-948259B6B358}" type="presOf" srcId="{36FF98E9-5656-4EF7-8B92-CC6F2A5F3655}" destId="{84271FDF-D644-48A5-8BBB-391AF85E26F5}" srcOrd="0" destOrd="3" presId="urn:microsoft.com/office/officeart/2005/8/layout/vList2"/>
    <dgm:cxn modelId="{A8E51018-5A4E-4B00-952F-D37BA21810CA}" type="presOf" srcId="{9B56D241-76D7-4251-B32B-D23DBA23DD57}" destId="{F2725D4B-59A7-40CF-AA8E-A27EC37530B2}" srcOrd="0" destOrd="0" presId="urn:microsoft.com/office/officeart/2005/8/layout/vList2"/>
    <dgm:cxn modelId="{E9A4FEA3-CFB4-4EE6-8C72-DE0E32EC7C9E}" srcId="{D02487A7-D405-4913-B5D3-9E4B813ED8A3}" destId="{36FF98E9-5656-4EF7-8B92-CC6F2A5F3655}" srcOrd="3" destOrd="0" parTransId="{8E8E9C50-21B7-4177-99CD-CFA3DFF060E1}" sibTransId="{CF367263-300A-4100-B1C8-2469043859E7}"/>
    <dgm:cxn modelId="{10FBC9D2-A87E-47C9-90AC-21A4E8F04A6E}" type="presOf" srcId="{055380E7-1356-4300-812C-461537FDAF9B}" destId="{84271FDF-D644-48A5-8BBB-391AF85E26F5}" srcOrd="0" destOrd="2" presId="urn:microsoft.com/office/officeart/2005/8/layout/vList2"/>
    <dgm:cxn modelId="{928B8612-29A1-4AF7-8C9C-B2E81B819C0C}" type="presOf" srcId="{8BFD0C5C-B51E-4EC7-ADD9-528DAF03ABF3}" destId="{84271FDF-D644-48A5-8BBB-391AF85E26F5}" srcOrd="0" destOrd="0" presId="urn:microsoft.com/office/officeart/2005/8/layout/vList2"/>
    <dgm:cxn modelId="{8A6C2138-6402-4452-9E4D-3C076A465B77}" type="presParOf" srcId="{C10E8076-8318-4B9B-A3D2-9D98281FA950}" destId="{A44F0C9A-3648-4916-982F-AF9587978149}" srcOrd="0" destOrd="0" presId="urn:microsoft.com/office/officeart/2005/8/layout/vList2"/>
    <dgm:cxn modelId="{D0F92004-6579-41C3-A714-E6EDACAF1E01}" type="presParOf" srcId="{C10E8076-8318-4B9B-A3D2-9D98281FA950}" destId="{F2725D4B-59A7-40CF-AA8E-A27EC37530B2}" srcOrd="1" destOrd="0" presId="urn:microsoft.com/office/officeart/2005/8/layout/vList2"/>
    <dgm:cxn modelId="{0A75F33F-A9F7-4CF5-B884-15CA5ACF7B1A}" type="presParOf" srcId="{C10E8076-8318-4B9B-A3D2-9D98281FA950}" destId="{6C5C9815-44A2-4551-A509-FE6F0947C3DB}" srcOrd="2" destOrd="0" presId="urn:microsoft.com/office/officeart/2005/8/layout/vList2"/>
    <dgm:cxn modelId="{5BA7020F-13A4-483D-8003-BB6D7E210669}" type="presParOf" srcId="{C10E8076-8318-4B9B-A3D2-9D98281FA950}" destId="{84271FDF-D644-48A5-8BBB-391AF85E26F5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654343-DB53-42AB-A74A-F1B8C77FC7A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ru-RU"/>
        </a:p>
      </dgm:t>
    </dgm:pt>
    <dgm:pt modelId="{2E623F1E-8BE3-4C3D-8265-19EDBBBD0197}">
      <dgm:prSet phldrT="[Текст]" custT="1"/>
      <dgm:spPr/>
      <dgm:t>
        <a:bodyPr/>
        <a:lstStyle/>
        <a:p>
          <a:r>
            <a:rPr lang="ru-RU" sz="2400" dirty="0" smtClean="0"/>
            <a:t>Функции библиотеки</a:t>
          </a:r>
          <a:endParaRPr lang="ru-RU" sz="2400" dirty="0"/>
        </a:p>
      </dgm:t>
    </dgm:pt>
    <dgm:pt modelId="{DC9D396A-E0D1-49AA-A782-4C3FBF25DB9D}" type="parTrans" cxnId="{1DC3C6B9-EDD0-4B3C-817F-3B6C7FA796B1}">
      <dgm:prSet/>
      <dgm:spPr/>
      <dgm:t>
        <a:bodyPr/>
        <a:lstStyle/>
        <a:p>
          <a:endParaRPr lang="ru-RU"/>
        </a:p>
      </dgm:t>
    </dgm:pt>
    <dgm:pt modelId="{D487729C-3736-4AB6-8A23-244116BE78F6}" type="sibTrans" cxnId="{1DC3C6B9-EDD0-4B3C-817F-3B6C7FA796B1}">
      <dgm:prSet/>
      <dgm:spPr/>
      <dgm:t>
        <a:bodyPr/>
        <a:lstStyle/>
        <a:p>
          <a:endParaRPr lang="ru-RU"/>
        </a:p>
      </dgm:t>
    </dgm:pt>
    <dgm:pt modelId="{79306A6F-DF62-4B70-AEAA-7AACBA933274}">
      <dgm:prSet phldrT="[Текст]"/>
      <dgm:spPr/>
      <dgm:t>
        <a:bodyPr/>
        <a:lstStyle/>
        <a:p>
          <a:r>
            <a:rPr lang="ru-RU" dirty="0" smtClean="0"/>
            <a:t>Прочитать/записать текстовый файл</a:t>
          </a:r>
          <a:endParaRPr lang="ru-RU" dirty="0"/>
        </a:p>
      </dgm:t>
    </dgm:pt>
    <dgm:pt modelId="{ED6D6C32-A6A4-4F53-BECD-31DF94AB2F2D}" type="parTrans" cxnId="{BAC2D091-19B2-47EA-A560-CF3C9EE07EEE}">
      <dgm:prSet/>
      <dgm:spPr/>
      <dgm:t>
        <a:bodyPr/>
        <a:lstStyle/>
        <a:p>
          <a:endParaRPr lang="ru-RU"/>
        </a:p>
      </dgm:t>
    </dgm:pt>
    <dgm:pt modelId="{3C0A9A96-F363-4021-A337-B08E7E4FF28B}" type="sibTrans" cxnId="{BAC2D091-19B2-47EA-A560-CF3C9EE07EEE}">
      <dgm:prSet/>
      <dgm:spPr/>
      <dgm:t>
        <a:bodyPr/>
        <a:lstStyle/>
        <a:p>
          <a:endParaRPr lang="ru-RU"/>
        </a:p>
      </dgm:t>
    </dgm:pt>
    <dgm:pt modelId="{1EF42ADA-5F02-4E46-BE50-FEA15D3D173E}">
      <dgm:prSet phldrT="[Текст]" custT="1"/>
      <dgm:spPr/>
      <dgm:t>
        <a:bodyPr/>
        <a:lstStyle/>
        <a:p>
          <a:r>
            <a:rPr lang="ru-RU" sz="2400" dirty="0" smtClean="0"/>
            <a:t>Проверка при работе с файлами</a:t>
          </a:r>
          <a:endParaRPr lang="ru-RU" sz="2400" dirty="0"/>
        </a:p>
      </dgm:t>
    </dgm:pt>
    <dgm:pt modelId="{3C59A9C2-E01F-46D5-B3B1-192E43353452}" type="parTrans" cxnId="{6436DBCA-1735-4B6C-96BD-2870F8DDD555}">
      <dgm:prSet/>
      <dgm:spPr/>
      <dgm:t>
        <a:bodyPr/>
        <a:lstStyle/>
        <a:p>
          <a:endParaRPr lang="ru-RU"/>
        </a:p>
      </dgm:t>
    </dgm:pt>
    <dgm:pt modelId="{16D47AF7-45E3-4CA0-A461-E4B2D347912E}" type="sibTrans" cxnId="{6436DBCA-1735-4B6C-96BD-2870F8DDD555}">
      <dgm:prSet/>
      <dgm:spPr/>
      <dgm:t>
        <a:bodyPr/>
        <a:lstStyle/>
        <a:p>
          <a:endParaRPr lang="ru-RU"/>
        </a:p>
      </dgm:t>
    </dgm:pt>
    <dgm:pt modelId="{573D393A-66A2-446E-BFEF-C3FBF1C42C84}">
      <dgm:prSet phldrT="[Текст]"/>
      <dgm:spPr/>
      <dgm:t>
        <a:bodyPr/>
        <a:lstStyle/>
        <a:p>
          <a:r>
            <a:rPr lang="ru-RU" dirty="0" smtClean="0"/>
            <a:t>Проверка на существование файла</a:t>
          </a:r>
          <a:endParaRPr lang="ru-RU" dirty="0"/>
        </a:p>
      </dgm:t>
    </dgm:pt>
    <dgm:pt modelId="{8FB5C8FE-E193-41CA-9D85-84904BACA977}" type="parTrans" cxnId="{48A65D49-CABF-4D36-AE62-7F08CF0329A8}">
      <dgm:prSet/>
      <dgm:spPr/>
      <dgm:t>
        <a:bodyPr/>
        <a:lstStyle/>
        <a:p>
          <a:endParaRPr lang="ru-RU"/>
        </a:p>
      </dgm:t>
    </dgm:pt>
    <dgm:pt modelId="{20177508-7C4A-44B7-9491-F2F874B79DF0}" type="sibTrans" cxnId="{48A65D49-CABF-4D36-AE62-7F08CF0329A8}">
      <dgm:prSet/>
      <dgm:spPr/>
      <dgm:t>
        <a:bodyPr/>
        <a:lstStyle/>
        <a:p>
          <a:endParaRPr lang="ru-RU"/>
        </a:p>
      </dgm:t>
    </dgm:pt>
    <dgm:pt modelId="{6BC8465F-F152-4B2B-B6B0-8BEFA793F1E3}">
      <dgm:prSet phldrT="[Текст]"/>
      <dgm:spPr/>
      <dgm:t>
        <a:bodyPr/>
        <a:lstStyle/>
        <a:p>
          <a:r>
            <a:rPr lang="ru-RU" dirty="0" smtClean="0"/>
            <a:t>Прочитать/записать </a:t>
          </a:r>
          <a:r>
            <a:rPr lang="en-US" dirty="0" smtClean="0"/>
            <a:t>JSON-</a:t>
          </a:r>
          <a:r>
            <a:rPr lang="ru-RU" dirty="0" smtClean="0"/>
            <a:t>файл</a:t>
          </a:r>
          <a:endParaRPr lang="ru-RU" dirty="0"/>
        </a:p>
      </dgm:t>
    </dgm:pt>
    <dgm:pt modelId="{9A34D1F0-FD46-4312-B06F-D5D631444813}" type="parTrans" cxnId="{3CD1693C-FD15-4008-95EC-E01AA2B4F014}">
      <dgm:prSet/>
      <dgm:spPr/>
      <dgm:t>
        <a:bodyPr/>
        <a:lstStyle/>
        <a:p>
          <a:endParaRPr lang="ru-RU"/>
        </a:p>
      </dgm:t>
    </dgm:pt>
    <dgm:pt modelId="{A9B214D6-FC85-452E-A1AA-6CACFC7D5066}" type="sibTrans" cxnId="{3CD1693C-FD15-4008-95EC-E01AA2B4F014}">
      <dgm:prSet/>
      <dgm:spPr/>
      <dgm:t>
        <a:bodyPr/>
        <a:lstStyle/>
        <a:p>
          <a:endParaRPr lang="ru-RU"/>
        </a:p>
      </dgm:t>
    </dgm:pt>
    <dgm:pt modelId="{A11CB2FD-A157-4C68-83D6-C4C5B942172A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соответствие шаблону</a:t>
          </a:r>
          <a:endParaRPr lang="ru-RU" dirty="0"/>
        </a:p>
      </dgm:t>
    </dgm:pt>
    <dgm:pt modelId="{0253DC1D-0C3C-405D-93F7-80D19AD67065}" type="parTrans" cxnId="{F3B4AF9B-7FE3-40D3-BA22-E241A2CE68FB}">
      <dgm:prSet/>
      <dgm:spPr/>
      <dgm:t>
        <a:bodyPr/>
        <a:lstStyle/>
        <a:p>
          <a:endParaRPr lang="ru-RU"/>
        </a:p>
      </dgm:t>
    </dgm:pt>
    <dgm:pt modelId="{72CE49A4-A530-4D9D-B4FC-D654EF8E746F}" type="sibTrans" cxnId="{F3B4AF9B-7FE3-40D3-BA22-E241A2CE68FB}">
      <dgm:prSet/>
      <dgm:spPr/>
      <dgm:t>
        <a:bodyPr/>
        <a:lstStyle/>
        <a:p>
          <a:endParaRPr lang="ru-RU"/>
        </a:p>
      </dgm:t>
    </dgm:pt>
    <dgm:pt modelId="{6EC4C7A0-7E2A-47DE-B2E1-3DBF10A006E4}">
      <dgm:prSet phldrT="[Текст]"/>
      <dgm:spPr/>
      <dgm:t>
        <a:bodyPr/>
        <a:lstStyle/>
        <a:p>
          <a:r>
            <a:rPr lang="ru-RU" dirty="0" smtClean="0"/>
            <a:t>Проверка на открытие файла</a:t>
          </a:r>
          <a:endParaRPr lang="ru-RU" dirty="0"/>
        </a:p>
      </dgm:t>
    </dgm:pt>
    <dgm:pt modelId="{153CCD8A-EEDE-42A6-83D5-2DBF09F852E6}" type="parTrans" cxnId="{A077084D-BD82-48E8-9493-C824B2A7DEC1}">
      <dgm:prSet/>
      <dgm:spPr/>
      <dgm:t>
        <a:bodyPr/>
        <a:lstStyle/>
        <a:p>
          <a:endParaRPr lang="ru-RU"/>
        </a:p>
      </dgm:t>
    </dgm:pt>
    <dgm:pt modelId="{18B62E41-65DF-4ED6-9329-DB071B0EAC9F}" type="sibTrans" cxnId="{A077084D-BD82-48E8-9493-C824B2A7DEC1}">
      <dgm:prSet/>
      <dgm:spPr/>
      <dgm:t>
        <a:bodyPr/>
        <a:lstStyle/>
        <a:p>
          <a:endParaRPr lang="ru-RU"/>
        </a:p>
      </dgm:t>
    </dgm:pt>
    <dgm:pt modelId="{017FE366-74F1-4A0F-BBA6-BE17472606E3}">
      <dgm:prSet phldrT="[Текст]"/>
      <dgm:spPr/>
      <dgm:t>
        <a:bodyPr/>
        <a:lstStyle/>
        <a:p>
          <a:r>
            <a:rPr lang="ru-RU" dirty="0" smtClean="0"/>
            <a:t>Проверка на ошибки во время чтения/записи файла</a:t>
          </a:r>
          <a:endParaRPr lang="ru-RU" dirty="0"/>
        </a:p>
      </dgm:t>
    </dgm:pt>
    <dgm:pt modelId="{6204BB66-3532-4E4F-B7A3-5D564691C70E}" type="parTrans" cxnId="{ABE72B95-550F-4C6F-A736-9AEE0A6AFA42}">
      <dgm:prSet/>
      <dgm:spPr/>
      <dgm:t>
        <a:bodyPr/>
        <a:lstStyle/>
        <a:p>
          <a:endParaRPr lang="ru-RU"/>
        </a:p>
      </dgm:t>
    </dgm:pt>
    <dgm:pt modelId="{84425D09-E092-4EB6-A849-487EBDBB914D}" type="sibTrans" cxnId="{ABE72B95-550F-4C6F-A736-9AEE0A6AFA42}">
      <dgm:prSet/>
      <dgm:spPr/>
      <dgm:t>
        <a:bodyPr/>
        <a:lstStyle/>
        <a:p>
          <a:endParaRPr lang="ru-RU"/>
        </a:p>
      </dgm:t>
    </dgm:pt>
    <dgm:pt modelId="{F0E2124C-8CCA-471D-943A-B8A9321110B7}">
      <dgm:prSet phldrT="[Текст]"/>
      <dgm:spPr/>
      <dgm:t>
        <a:bodyPr/>
        <a:lstStyle/>
        <a:p>
          <a:r>
            <a:rPr lang="ru-RU" dirty="0" smtClean="0"/>
            <a:t>Проверить </a:t>
          </a:r>
          <a:r>
            <a:rPr lang="en-US" dirty="0" smtClean="0"/>
            <a:t>JSON-</a:t>
          </a:r>
          <a:r>
            <a:rPr lang="ru-RU" dirty="0" smtClean="0"/>
            <a:t>структуру на целостность</a:t>
          </a:r>
          <a:endParaRPr lang="ru-RU" dirty="0"/>
        </a:p>
      </dgm:t>
    </dgm:pt>
    <dgm:pt modelId="{D19A251A-1BA9-4500-9FB7-8EEA4BC32A72}" type="parTrans" cxnId="{23BCE721-A79D-4BBF-8558-5F1141562632}">
      <dgm:prSet/>
      <dgm:spPr/>
      <dgm:t>
        <a:bodyPr/>
        <a:lstStyle/>
        <a:p>
          <a:endParaRPr lang="ru-RU"/>
        </a:p>
      </dgm:t>
    </dgm:pt>
    <dgm:pt modelId="{0EB1B89D-68F3-4204-9BA3-DFD1C3A4526A}" type="sibTrans" cxnId="{23BCE721-A79D-4BBF-8558-5F1141562632}">
      <dgm:prSet/>
      <dgm:spPr/>
      <dgm:t>
        <a:bodyPr/>
        <a:lstStyle/>
        <a:p>
          <a:endParaRPr lang="ru-RU"/>
        </a:p>
      </dgm:t>
    </dgm:pt>
    <dgm:pt modelId="{8997A8C5-71D1-4253-A406-6EEF7A742701}" type="pres">
      <dgm:prSet presAssocID="{43654343-DB53-42AB-A74A-F1B8C77FC7AB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B9E4810E-52F3-40F0-9593-6C037BA1D12A}" type="pres">
      <dgm:prSet presAssocID="{2E623F1E-8BE3-4C3D-8265-19EDBBBD0197}" presName="parentText" presStyleLbl="node1" presStyleIdx="0" presStyleCnt="2" custScaleX="100000" custScaleY="106750" custLinFactNeighborY="-4833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25A264F-F3DF-4EEC-8B66-102C93BB9818}" type="pres">
      <dgm:prSet presAssocID="{2E623F1E-8BE3-4C3D-8265-19EDBBBD0197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57F1F5C-6D75-4492-8EF1-6580ED92ACAF}" type="pres">
      <dgm:prSet presAssocID="{1EF42ADA-5F02-4E46-BE50-FEA15D3D173E}" presName="parentText" presStyleLbl="node1" presStyleIdx="1" presStyleCnt="2" custScaleX="100000" custScaleY="106750" custLinFactNeighborX="187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57A1B8A-9783-4C29-9201-29A02D448FA4}" type="pres">
      <dgm:prSet presAssocID="{1EF42ADA-5F02-4E46-BE50-FEA15D3D173E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23BCE721-A79D-4BBF-8558-5F1141562632}" srcId="{2E623F1E-8BE3-4C3D-8265-19EDBBBD0197}" destId="{F0E2124C-8CCA-471D-943A-B8A9321110B7}" srcOrd="3" destOrd="0" parTransId="{D19A251A-1BA9-4500-9FB7-8EEA4BC32A72}" sibTransId="{0EB1B89D-68F3-4204-9BA3-DFD1C3A4526A}"/>
    <dgm:cxn modelId="{F3B4AF9B-7FE3-40D3-BA22-E241A2CE68FB}" srcId="{2E623F1E-8BE3-4C3D-8265-19EDBBBD0197}" destId="{A11CB2FD-A157-4C68-83D6-C4C5B942172A}" srcOrd="2" destOrd="0" parTransId="{0253DC1D-0C3C-405D-93F7-80D19AD67065}" sibTransId="{72CE49A4-A530-4D9D-B4FC-D654EF8E746F}"/>
    <dgm:cxn modelId="{6CF4803D-F75D-4A12-AC1C-B72C879BD512}" type="presOf" srcId="{1EF42ADA-5F02-4E46-BE50-FEA15D3D173E}" destId="{557F1F5C-6D75-4492-8EF1-6580ED92ACAF}" srcOrd="0" destOrd="0" presId="urn:microsoft.com/office/officeart/2005/8/layout/vList2"/>
    <dgm:cxn modelId="{4D98B2F0-948C-433F-8FFC-AAC710408A78}" type="presOf" srcId="{F0E2124C-8CCA-471D-943A-B8A9321110B7}" destId="{625A264F-F3DF-4EEC-8B66-102C93BB9818}" srcOrd="0" destOrd="3" presId="urn:microsoft.com/office/officeart/2005/8/layout/vList2"/>
    <dgm:cxn modelId="{BAC2D091-19B2-47EA-A560-CF3C9EE07EEE}" srcId="{2E623F1E-8BE3-4C3D-8265-19EDBBBD0197}" destId="{79306A6F-DF62-4B70-AEAA-7AACBA933274}" srcOrd="0" destOrd="0" parTransId="{ED6D6C32-A6A4-4F53-BECD-31DF94AB2F2D}" sibTransId="{3C0A9A96-F363-4021-A337-B08E7E4FF28B}"/>
    <dgm:cxn modelId="{ABE72B95-550F-4C6F-A736-9AEE0A6AFA42}" srcId="{1EF42ADA-5F02-4E46-BE50-FEA15D3D173E}" destId="{017FE366-74F1-4A0F-BBA6-BE17472606E3}" srcOrd="2" destOrd="0" parTransId="{6204BB66-3532-4E4F-B7A3-5D564691C70E}" sibTransId="{84425D09-E092-4EB6-A849-487EBDBB914D}"/>
    <dgm:cxn modelId="{D817F523-88F6-435B-AF3D-410EB41D04C7}" type="presOf" srcId="{79306A6F-DF62-4B70-AEAA-7AACBA933274}" destId="{625A264F-F3DF-4EEC-8B66-102C93BB9818}" srcOrd="0" destOrd="0" presId="urn:microsoft.com/office/officeart/2005/8/layout/vList2"/>
    <dgm:cxn modelId="{48A65D49-CABF-4D36-AE62-7F08CF0329A8}" srcId="{1EF42ADA-5F02-4E46-BE50-FEA15D3D173E}" destId="{573D393A-66A2-446E-BFEF-C3FBF1C42C84}" srcOrd="0" destOrd="0" parTransId="{8FB5C8FE-E193-41CA-9D85-84904BACA977}" sibTransId="{20177508-7C4A-44B7-9491-F2F874B79DF0}"/>
    <dgm:cxn modelId="{C3CFC676-C5FC-4571-B86C-5A148CFD44A5}" type="presOf" srcId="{6EC4C7A0-7E2A-47DE-B2E1-3DBF10A006E4}" destId="{657A1B8A-9783-4C29-9201-29A02D448FA4}" srcOrd="0" destOrd="1" presId="urn:microsoft.com/office/officeart/2005/8/layout/vList2"/>
    <dgm:cxn modelId="{64AA8193-3439-4C5F-B251-813F4773F941}" type="presOf" srcId="{43654343-DB53-42AB-A74A-F1B8C77FC7AB}" destId="{8997A8C5-71D1-4253-A406-6EEF7A742701}" srcOrd="0" destOrd="0" presId="urn:microsoft.com/office/officeart/2005/8/layout/vList2"/>
    <dgm:cxn modelId="{F10569FF-8F86-4F84-B533-45D6AE975FD5}" type="presOf" srcId="{A11CB2FD-A157-4C68-83D6-C4C5B942172A}" destId="{625A264F-F3DF-4EEC-8B66-102C93BB9818}" srcOrd="0" destOrd="2" presId="urn:microsoft.com/office/officeart/2005/8/layout/vList2"/>
    <dgm:cxn modelId="{A077084D-BD82-48E8-9493-C824B2A7DEC1}" srcId="{1EF42ADA-5F02-4E46-BE50-FEA15D3D173E}" destId="{6EC4C7A0-7E2A-47DE-B2E1-3DBF10A006E4}" srcOrd="1" destOrd="0" parTransId="{153CCD8A-EEDE-42A6-83D5-2DBF09F852E6}" sibTransId="{18B62E41-65DF-4ED6-9329-DB071B0EAC9F}"/>
    <dgm:cxn modelId="{050D1CCC-6CCB-47AC-B1B0-006D5C3B9463}" type="presOf" srcId="{017FE366-74F1-4A0F-BBA6-BE17472606E3}" destId="{657A1B8A-9783-4C29-9201-29A02D448FA4}" srcOrd="0" destOrd="2" presId="urn:microsoft.com/office/officeart/2005/8/layout/vList2"/>
    <dgm:cxn modelId="{CAD3D820-E2B7-4353-8121-030808F9E88E}" type="presOf" srcId="{2E623F1E-8BE3-4C3D-8265-19EDBBBD0197}" destId="{B9E4810E-52F3-40F0-9593-6C037BA1D12A}" srcOrd="0" destOrd="0" presId="urn:microsoft.com/office/officeart/2005/8/layout/vList2"/>
    <dgm:cxn modelId="{3CD1693C-FD15-4008-95EC-E01AA2B4F014}" srcId="{2E623F1E-8BE3-4C3D-8265-19EDBBBD0197}" destId="{6BC8465F-F152-4B2B-B6B0-8BEFA793F1E3}" srcOrd="1" destOrd="0" parTransId="{9A34D1F0-FD46-4312-B06F-D5D631444813}" sibTransId="{A9B214D6-FC85-452E-A1AA-6CACFC7D5066}"/>
    <dgm:cxn modelId="{1DC3C6B9-EDD0-4B3C-817F-3B6C7FA796B1}" srcId="{43654343-DB53-42AB-A74A-F1B8C77FC7AB}" destId="{2E623F1E-8BE3-4C3D-8265-19EDBBBD0197}" srcOrd="0" destOrd="0" parTransId="{DC9D396A-E0D1-49AA-A782-4C3FBF25DB9D}" sibTransId="{D487729C-3736-4AB6-8A23-244116BE78F6}"/>
    <dgm:cxn modelId="{8D2F85D3-D5F7-4AFE-ACBB-57AD0CD0C668}" type="presOf" srcId="{6BC8465F-F152-4B2B-B6B0-8BEFA793F1E3}" destId="{625A264F-F3DF-4EEC-8B66-102C93BB9818}" srcOrd="0" destOrd="1" presId="urn:microsoft.com/office/officeart/2005/8/layout/vList2"/>
    <dgm:cxn modelId="{E8D8967D-C691-4B22-97CC-DB357D43275D}" type="presOf" srcId="{573D393A-66A2-446E-BFEF-C3FBF1C42C84}" destId="{657A1B8A-9783-4C29-9201-29A02D448FA4}" srcOrd="0" destOrd="0" presId="urn:microsoft.com/office/officeart/2005/8/layout/vList2"/>
    <dgm:cxn modelId="{6436DBCA-1735-4B6C-96BD-2870F8DDD555}" srcId="{43654343-DB53-42AB-A74A-F1B8C77FC7AB}" destId="{1EF42ADA-5F02-4E46-BE50-FEA15D3D173E}" srcOrd="1" destOrd="0" parTransId="{3C59A9C2-E01F-46D5-B3B1-192E43353452}" sibTransId="{16D47AF7-45E3-4CA0-A461-E4B2D347912E}"/>
    <dgm:cxn modelId="{B0F92AEA-C73F-4AC3-ADE5-AD6CDED41AA6}" type="presParOf" srcId="{8997A8C5-71D1-4253-A406-6EEF7A742701}" destId="{B9E4810E-52F3-40F0-9593-6C037BA1D12A}" srcOrd="0" destOrd="0" presId="urn:microsoft.com/office/officeart/2005/8/layout/vList2"/>
    <dgm:cxn modelId="{E4A5257F-7DB9-4081-9EE2-928FC54713AA}" type="presParOf" srcId="{8997A8C5-71D1-4253-A406-6EEF7A742701}" destId="{625A264F-F3DF-4EEC-8B66-102C93BB9818}" srcOrd="1" destOrd="0" presId="urn:microsoft.com/office/officeart/2005/8/layout/vList2"/>
    <dgm:cxn modelId="{637DB6D7-B307-41C3-8B70-014AB2C84E55}" type="presParOf" srcId="{8997A8C5-71D1-4253-A406-6EEF7A742701}" destId="{557F1F5C-6D75-4492-8EF1-6580ED92ACAF}" srcOrd="2" destOrd="0" presId="urn:microsoft.com/office/officeart/2005/8/layout/vList2"/>
    <dgm:cxn modelId="{C7445A9E-61AD-411A-98E4-88100172EE7C}" type="presParOf" srcId="{8997A8C5-71D1-4253-A406-6EEF7A742701}" destId="{657A1B8A-9783-4C29-9201-29A02D448FA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E145B5-E82A-4088-B9C8-A19C1E589F7B}" type="doc">
      <dgm:prSet loTypeId="urn:microsoft.com/office/officeart/2005/8/layout/hProcess9" loCatId="process" qsTypeId="urn:microsoft.com/office/officeart/2005/8/quickstyle/simple1" qsCatId="simple" csTypeId="urn:microsoft.com/office/officeart/2005/8/colors/accent1_2" csCatId="accent1" phldr="1"/>
      <dgm:spPr/>
    </dgm:pt>
    <dgm:pt modelId="{EA6E4585-6F70-409F-AEF8-6DDFF603097B}">
      <dgm:prSet phldrT="[Текст]"/>
      <dgm:spPr/>
      <dgm:t>
        <a:bodyPr/>
        <a:lstStyle/>
        <a:p>
          <a:r>
            <a:rPr lang="en-US" dirty="0" smtClean="0"/>
            <a:t>Converter</a:t>
          </a:r>
          <a:endParaRPr lang="ru-RU" dirty="0" smtClean="0"/>
        </a:p>
        <a:p>
          <a:r>
            <a:rPr lang="en-US" dirty="0" smtClean="0"/>
            <a:t>JSON</a:t>
          </a:r>
          <a:endParaRPr lang="ru-RU" dirty="0"/>
        </a:p>
      </dgm:t>
    </dgm:pt>
    <dgm:pt modelId="{EB87C571-E9EA-44FE-AF9E-18063CFD0C39}" type="parTrans" cxnId="{11623C04-D7AE-4604-BF56-F5E5DD861A64}">
      <dgm:prSet/>
      <dgm:spPr/>
      <dgm:t>
        <a:bodyPr/>
        <a:lstStyle/>
        <a:p>
          <a:endParaRPr lang="ru-RU"/>
        </a:p>
      </dgm:t>
    </dgm:pt>
    <dgm:pt modelId="{2A190A93-80C5-4978-A099-572CFD93B6B9}" type="sibTrans" cxnId="{11623C04-D7AE-4604-BF56-F5E5DD861A64}">
      <dgm:prSet/>
      <dgm:spPr/>
      <dgm:t>
        <a:bodyPr/>
        <a:lstStyle/>
        <a:p>
          <a:endParaRPr lang="ru-RU"/>
        </a:p>
      </dgm:t>
    </dgm:pt>
    <dgm:pt modelId="{E74BE7AA-AD2C-478B-B544-897806E38AD1}">
      <dgm:prSet phldrT="[Текст]"/>
      <dgm:spPr/>
      <dgm:t>
        <a:bodyPr/>
        <a:lstStyle/>
        <a:p>
          <a:r>
            <a:rPr lang="en-US" dirty="0" smtClean="0"/>
            <a:t>Inverted</a:t>
          </a:r>
          <a:endParaRPr lang="ru-RU" dirty="0" smtClean="0"/>
        </a:p>
        <a:p>
          <a:r>
            <a:rPr lang="en-US" dirty="0" smtClean="0"/>
            <a:t>Index</a:t>
          </a:r>
          <a:endParaRPr lang="ru-RU" dirty="0"/>
        </a:p>
      </dgm:t>
    </dgm:pt>
    <dgm:pt modelId="{49C289C0-664C-40B2-8678-A2EB77CF65D4}" type="parTrans" cxnId="{DFC1066F-519F-4605-847C-62AE5AF88A45}">
      <dgm:prSet/>
      <dgm:spPr/>
      <dgm:t>
        <a:bodyPr/>
        <a:lstStyle/>
        <a:p>
          <a:endParaRPr lang="ru-RU"/>
        </a:p>
      </dgm:t>
    </dgm:pt>
    <dgm:pt modelId="{61D21387-DAE6-4EDC-AAC6-1B6E0B2B8DE0}" type="sibTrans" cxnId="{DFC1066F-519F-4605-847C-62AE5AF88A45}">
      <dgm:prSet/>
      <dgm:spPr/>
      <dgm:t>
        <a:bodyPr/>
        <a:lstStyle/>
        <a:p>
          <a:endParaRPr lang="ru-RU"/>
        </a:p>
      </dgm:t>
    </dgm:pt>
    <dgm:pt modelId="{0AC6EE5B-94F5-4AF5-A317-22BCDC0A5716}">
      <dgm:prSet/>
      <dgm:spPr/>
      <dgm:t>
        <a:bodyPr/>
        <a:lstStyle/>
        <a:p>
          <a:r>
            <a:rPr lang="en-US" dirty="0" smtClean="0"/>
            <a:t>Documents</a:t>
          </a:r>
          <a:endParaRPr lang="ru-RU" dirty="0"/>
        </a:p>
      </dgm:t>
    </dgm:pt>
    <dgm:pt modelId="{CB42B11A-19DB-4B80-A525-194C04436E70}" type="parTrans" cxnId="{21B0756E-49D9-4E09-B21A-6D2F2639C75F}">
      <dgm:prSet/>
      <dgm:spPr/>
      <dgm:t>
        <a:bodyPr/>
        <a:lstStyle/>
        <a:p>
          <a:endParaRPr lang="ru-RU"/>
        </a:p>
      </dgm:t>
    </dgm:pt>
    <dgm:pt modelId="{E9637C63-B39C-42E1-A7D6-481AB222D018}" type="sibTrans" cxnId="{21B0756E-49D9-4E09-B21A-6D2F2639C75F}">
      <dgm:prSet/>
      <dgm:spPr/>
      <dgm:t>
        <a:bodyPr/>
        <a:lstStyle/>
        <a:p>
          <a:endParaRPr lang="ru-RU"/>
        </a:p>
      </dgm:t>
    </dgm:pt>
    <dgm:pt modelId="{AE6076AB-81D2-4D9E-9485-9A81ACE96751}">
      <dgm:prSet/>
      <dgm:spPr/>
      <dgm:t>
        <a:bodyPr/>
        <a:lstStyle/>
        <a:p>
          <a:r>
            <a:rPr lang="en-US" dirty="0" smtClean="0"/>
            <a:t>Requests</a:t>
          </a:r>
          <a:endParaRPr lang="ru-RU" dirty="0"/>
        </a:p>
      </dgm:t>
    </dgm:pt>
    <dgm:pt modelId="{3F6B56EA-0963-4989-B913-4C2714B96351}" type="parTrans" cxnId="{4E5905B5-6802-493B-AC02-0972B855CCD8}">
      <dgm:prSet/>
      <dgm:spPr/>
      <dgm:t>
        <a:bodyPr/>
        <a:lstStyle/>
        <a:p>
          <a:endParaRPr lang="ru-RU"/>
        </a:p>
      </dgm:t>
    </dgm:pt>
    <dgm:pt modelId="{562D2339-2BDB-4C4B-A1D6-11204852CB25}" type="sibTrans" cxnId="{4E5905B5-6802-493B-AC02-0972B855CCD8}">
      <dgm:prSet/>
      <dgm:spPr/>
      <dgm:t>
        <a:bodyPr/>
        <a:lstStyle/>
        <a:p>
          <a:endParaRPr lang="ru-RU"/>
        </a:p>
      </dgm:t>
    </dgm:pt>
    <dgm:pt modelId="{7788D2E0-1B12-4FD0-962D-537B22CD4366}">
      <dgm:prSet/>
      <dgm:spPr/>
      <dgm:t>
        <a:bodyPr/>
        <a:lstStyle/>
        <a:p>
          <a:r>
            <a:rPr lang="en-US" dirty="0" smtClean="0"/>
            <a:t>Relevant</a:t>
          </a:r>
          <a:endParaRPr lang="ru-RU" dirty="0" smtClean="0"/>
        </a:p>
        <a:p>
          <a:r>
            <a:rPr lang="en-US" dirty="0" smtClean="0"/>
            <a:t>Response</a:t>
          </a:r>
          <a:endParaRPr lang="ru-RU" dirty="0"/>
        </a:p>
      </dgm:t>
    </dgm:pt>
    <dgm:pt modelId="{E582B4CF-9E55-4AD8-8E16-6B2F4B48E951}" type="parTrans" cxnId="{4873B57B-8954-4722-8F6A-8957B71868A7}">
      <dgm:prSet/>
      <dgm:spPr/>
      <dgm:t>
        <a:bodyPr/>
        <a:lstStyle/>
        <a:p>
          <a:endParaRPr lang="ru-RU"/>
        </a:p>
      </dgm:t>
    </dgm:pt>
    <dgm:pt modelId="{CEFE41B2-04AC-4636-B717-B364E7DC6187}" type="sibTrans" cxnId="{4873B57B-8954-4722-8F6A-8957B71868A7}">
      <dgm:prSet/>
      <dgm:spPr/>
      <dgm:t>
        <a:bodyPr/>
        <a:lstStyle/>
        <a:p>
          <a:endParaRPr lang="ru-RU"/>
        </a:p>
      </dgm:t>
    </dgm:pt>
    <dgm:pt modelId="{5D4360AA-390F-403F-A4BA-A7B665FF8967}" type="pres">
      <dgm:prSet presAssocID="{22E145B5-E82A-4088-B9C8-A19C1E589F7B}" presName="CompostProcess" presStyleCnt="0">
        <dgm:presLayoutVars>
          <dgm:dir/>
          <dgm:resizeHandles val="exact"/>
        </dgm:presLayoutVars>
      </dgm:prSet>
      <dgm:spPr/>
    </dgm:pt>
    <dgm:pt modelId="{A10362D1-A377-43A9-BD1F-AD314ADD2D68}" type="pres">
      <dgm:prSet presAssocID="{22E145B5-E82A-4088-B9C8-A19C1E589F7B}" presName="arrow" presStyleLbl="bgShp" presStyleIdx="0" presStyleCnt="1"/>
      <dgm:spPr>
        <a:solidFill>
          <a:srgbClr val="DFE8E8"/>
        </a:solidFill>
      </dgm:spPr>
      <dgm:t>
        <a:bodyPr/>
        <a:lstStyle/>
        <a:p>
          <a:endParaRPr lang="ru-RU"/>
        </a:p>
      </dgm:t>
    </dgm:pt>
    <dgm:pt modelId="{0F39B2D2-3919-49C6-A79D-15ED4305780E}" type="pres">
      <dgm:prSet presAssocID="{22E145B5-E82A-4088-B9C8-A19C1E589F7B}" presName="linearProcess" presStyleCnt="0"/>
      <dgm:spPr/>
    </dgm:pt>
    <dgm:pt modelId="{0A15E6E4-35BF-4314-8C3D-ED211E2F9958}" type="pres">
      <dgm:prSet presAssocID="{EA6E4585-6F70-409F-AEF8-6DDFF603097B}" presName="tex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6181FE23-3E21-49B3-BC9F-410A92DCFEBD}" type="pres">
      <dgm:prSet presAssocID="{2A190A93-80C5-4978-A099-572CFD93B6B9}" presName="sibTrans" presStyleCnt="0"/>
      <dgm:spPr/>
    </dgm:pt>
    <dgm:pt modelId="{F054BA0B-B3F7-4B6B-BD2F-4AE8F4442468}" type="pres">
      <dgm:prSet presAssocID="{0AC6EE5B-94F5-4AF5-A317-22BCDC0A5716}" presName="text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9B674C4-C6D6-43BD-AA2D-959FB3B7D3FA}" type="pres">
      <dgm:prSet presAssocID="{E9637C63-B39C-42E1-A7D6-481AB222D018}" presName="sibTrans" presStyleCnt="0"/>
      <dgm:spPr/>
    </dgm:pt>
    <dgm:pt modelId="{DC4AEBBC-A52D-40F6-9146-7F10088A6B32}" type="pres">
      <dgm:prSet presAssocID="{E74BE7AA-AD2C-478B-B544-897806E38AD1}" presName="text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65DECA6-36C8-43CE-8D9E-544F5BFE0609}" type="pres">
      <dgm:prSet presAssocID="{61D21387-DAE6-4EDC-AAC6-1B6E0B2B8DE0}" presName="sibTrans" presStyleCnt="0"/>
      <dgm:spPr/>
    </dgm:pt>
    <dgm:pt modelId="{014D856F-0A4A-4760-9506-E63C9F5DE09D}" type="pres">
      <dgm:prSet presAssocID="{AE6076AB-81D2-4D9E-9485-9A81ACE96751}" presName="text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CF8F01A-A651-490E-BEFC-5C1A5DBC1425}" type="pres">
      <dgm:prSet presAssocID="{562D2339-2BDB-4C4B-A1D6-11204852CB25}" presName="sibTrans" presStyleCnt="0"/>
      <dgm:spPr/>
    </dgm:pt>
    <dgm:pt modelId="{2EF5CFF0-CC5C-43EE-B44D-1D53039F8A29}" type="pres">
      <dgm:prSet presAssocID="{7788D2E0-1B12-4FD0-962D-537B22CD4366}" presName="text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B7A34A39-771E-4D17-AB67-B86CAFF7426F}" type="presOf" srcId="{22E145B5-E82A-4088-B9C8-A19C1E589F7B}" destId="{5D4360AA-390F-403F-A4BA-A7B665FF8967}" srcOrd="0" destOrd="0" presId="urn:microsoft.com/office/officeart/2005/8/layout/hProcess9"/>
    <dgm:cxn modelId="{759803FA-91B2-47F5-B533-1244B8012BE0}" type="presOf" srcId="{7788D2E0-1B12-4FD0-962D-537B22CD4366}" destId="{2EF5CFF0-CC5C-43EE-B44D-1D53039F8A29}" srcOrd="0" destOrd="0" presId="urn:microsoft.com/office/officeart/2005/8/layout/hProcess9"/>
    <dgm:cxn modelId="{11623C04-D7AE-4604-BF56-F5E5DD861A64}" srcId="{22E145B5-E82A-4088-B9C8-A19C1E589F7B}" destId="{EA6E4585-6F70-409F-AEF8-6DDFF603097B}" srcOrd="0" destOrd="0" parTransId="{EB87C571-E9EA-44FE-AF9E-18063CFD0C39}" sibTransId="{2A190A93-80C5-4978-A099-572CFD93B6B9}"/>
    <dgm:cxn modelId="{7D44C1DF-6DAA-4194-B40E-62A7694ED93B}" type="presOf" srcId="{0AC6EE5B-94F5-4AF5-A317-22BCDC0A5716}" destId="{F054BA0B-B3F7-4B6B-BD2F-4AE8F4442468}" srcOrd="0" destOrd="0" presId="urn:microsoft.com/office/officeart/2005/8/layout/hProcess9"/>
    <dgm:cxn modelId="{B8B78095-F49D-4B14-AD35-26BB40DAF5C6}" type="presOf" srcId="{EA6E4585-6F70-409F-AEF8-6DDFF603097B}" destId="{0A15E6E4-35BF-4314-8C3D-ED211E2F9958}" srcOrd="0" destOrd="0" presId="urn:microsoft.com/office/officeart/2005/8/layout/hProcess9"/>
    <dgm:cxn modelId="{21B0756E-49D9-4E09-B21A-6D2F2639C75F}" srcId="{22E145B5-E82A-4088-B9C8-A19C1E589F7B}" destId="{0AC6EE5B-94F5-4AF5-A317-22BCDC0A5716}" srcOrd="1" destOrd="0" parTransId="{CB42B11A-19DB-4B80-A525-194C04436E70}" sibTransId="{E9637C63-B39C-42E1-A7D6-481AB222D018}"/>
    <dgm:cxn modelId="{5CD4F533-BDEB-4025-9A6E-2875FE56EE0C}" type="presOf" srcId="{AE6076AB-81D2-4D9E-9485-9A81ACE96751}" destId="{014D856F-0A4A-4760-9506-E63C9F5DE09D}" srcOrd="0" destOrd="0" presId="urn:microsoft.com/office/officeart/2005/8/layout/hProcess9"/>
    <dgm:cxn modelId="{4873B57B-8954-4722-8F6A-8957B71868A7}" srcId="{22E145B5-E82A-4088-B9C8-A19C1E589F7B}" destId="{7788D2E0-1B12-4FD0-962D-537B22CD4366}" srcOrd="4" destOrd="0" parTransId="{E582B4CF-9E55-4AD8-8E16-6B2F4B48E951}" sibTransId="{CEFE41B2-04AC-4636-B717-B364E7DC6187}"/>
    <dgm:cxn modelId="{4E5905B5-6802-493B-AC02-0972B855CCD8}" srcId="{22E145B5-E82A-4088-B9C8-A19C1E589F7B}" destId="{AE6076AB-81D2-4D9E-9485-9A81ACE96751}" srcOrd="3" destOrd="0" parTransId="{3F6B56EA-0963-4989-B913-4C2714B96351}" sibTransId="{562D2339-2BDB-4C4B-A1D6-11204852CB25}"/>
    <dgm:cxn modelId="{DFC1066F-519F-4605-847C-62AE5AF88A45}" srcId="{22E145B5-E82A-4088-B9C8-A19C1E589F7B}" destId="{E74BE7AA-AD2C-478B-B544-897806E38AD1}" srcOrd="2" destOrd="0" parTransId="{49C289C0-664C-40B2-8678-A2EB77CF65D4}" sibTransId="{61D21387-DAE6-4EDC-AAC6-1B6E0B2B8DE0}"/>
    <dgm:cxn modelId="{CFBFF8AF-CC67-4E25-83AA-4CEB29B92D01}" type="presOf" srcId="{E74BE7AA-AD2C-478B-B544-897806E38AD1}" destId="{DC4AEBBC-A52D-40F6-9146-7F10088A6B32}" srcOrd="0" destOrd="0" presId="urn:microsoft.com/office/officeart/2005/8/layout/hProcess9"/>
    <dgm:cxn modelId="{EA43E3AC-777E-4233-8A88-6F6C0E7AB63D}" type="presParOf" srcId="{5D4360AA-390F-403F-A4BA-A7B665FF8967}" destId="{A10362D1-A377-43A9-BD1F-AD314ADD2D68}" srcOrd="0" destOrd="0" presId="urn:microsoft.com/office/officeart/2005/8/layout/hProcess9"/>
    <dgm:cxn modelId="{65EE2737-B8C4-4E92-8857-42F8DD4643E6}" type="presParOf" srcId="{5D4360AA-390F-403F-A4BA-A7B665FF8967}" destId="{0F39B2D2-3919-49C6-A79D-15ED4305780E}" srcOrd="1" destOrd="0" presId="urn:microsoft.com/office/officeart/2005/8/layout/hProcess9"/>
    <dgm:cxn modelId="{3F22A6F3-B75B-4D22-B3AA-D5C0207DA9F9}" type="presParOf" srcId="{0F39B2D2-3919-49C6-A79D-15ED4305780E}" destId="{0A15E6E4-35BF-4314-8C3D-ED211E2F9958}" srcOrd="0" destOrd="0" presId="urn:microsoft.com/office/officeart/2005/8/layout/hProcess9"/>
    <dgm:cxn modelId="{5CA9E1E1-F658-4D60-8DE6-A5C7685388B2}" type="presParOf" srcId="{0F39B2D2-3919-49C6-A79D-15ED4305780E}" destId="{6181FE23-3E21-49B3-BC9F-410A92DCFEBD}" srcOrd="1" destOrd="0" presId="urn:microsoft.com/office/officeart/2005/8/layout/hProcess9"/>
    <dgm:cxn modelId="{3F21F56B-6EC0-46BC-B925-5D2D965D0D1F}" type="presParOf" srcId="{0F39B2D2-3919-49C6-A79D-15ED4305780E}" destId="{F054BA0B-B3F7-4B6B-BD2F-4AE8F4442468}" srcOrd="2" destOrd="0" presId="urn:microsoft.com/office/officeart/2005/8/layout/hProcess9"/>
    <dgm:cxn modelId="{E85A9F5D-FACD-4444-BBBE-727ED73C3120}" type="presParOf" srcId="{0F39B2D2-3919-49C6-A79D-15ED4305780E}" destId="{E9B674C4-C6D6-43BD-AA2D-959FB3B7D3FA}" srcOrd="3" destOrd="0" presId="urn:microsoft.com/office/officeart/2005/8/layout/hProcess9"/>
    <dgm:cxn modelId="{E96F45BF-9DDA-4C98-929F-171319DF99AC}" type="presParOf" srcId="{0F39B2D2-3919-49C6-A79D-15ED4305780E}" destId="{DC4AEBBC-A52D-40F6-9146-7F10088A6B32}" srcOrd="4" destOrd="0" presId="urn:microsoft.com/office/officeart/2005/8/layout/hProcess9"/>
    <dgm:cxn modelId="{EF346BD9-6825-491E-BB84-4BAC0AB257F1}" type="presParOf" srcId="{0F39B2D2-3919-49C6-A79D-15ED4305780E}" destId="{565DECA6-36C8-43CE-8D9E-544F5BFE0609}" srcOrd="5" destOrd="0" presId="urn:microsoft.com/office/officeart/2005/8/layout/hProcess9"/>
    <dgm:cxn modelId="{8438F71D-9E72-40FD-9207-1CDFE6A92EED}" type="presParOf" srcId="{0F39B2D2-3919-49C6-A79D-15ED4305780E}" destId="{014D856F-0A4A-4760-9506-E63C9F5DE09D}" srcOrd="6" destOrd="0" presId="urn:microsoft.com/office/officeart/2005/8/layout/hProcess9"/>
    <dgm:cxn modelId="{19B4CBE0-314E-4CC2-AB84-A8BCBE12888D}" type="presParOf" srcId="{0F39B2D2-3919-49C6-A79D-15ED4305780E}" destId="{FCF8F01A-A651-490E-BEFC-5C1A5DBC1425}" srcOrd="7" destOrd="0" presId="urn:microsoft.com/office/officeart/2005/8/layout/hProcess9"/>
    <dgm:cxn modelId="{C434FDF4-0C56-4BA5-9466-C230AA5A91D7}" type="presParOf" srcId="{0F39B2D2-3919-49C6-A79D-15ED4305780E}" destId="{2EF5CFF0-CC5C-43EE-B44D-1D53039F8A2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RadialCluster">
  <dgm:title val=""/>
  <dgm:desc val=""/>
  <dgm:catLst>
    <dgm:cat type="relationship" pri="19500"/>
    <dgm:cat type="cycle" pri="1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chMax val="1"/>
      <dgm:chPref val="1"/>
      <dgm:dir/>
      <dgm:animOne val="branch"/>
      <dgm:animLvl val="lvl"/>
    </dgm:varLst>
    <dgm:alg type="composite">
      <dgm:param type="ar" val="1.00"/>
    </dgm:alg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 ch" ptType="node node" cnt="1 0" func="cnt" op="equ" val="1">
            <dgm:constrLst>
              <dgm:constr type="l" for="ch" forName="textCenter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r" for="ch" forName="cycle_1" refType="w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5" axis="ch ch" ptType="node node" cnt="1 0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6" axis="ch ch" ptType="node node" cnt="1 0" func="cnt" op="equ" val="3">
            <dgm:choose name="Name7">
              <dgm:if name="Name8" axis="ch ch ch" ptType="node node node" st="1 2 0" cnt="1 1 0" func="cnt" op="equ" val="1">
                <dgm:choose name="Name9">
                  <dgm:if name="Name10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12">
                <dgm:choose name="Name13">
                  <dgm:if name="Name14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15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r" for="ch" forName="cycle_2" refType="w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l" for="ch" forName="cycle_3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16" axis="ch ch" ptType="node node" cnt="1 0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r" for="ch" forName="cycle_2" refType="w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l" for="ch" forName="cycle_4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17" axis="ch ch" ptType="node node" cnt="1 0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r" for="ch" forName="cycle_3" refType="w" fact="0.89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l" for="ch" forName="cycle_4" refType="w" fact="0.11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18" axis="ch ch" ptType="node node" cnt="1 0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r" for="ch" forName="cycle_2" refType="w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r" for="ch" forName="cycle_3" refType="w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l" for="ch" forName="cycle_5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l" for="ch" forName="cycle_6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19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r" for="ch" forName="cycle_2" refType="w" fact="0.938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r" for="ch" forName="cycle_3" refType="w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r" for="ch" forName="cycle_4" refType="w" fact="0.8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l" for="ch" forName="cycle_5" refType="w" fact="0.2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l" for="ch" forName="cycle_6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l" for="ch" forName="cycle_7" refType="w" fact="0.062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if>
      <dgm:else name="Name20">
        <dgm:choose name="Name21">
          <dgm:if name="Name22" axis="ch ch" ptType="node node" func="cnt" op="equ" val="1">
            <dgm:constrLst>
              <dgm:constr type="r" for="ch" forName="textCenter" refType="w"/>
              <dgm:constr type="ctrY" for="ch" forName="textCenter" refType="h" fact="0.5"/>
              <dgm:constr type="w" for="ch" forName="textCenter" refType="w" fact="0.32"/>
              <dgm:constr type="h" for="ch" forName="textCenter" refType="w" refFor="ch" refForName="textCenter"/>
              <dgm:constr type="l" for="ch" forName="cycle_1"/>
              <dgm:constr type="ctrY" for="ch" forName="cycle_1" refType="h" fact="0.5"/>
              <dgm:constr type="w" for="ch" forName="cycle_1" refType="w" fact="0.56"/>
              <dgm:constr type="h" for="ch" forName="cycle_1" refType="h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userS" for="des" ptType="node" refType="w" refFor="ch" refForName="textCenter" fact="0.67"/>
            </dgm:constrLst>
          </dgm:if>
          <dgm:if name="Name23" axis="ch ch" ptType="node node" func="cnt" op="equ" val="2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5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/>
              <dgm:constr type="h" for="ch" forName="cycle_1" refType="h" fact="0.34"/>
              <dgm:constr type="ctrX" for="ch" forName="cycle_2" refType="w" fact="0.5"/>
              <dgm:constr type="b" for="ch" forName="cycle_2" refType="h"/>
              <dgm:constr type="w" for="ch" forName="cycle_2" refType="w"/>
              <dgm:constr type="h" for="ch" forName="cycle_2" refType="h" fact="0.34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userS" for="des" ptType="node" refType="w" refFor="ch" refForName="textCenter" fact="0.67"/>
            </dgm:constrLst>
          </dgm:if>
          <dgm:if name="Name24" axis="ch ch" ptType="node node" func="cnt" op="equ" val="3">
            <dgm:choose name="Name25">
              <dgm:if name="Name26" axis="ch ch ch" ptType="node node node" st="1 2 0" cnt="1 1 0" func="cnt" op="equ" val="1">
                <dgm:choose name="Name27">
                  <dgm:if name="Name28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29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 fact="0.85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if>
              <dgm:else name="Name30">
                <dgm:choose name="Name31">
                  <dgm:if name="Name32" axis="ch ch ch" ptType="node node node" st="1 3 0" cnt="1 1 0" func="cnt" op="equ" val="1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 fact="0.85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if>
                  <dgm:else name="Name33">
                    <dgm:constrLst>
                      <dgm:constr type="ctrX" for="ch" forName="textCenter" refType="w" fact="0.5"/>
                      <dgm:constr type="t" for="ch" forName="textCenter" refType="h" fact="0.436"/>
                      <dgm:constr type="w" for="ch" forName="textCenter" refType="w" fact="0.21"/>
                      <dgm:constr type="h" for="ch" forName="textCenter" refType="w" refFor="ch" refForName="textCenter"/>
                      <dgm:constr type="ctrX" for="ch" forName="cycle_1" refType="w" fact="0.5"/>
                      <dgm:constr type="t" for="ch" forName="cycle_1"/>
                      <dgm:constr type="w" for="ch" forName="cycle_1" refType="w" fact="0.61"/>
                      <dgm:constr type="h" for="ch" forName="cycle_1" refType="h" fact="0.36"/>
                      <dgm:constr type="diam" for="ch" forName="cycle_1" refType="w" fact="0.5"/>
                      <dgm:constr type="l" for="ch" forName="cycle_2"/>
                      <dgm:constr type="b" for="ch" forName="cycle_2" refType="h"/>
                      <dgm:constr type="w" for="ch" forName="cycle_2" refType="w" fact="0.46"/>
                      <dgm:constr type="h" for="ch" forName="cycle_2" refType="h" fact="0.54"/>
                      <dgm:constr type="diam" for="ch" forName="cycle_2" refType="w" fact="0.5"/>
                      <dgm:constr type="r" for="ch" forName="cycle_3" refType="w"/>
                      <dgm:constr type="b" for="ch" forName="cycle_3" refType="h"/>
                      <dgm:constr type="w" for="ch" forName="cycle_3" refType="w" fact="0.46"/>
                      <dgm:constr type="h" for="ch" forName="cycle_3" refType="h" fact="0.54"/>
                      <dgm:constr type="diam" for="ch" forName="cycle_3" refType="w" fact="0.5"/>
                      <dgm:constr type="primFontSz" for="ch" forName="textCenter" val="65"/>
                      <dgm:constr type="primFontSz" for="des" forName="childCenter1" val="65"/>
                      <dgm:constr type="primFontSz" for="des" forName="text1" op="equ" val="65"/>
                      <dgm:constr type="primFontSz" for="des" forName="childCenter2" refType="primFontSz" refFor="des" refForName="childCenter1" op="equ"/>
                      <dgm:constr type="primFontSz" for="des" forName="text2" refType="primFontSz" refFor="des" refForName="text1" op="equ"/>
                      <dgm:constr type="primFontSz" for="des" forName="childCenter3" refType="primFontSz" refFor="des" refForName="childCenter1" op="equ"/>
                      <dgm:constr type="primFontSz" for="des" forName="text3" refType="primFontSz" refFor="des" refForName="text1" op="equ"/>
                      <dgm:constr type="userS" for="des" ptType="node" refType="w" refFor="ch" refForName="textCenter" fact="0.67"/>
                    </dgm:constrLst>
                  </dgm:else>
                </dgm:choose>
              </dgm:else>
            </dgm:choose>
          </dgm:if>
          <dgm:if name="Name34" axis="ch ch" ptType="node node" func="cnt" op="equ" val="4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5"/>
              <dgm:constr type="h" for="ch" forName="cycle_1" refType="h" fact="0.33"/>
              <dgm:constr type="l" for="ch" forName="cycle_2"/>
              <dgm:constr type="ctrY" for="ch" forName="cycle_2" refType="h" fact="0.5"/>
              <dgm:constr type="w" for="ch" forName="cycle_2" refType="w" fact="0.33"/>
              <dgm:constr type="h" for="ch" forName="cycle_2" refType="h" fact="0.5"/>
              <dgm:constr type="ctrX" for="ch" forName="cycle_3" refType="w" fact="0.5"/>
              <dgm:constr type="b" for="ch" forName="cycle_3" refType="h"/>
              <dgm:constr type="w" for="ch" forName="cycle_3" refType="w" fact="0.5"/>
              <dgm:constr type="h" for="ch" forName="cycle_3" refType="h" fact="0.33"/>
              <dgm:constr type="r" for="ch" forName="cycle_4" refType="w"/>
              <dgm:constr type="ctrY" for="ch" forName="cycle_4" refType="h" fact="0.5"/>
              <dgm:constr type="w" for="ch" forName="cycle_4" refType="w" fact="0.33"/>
              <dgm:constr type="h" for="ch" forName="cycle_4" refType="h" fact="0.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userS" for="des" ptType="node" refType="w" refFor="ch" refForName="textCenter" fact="0.67"/>
            </dgm:constrLst>
          </dgm:if>
          <dgm:if name="Name35" axis="ch ch" ptType="node node" func="cnt" op="equ" val="5">
            <dgm:constrLst>
              <dgm:constr type="ctrX" for="ch" forName="textCenter" refType="w" fact="0.5"/>
              <dgm:constr type="t" for="ch" forName="textCenter" refType="h" fact="0.42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24"/>
              <dgm:constr type="w" for="ch" forName="cycle_2" refType="w" fact="0.33"/>
              <dgm:constr type="h" for="ch" forName="cycle_2" refType="w" refFor="ch" refForName="cycle_2"/>
              <dgm:constr type="l" for="ch" forName="cycle_3" refType="w" fact="0.11"/>
              <dgm:constr type="b" for="ch" forName="cycle_3" refType="h"/>
              <dgm:constr type="w" for="ch" forName="cycle_3" refType="w" fact="0.33"/>
              <dgm:constr type="h" for="ch" forName="cycle_3" refType="w" refFor="ch" refForName="cycle_3"/>
              <dgm:constr type="r" for="ch" forName="cycle_4" refType="w" fact="0.89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t" for="ch" forName="cycle_5" refType="h" fact="0.24"/>
              <dgm:constr type="w" for="ch" forName="cycle_5" refType="w" fact="0.33"/>
              <dgm:constr type="h" for="ch" forName="cycle_5" refType="w" refFor="ch" refForName="cycle_5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userS" for="des" ptType="node" refType="w" refFor="ch" refForName="textCenter" fact="0.67"/>
            </dgm:constrLst>
          </dgm:if>
          <dgm:if name="Name36" axis="ch ch" ptType="node node" func="cnt" op="equ" val="6">
            <dgm:constrLst>
              <dgm:constr type="ctrX" for="ch" forName="textCenter" refType="w" fact="0.5"/>
              <dgm:constr type="ctrY" for="ch" forName="textCenter" refType="h" fact="0.5"/>
              <dgm:constr type="w" for="ch" forName="textCenter" refType="w" fact="0.2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33"/>
              <dgm:constr type="h" for="ch" forName="cycle_1" refType="w" refFor="ch" refForName="cycle_1"/>
              <dgm:constr type="l" for="ch" forName="cycle_2"/>
              <dgm:constr type="t" for="ch" forName="cycle_2" refType="h" fact="0.17"/>
              <dgm:constr type="w" for="ch" forName="cycle_2" refType="w" fact="0.33"/>
              <dgm:constr type="h" for="ch" forName="cycle_2" refType="w" refFor="ch" refForName="cycle_2"/>
              <dgm:constr type="l" for="ch" forName="cycle_3"/>
              <dgm:constr type="b" for="ch" forName="cycle_3" refType="h" fact="0.83"/>
              <dgm:constr type="w" for="ch" forName="cycle_3" refType="w" fact="0.33"/>
              <dgm:constr type="h" for="ch" forName="cycle_3" refType="w" refFor="ch" refForName="cycle_3"/>
              <dgm:constr type="ctrX" for="ch" forName="cycle_4" refType="w" fact="0.5"/>
              <dgm:constr type="b" for="ch" forName="cycle_4" refType="h"/>
              <dgm:constr type="w" for="ch" forName="cycle_4" refType="w" fact="0.33"/>
              <dgm:constr type="h" for="ch" forName="cycle_4" refType="w" refFor="ch" refForName="cycle_4"/>
              <dgm:constr type="r" for="ch" forName="cycle_5" refType="w"/>
              <dgm:constr type="b" for="ch" forName="cycle_5" refType="h" fact="0.83"/>
              <dgm:constr type="w" for="ch" forName="cycle_5" refType="w" fact="0.33"/>
              <dgm:constr type="h" for="ch" forName="cycle_5" refType="w" refFor="ch" refForName="cycle_5"/>
              <dgm:constr type="r" for="ch" forName="cycle_6" refType="w"/>
              <dgm:constr type="t" for="ch" forName="cycle_6" refType="h" fact="0.17"/>
              <dgm:constr type="w" for="ch" forName="cycle_6" refType="w" fact="0.33"/>
              <dgm:constr type="h" for="ch" forName="cycle_6" refType="w" refFor="ch" refForName="cycle_6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userS" for="des" ptType="node" refType="w" refFor="ch" refForName="textCenter" fact="0.67"/>
            </dgm:constrLst>
          </dgm:if>
          <dgm:else name="Name37">
            <dgm:constrLst>
              <dgm:constr type="ctrX" for="ch" forName="textCenter" refType="w" fact="0.5"/>
              <dgm:constr type="t" for="ch" forName="textCenter" refType="h" fact="0.444"/>
              <dgm:constr type="w" for="ch" forName="textCenter" refType="w" fact="0.167"/>
              <dgm:constr type="h" for="ch" forName="textCenter" refType="w" refFor="ch" refForName="textCenter"/>
              <dgm:constr type="ctrX" for="ch" forName="cycle_1" refType="w" fact="0.5"/>
              <dgm:constr type="t" for="ch" forName="cycle_1"/>
              <dgm:constr type="w" for="ch" forName="cycle_1" refType="w" fact="0.263"/>
              <dgm:constr type="h" for="ch" forName="cycle_1" refType="w" refFor="ch" refForName="cycle_1"/>
              <dgm:constr type="l" for="ch" forName="cycle_2" refType="w" fact="0.062"/>
              <dgm:constr type="t" for="ch" forName="cycle_2" refType="h" fact="0.141"/>
              <dgm:constr type="w" for="ch" forName="cycle_2" refType="w" fact="0.263"/>
              <dgm:constr type="h" for="ch" forName="cycle_2" refType="w" refFor="ch" refForName="cycle_2"/>
              <dgm:constr type="l" for="ch" forName="cycle_3"/>
              <dgm:constr type="b" for="ch" forName="cycle_3" refType="h" fact="0.74"/>
              <dgm:constr type="w" for="ch" forName="cycle_3" refType="w" fact="0.263"/>
              <dgm:constr type="h" for="ch" forName="cycle_3" refType="w" refFor="ch" refForName="cycle_3"/>
              <dgm:constr type="l" for="ch" forName="cycle_4" refType="w" fact="0.2"/>
              <dgm:constr type="b" for="ch" forName="cycle_4" refType="h"/>
              <dgm:constr type="w" for="ch" forName="cycle_4" refType="w" fact="0.263"/>
              <dgm:constr type="h" for="ch" forName="cycle_4" refType="w" refFor="ch" refForName="cycle_4"/>
              <dgm:constr type="r" for="ch" forName="cycle_5" refType="w" fact="0.8"/>
              <dgm:constr type="b" for="ch" forName="cycle_5" refType="h"/>
              <dgm:constr type="w" for="ch" forName="cycle_5" refType="w" fact="0.263"/>
              <dgm:constr type="h" for="ch" forName="cycle_5" refType="w" refFor="ch" refForName="cycle_5"/>
              <dgm:constr type="r" for="ch" forName="cycle_6" refType="w"/>
              <dgm:constr type="b" for="ch" forName="cycle_6" refType="h" fact="0.74"/>
              <dgm:constr type="w" for="ch" forName="cycle_6" refType="w" fact="0.263"/>
              <dgm:constr type="h" for="ch" forName="cycle_6" refType="w" refFor="ch" refForName="cycle_6"/>
              <dgm:constr type="r" for="ch" forName="cycle_7" refType="w" fact="0.938"/>
              <dgm:constr type="t" for="ch" forName="cycle_7" refType="h" fact="0.141"/>
              <dgm:constr type="w" for="ch" forName="cycle_7" refType="w" fact="0.263"/>
              <dgm:constr type="h" for="ch" forName="cycle_7" refType="w" refFor="ch" refForName="cycle_7"/>
              <dgm:constr type="primFontSz" for="ch" forName="textCenter" val="65"/>
              <dgm:constr type="primFontSz" for="des" forName="childCenter1" val="65"/>
              <dgm:constr type="primFontSz" for="des" forName="text1" op="equ" val="65"/>
              <dgm:constr type="primFontSz" for="des" forName="childCenter2" refType="primFontSz" refFor="des" refForName="childCenter1" op="equ"/>
              <dgm:constr type="primFontSz" for="des" forName="text2" refType="primFontSz" refFor="des" refForName="text1" op="equ"/>
              <dgm:constr type="primFontSz" for="des" forName="childCenter3" refType="primFontSz" refFor="des" refForName="childCenter1" op="equ"/>
              <dgm:constr type="primFontSz" for="des" forName="text3" refType="primFontSz" refFor="des" refForName="text1" op="equ"/>
              <dgm:constr type="primFontSz" for="des" forName="childCenter4" refType="primFontSz" refFor="des" refForName="childCenter1" op="equ"/>
              <dgm:constr type="primFontSz" for="des" forName="text4" refType="primFontSz" refFor="des" refForName="text1" op="equ"/>
              <dgm:constr type="primFontSz" for="des" forName="childCenter5" refType="primFontSz" refFor="des" refForName="childCenter1" op="equ"/>
              <dgm:constr type="primFontSz" for="des" forName="text5" refType="primFontSz" refFor="des" refForName="text1" op="equ"/>
              <dgm:constr type="primFontSz" for="des" forName="childCenter6" refType="primFontSz" refFor="des" refForName="childCenter1" op="equ"/>
              <dgm:constr type="primFontSz" for="des" forName="text6" refType="primFontSz" refFor="des" refForName="text1" op="equ"/>
              <dgm:constr type="primFontSz" for="des" forName="childCenter7" refType="primFontSz" refFor="des" refForName="childCenter1" op="equ"/>
              <dgm:constr type="primFontSz" for="des" forName="text7" refType="primFontSz" refFor="des" refForName="text1" op="equ"/>
              <dgm:constr type="userS" for="des" ptType="node" refType="w" refFor="ch" refForName="textCenter" fact="0.67"/>
            </dgm:constrLst>
          </dgm:else>
        </dgm:choose>
      </dgm:else>
    </dgm:choose>
    <dgm:forEach name="Name38" axis="ch" ptType="node" cnt="1">
      <dgm:choose name="Name39">
        <dgm:if name="Name40" axis="des" func="maxDepth" op="lte" val="1">
          <dgm:layoutNode name="singleCycle">
            <dgm:choose name="Name41">
              <dgm:if name="Name42" axis="ch" ptType="node" func="cnt" op="equ" val="1">
                <dgm:choose name="Name43">
                  <dgm:if name="Name44" func="var" arg="dir" op="equ" val="norm">
                    <dgm:alg type="cycle">
                      <dgm:param type="stAng" val="90"/>
                      <dgm:param type="ctrShpMap" val="fNode"/>
                    </dgm:alg>
                  </dgm:if>
                  <dgm:else name="Name45">
                    <dgm:alg type="cycle">
                      <dgm:param type="stAng" val="-90"/>
                      <dgm:param type="spanAng" val="-360"/>
                      <dgm:param type="ctrShpMap" val="fNode"/>
                    </dgm:alg>
                  </dgm:else>
                </dgm:choose>
              </dgm:if>
              <dgm:else name="Name46">
                <dgm:choose name="Name47">
                  <dgm:if name="Name48" func="var" arg="dir" op="equ" val="norm">
                    <dgm:alg type="cycle">
                      <dgm:param type="ctrShpMap" val="fNode"/>
                    </dgm:alg>
                  </dgm:if>
                  <dgm:else name="Name49">
                    <dgm:alg type="cycle">
                      <dgm:param type="spanAng" val="-360"/>
                      <dgm:param type="ctrShpMap" val="fNode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hoose name="Name50">
              <dgm:if name="Name51" axis="ch" ptType="node" func="cnt" op="equ" val="0">
                <dgm:constrLst>
                  <dgm:constr type="w" for="ch" forName="singleCenter" refType="w"/>
                  <dgm:constr type="h" for="ch" forName="singleCenter" refType="w" refFor="ch" refForName="singleCenter"/>
                </dgm:constrLst>
              </dgm:if>
              <dgm:if name="Name52" axis="ch" ptType="node" func="cnt" op="equ" val="1">
                <dgm:constrLst>
                  <dgm:constr type="w" for="ch" forName="singleCenter" refType="w" fact="0.5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if>
              <dgm:else name="Name53">
                <dgm:constrLst>
                  <dgm:constr type="w" for="ch" forName="singleCenter" refType="w" fact="0.3"/>
                  <dgm:constr type="h" for="ch" forName="singleCenter" refType="w" refFor="ch" refForName="singleCenter"/>
                  <dgm:constr type="userS" for="ch" ptType="node" refType="w" refFor="ch" refForName="singleCenter" fact="0.67"/>
                </dgm:constrLst>
              </dgm:else>
            </dgm:choose>
            <dgm:layoutNode name="singleCenter" styleLbl="node1">
              <dgm:varLst>
                <dgm:chMax val="7"/>
                <dgm:chPref val="7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self" ptType="node"/>
              <dgm:constrLst>
                <dgm:constr type="tMarg" refType="primFontSz" fact="0.2"/>
                <dgm:constr type="bMarg" refType="primFontSz" fact="0.2"/>
                <dgm:constr type="lMarg" refType="primFontSz" fact="0.2"/>
                <dgm:constr type="rMarg" refType="primFontSz" fact="0.2"/>
              </dgm:constrLst>
              <dgm:ruleLst>
                <dgm:rule type="primFontSz" val="5" fact="NaN" max="NaN"/>
              </dgm:ruleLst>
            </dgm:layoutNode>
            <dgm:forEach name="Name54" axis="ch" cnt="21">
              <dgm:forEach name="Name55" axis="self" ptType="parTrans">
                <dgm:layoutNode name="Name56">
                  <dgm:alg type="conn">
                    <dgm:param type="dim" val="1D"/>
                    <dgm:param type="begPts" val="auto"/>
                    <dgm:param type="endPts" val="auto"/>
                    <dgm:param type="begSty" val="noArr"/>
                    <dgm:param type="endSty" val="noArr"/>
                  </dgm:alg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forEach name="Name57" axis="self" ptType="node">
                <dgm:layoutNode name="text0" styleLbl="node1">
                  <dgm:varLst>
                    <dgm:bulletEnabled val="1"/>
                  </dgm:varLst>
                  <dgm:alg type="tx"/>
                  <dgm:shape xmlns:r="http://schemas.openxmlformats.org/officeDocument/2006/relationships" type="roundRect" r:blip="">
                    <dgm:adjLst/>
                  </dgm:shape>
                  <dgm:presOf axis="desOrSelf" ptType="node"/>
                  <dgm:constrLst>
                    <dgm:constr type="userS"/>
                    <dgm:constr type="w" refType="userS"/>
                    <dgm:constr type="h" refType="w"/>
                    <dgm:constr type="tMarg" refType="primFontSz" fact="0.2"/>
                    <dgm:constr type="bMarg" refType="primFontSz" fact="0.2"/>
                    <dgm:constr type="lMarg" refType="primFontSz" fact="0.2"/>
                    <dgm:constr type="rMarg" refType="primFontSz" fact="0.2"/>
                  </dgm:constrLst>
                  <dgm:ruleLst>
                    <dgm:rule type="primFontSz" val="5" fact="NaN" max="NaN"/>
                  </dgm:ruleLst>
                </dgm:layoutNode>
              </dgm:forEach>
            </dgm:forEach>
          </dgm:layoutNode>
        </dgm:if>
        <dgm:else name="Name58">
          <dgm:layoutNode name="textCenter" styleLbl="node1">
            <dgm:alg type="tx"/>
            <dgm:shape xmlns:r="http://schemas.openxmlformats.org/officeDocument/2006/relationships" type="roundRect" r:blip="">
              <dgm:adjLst/>
            </dgm:shape>
            <dgm:presOf axis="self" ptType="node"/>
            <dgm:constrLst>
              <dgm:constr type="tMarg" refType="primFontSz" fact="0.2"/>
              <dgm:constr type="bMarg" refType="primFontSz" fact="0.2"/>
              <dgm:constr type="lMarg" refType="primFontSz" fact="0.2"/>
              <dgm:constr type="rMarg" refType="primFontSz" fact="0.2"/>
            </dgm:constrLst>
            <dgm:ruleLst>
              <dgm:rule type="primFontSz" val="5" fact="NaN" max="NaN"/>
            </dgm:ruleLst>
          </dgm:layoutNode>
          <dgm:choose name="Name59">
            <dgm:if name="Name60" axis="ch" ptType="node" func="cnt" op="gte" val="1">
              <dgm:layoutNode name="cycle_1">
                <dgm:choose name="Name61">
                  <dgm:if name="Name62" func="var" arg="dir" op="equ" val="norm">
                    <dgm:choose name="Name63">
                      <dgm:if name="Name64" axis="ch" ptType="node" func="cnt" op="equ" val="1">
                        <dgm:choose name="Name65">
                          <dgm:if name="Name66" axis="ch ch" ptType="node node" st="1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67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68">
                            <dgm:alg type="cycle">
                              <dgm:param type="ctrShpMap" val="fNode"/>
                              <dgm:param type="stAng" val="0"/>
                              <dgm:param type="spanAng" val="180"/>
                            </dgm:alg>
                          </dgm:else>
                        </dgm:choose>
                      </dgm:if>
                      <dgm:if name="Name69" axis="ch" ptType="node" func="cnt" op="equ" val="2">
                        <dgm:choose name="Name70">
                          <dgm:if name="Name7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3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4" axis="ch" ptType="node" func="cnt" op="equ" val="3">
                        <dgm:choose name="Name75">
                          <dgm:if name="Name7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7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78">
                            <dgm:alg type="cycle">
                              <dgm:param type="ctrShpMap" val="fNode"/>
                              <dgm:param type="stAng" val="270"/>
                              <dgm:param type="spanAng" val="180"/>
                            </dgm:alg>
                          </dgm:else>
                        </dgm:choose>
                      </dgm:if>
                      <dgm:if name="Name79" axis="ch" ptType="node" func="cnt" op="equ" val="4">
                        <dgm:choose name="Name80">
                          <dgm:if name="Name8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3">
                            <dgm:alg type="cycle">
                              <dgm:param type="ctrShpMap" val="fNode"/>
                              <dgm:param type="stAng" val="292.5"/>
                              <dgm:param type="spanAng" val="135"/>
                            </dgm:alg>
                          </dgm:else>
                        </dgm:choose>
                      </dgm:if>
                      <dgm:if name="Name84" axis="ch" ptType="node" func="cnt" op="equ" val="5">
                        <dgm:choose name="Name85">
                          <dgm:if name="Name8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8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8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89" axis="ch" ptType="node" func="cnt" op="equ" val="6">
                        <dgm:choose name="Name90">
                          <dgm:if name="Name91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2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94" axis="ch" ptType="node" func="cnt" op="gte" val="7">
                        <dgm:choose name="Name95">
                          <dgm:if name="Name96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97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90"/>
                            </dgm:alg>
                          </dgm:if>
                          <dgm:else name="Name9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99"/>
                    </dgm:choose>
                  </dgm:if>
                  <dgm:else name="Name100">
                    <dgm:choose name="Name101">
                      <dgm:if name="Name102" axis="ch" ptType="node" func="cnt" op="equ" val="1">
                        <dgm:choose name="Name103">
                          <dgm:if name="Name104" axis="ch ch" ptType="node node" st="1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05" axis="ch ch" ptType="node node" st="1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06">
                            <dgm:alg type="cycle">
                              <dgm:param type="ctrShpMap" val="fNode"/>
                              <dgm:param type="stAng" val="0"/>
                              <dgm:param type="spanAng" val="-180"/>
                            </dgm:alg>
                          </dgm:else>
                        </dgm:choose>
                      </dgm:if>
                      <dgm:if name="Name107" axis="ch" ptType="node" func="cnt" op="equ" val="2">
                        <dgm:choose name="Name108">
                          <dgm:if name="Name10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1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2" axis="ch" ptType="node" func="cnt" op="equ" val="3">
                        <dgm:choose name="Name113">
                          <dgm:if name="Name11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1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16">
                            <dgm:alg type="cycle">
                              <dgm:param type="ctrShpMap" val="fNode"/>
                              <dgm:param type="stAng" val="90"/>
                              <dgm:param type="spanAng" val="-180"/>
                            </dgm:alg>
                          </dgm:else>
                        </dgm:choose>
                      </dgm:if>
                      <dgm:if name="Name117" axis="ch" ptType="node" func="cnt" op="equ" val="4">
                        <dgm:choose name="Name118">
                          <dgm:if name="Name11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1">
                            <dgm:alg type="cycle">
                              <dgm:param type="ctrShpMap" val="fNode"/>
                              <dgm:param type="stAng" val="67.5"/>
                              <dgm:param type="spanAng" val="-135"/>
                            </dgm:alg>
                          </dgm:else>
                        </dgm:choose>
                      </dgm:if>
                      <dgm:if name="Name122" axis="ch" ptType="node" func="cnt" op="equ" val="5">
                        <dgm:choose name="Name123">
                          <dgm:if name="Name12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2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2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27" axis="ch" ptType="node" func="cnt" op="equ" val="6">
                        <dgm:choose name="Name128">
                          <dgm:if name="Name129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0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132" axis="ch" ptType="node" func="cnt" op="gte" val="7">
                        <dgm:choose name="Name133">
                          <dgm:if name="Name134" axis="ch ch" ptType="node node" st="1 1" cnt="1 0" func="cnt" op="equ" val="1">
                            <dgm:alg type="cycle">
                              <dgm:param type="ctrShpMap" val="fNode"/>
                              <dgm:param type="stAng" val="0"/>
                            </dgm:alg>
                          </dgm:if>
                          <dgm:if name="Name135" axis="ch ch" ptType="node node" st="1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-90"/>
                            </dgm:alg>
                          </dgm:if>
                          <dgm:else name="Name13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137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138" axis="ch" ptType="node" cnt="1">
                  <dgm:layoutNode name="childCenter1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139" axis="ch">
                    <dgm:forEach name="Name140" axis="self" ptType="parTrans">
                      <dgm:layoutNode name="Name141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142" axis="self" ptType="node">
                      <dgm:layoutNode name="text1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143" axis="ch" ptType="parTrans" cnt="1">
                <dgm:layoutNode name="Name144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1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145"/>
          </dgm:choose>
          <dgm:choose name="Name146">
            <dgm:if name="Name147" axis="ch" ptType="node" func="cnt" op="gte" val="2">
              <dgm:layoutNode name="cycle_2">
                <dgm:choose name="Name148">
                  <dgm:if name="Name149" func="var" arg="dir" op="equ" val="norm">
                    <dgm:choose name="Name150">
                      <dgm:if name="Name151" axis="ch" ptType="node" func="cnt" op="equ" val="2">
                        <dgm:choose name="Name152">
                          <dgm:if name="Name153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54" axis="ch ch" ptType="node node" st="2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155">
                            <dgm:alg type="cycle">
                              <dgm:param type="ctrShpMap" val="fNode"/>
                              <dgm:param type="stAng" val="90"/>
                              <dgm:param type="spanAng" val="180"/>
                            </dgm:alg>
                          </dgm:else>
                        </dgm:choose>
                      </dgm:if>
                      <dgm:if name="Name156" axis="ch" ptType="node" func="cnt" op="equ" val="3">
                        <dgm:choose name="Name157">
                          <dgm:if name="Name158" axis="ch ch" ptType="node node" st="2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159" axis="ch ch" ptType="node node" st="2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  <dgm:param type="horzAlign" val="r"/>
                              <dgm:param type="vertAlign" val="b"/>
                            </dgm:alg>
                          </dgm:if>
                          <dgm:else name="Name160">
                            <dgm:alg type="cycle">
                              <dgm:param type="ctrShpMap" val="fNode"/>
                              <dgm:param type="stAng" val="30"/>
                              <dgm:param type="spanAng" val="180"/>
                            </dgm:alg>
                          </dgm:else>
                        </dgm:choose>
                      </dgm:if>
                      <dgm:if name="Name161" axis="ch" ptType="node" func="cnt" op="equ" val="4">
                        <dgm:choose name="Name162">
                          <dgm:if name="Name163" axis="ch ch" ptType="node node" st="2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164" axis="ch ch" ptType="node node" st="2 1" cnt="1 0" func="cnt" op="equ" val="2">
                            <dgm:alg type="cycle">
                              <dgm:param type="ctrShpMap" val="fNode"/>
                              <dgm:param type="stAng" val="45"/>
                              <dgm:param type="spanAng" val="90"/>
                            </dgm:alg>
                          </dgm:if>
                          <dgm:else name="Name165">
                            <dgm:alg type="cycle">
                              <dgm:param type="ctrShpMap" val="fNode"/>
                              <dgm:param type="stAng" val="22.5"/>
                              <dgm:param type="spanAng" val="135"/>
                            </dgm:alg>
                          </dgm:else>
                        </dgm:choose>
                      </dgm:if>
                      <dgm:if name="Name166" axis="ch" ptType="node" func="cnt" op="equ" val="5">
                        <dgm:choose name="Name167">
                          <dgm:if name="Name168" axis="ch ch" ptType="node node" st="2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169" axis="ch ch" ptType="node node" st="2 1" cnt="1 0" func="cnt" op="equ" val="2">
                            <dgm:alg type="cycle">
                              <dgm:param type="ctrShpMap" val="fNode"/>
                              <dgm:param type="stAng" val="27"/>
                              <dgm:param type="spanAng" val="90"/>
                            </dgm:alg>
                          </dgm:if>
                          <dgm:else name="Name17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1" axis="ch" ptType="node" func="cnt" op="equ" val="6">
                        <dgm:choose name="Name172">
                          <dgm:if name="Name173" axis="ch ch" ptType="node node" st="2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174" axis="ch ch" ptType="node node" st="2 1" cnt="1 0" func="cnt" op="equ" val="2">
                            <dgm:alg type="cycle">
                              <dgm:param type="ctrShpMap" val="fNode"/>
                              <dgm:param type="stAng" val="15"/>
                              <dgm:param type="spanAng" val="90"/>
                            </dgm:alg>
                          </dgm:if>
                          <dgm:else name="Name175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176" axis="ch" ptType="node" func="cnt" op="gte" val="7">
                        <dgm:choose name="Name177">
                          <dgm:if name="Name178" axis="ch ch" ptType="node node" st="2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179" axis="ch ch" ptType="node node" st="2 1" cnt="1 0" func="cnt" op="equ" val="2">
                            <dgm:alg type="cycle">
                              <dgm:param type="ctrShpMap" val="fNode"/>
                              <dgm:param type="stAng" val="6"/>
                              <dgm:param type="spanAng" val="90"/>
                            </dgm:alg>
                          </dgm:if>
                          <dgm:else name="Name18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181"/>
                    </dgm:choose>
                  </dgm:if>
                  <dgm:else name="Name182">
                    <dgm:choose name="Name183">
                      <dgm:if name="Name184" axis="ch" ptType="node" func="cnt" op="equ" val="2">
                        <dgm:choose name="Name185">
                          <dgm:if name="Name186" axis="ch ch" ptType="node node" st="2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187" axis="ch ch" ptType="node node" st="2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188">
                            <dgm:alg type="cycle">
                              <dgm:param type="ctrShpMap" val="fNode"/>
                              <dgm:param type="stAng" val="270"/>
                              <dgm:param type="spanAng" val="-180"/>
                            </dgm:alg>
                          </dgm:else>
                        </dgm:choose>
                      </dgm:if>
                      <dgm:if name="Name189" axis="ch" ptType="node" func="cnt" op="equ" val="3">
                        <dgm:choose name="Name190">
                          <dgm:if name="Name191" axis="ch ch" ptType="node node" st="2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192" axis="ch ch" ptType="node node" st="2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  <dgm:param type="horzAlign" val="l"/>
                              <dgm:param type="vertAlign" val="b"/>
                            </dgm:alg>
                          </dgm:if>
                          <dgm:else name="Name193">
                            <dgm:alg type="cycle">
                              <dgm:param type="ctrShpMap" val="fNode"/>
                              <dgm:param type="stAng" val="330"/>
                              <dgm:param type="spanAng" val="-180"/>
                            </dgm:alg>
                          </dgm:else>
                        </dgm:choose>
                      </dgm:if>
                      <dgm:if name="Name194" axis="ch" ptType="node" func="cnt" op="equ" val="4">
                        <dgm:choose name="Name195">
                          <dgm:if name="Name196" axis="ch ch" ptType="node node" st="2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197" axis="ch ch" ptType="node node" st="2 1" cnt="1 0" func="cnt" op="equ" val="2">
                            <dgm:alg type="cycle">
                              <dgm:param type="ctrShpMap" val="fNode"/>
                              <dgm:param type="stAng" val="315"/>
                              <dgm:param type="spanAng" val="-90"/>
                            </dgm:alg>
                          </dgm:if>
                          <dgm:else name="Name198">
                            <dgm:alg type="cycle">
                              <dgm:param type="ctrShpMap" val="fNode"/>
                              <dgm:param type="stAng" val="337.5"/>
                              <dgm:param type="spanAng" val="-135"/>
                            </dgm:alg>
                          </dgm:else>
                        </dgm:choose>
                      </dgm:if>
                      <dgm:if name="Name199" axis="ch" ptType="node" func="cnt" op="equ" val="5">
                        <dgm:choose name="Name200">
                          <dgm:if name="Name201" axis="ch ch" ptType="node node" st="2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202" axis="ch ch" ptType="node node" st="2 1" cnt="1 0" func="cnt" op="equ" val="2">
                            <dgm:alg type="cycle">
                              <dgm:param type="ctrShpMap" val="fNode"/>
                              <dgm:param type="stAng" val="333"/>
                              <dgm:param type="spanAng" val="-90"/>
                            </dgm:alg>
                          </dgm:if>
                          <dgm:else name="Name20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4" axis="ch" ptType="node" func="cnt" op="equ" val="6">
                        <dgm:choose name="Name205">
                          <dgm:if name="Name206" axis="ch ch" ptType="node node" st="2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207" axis="ch ch" ptType="node node" st="2 1" cnt="1 0" func="cnt" op="equ" val="2">
                            <dgm:alg type="cycle">
                              <dgm:param type="ctrShpMap" val="fNode"/>
                              <dgm:param type="stAng" val="345"/>
                              <dgm:param type="spanAng" val="-90"/>
                            </dgm:alg>
                          </dgm:if>
                          <dgm:else name="Name20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09" axis="ch" ptType="node" func="cnt" op="gte" val="7">
                        <dgm:choose name="Name210">
                          <dgm:if name="Name211" axis="ch ch" ptType="node node" st="2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212" axis="ch ch" ptType="node node" st="2 1" cnt="1 0" func="cnt" op="equ" val="2">
                            <dgm:alg type="cycle">
                              <dgm:param type="ctrShpMap" val="fNode"/>
                              <dgm:param type="stAng" val="353"/>
                              <dgm:param type="spanAng" val="-90"/>
                            </dgm:alg>
                          </dgm:if>
                          <dgm:else name="Name213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14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15" axis="ch" ptType="node" st="2" cnt="1">
                  <dgm:layoutNode name="childCenter2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16" axis="ch">
                    <dgm:forEach name="Name217" axis="self" ptType="parTrans">
                      <dgm:layoutNode name="Name218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19" axis="self" ptType="node">
                      <dgm:layoutNode name="text2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20" axis="ch" ptType="parTrans" st="2" cnt="1">
                <dgm:layoutNode name="Name221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22"/>
          </dgm:choose>
          <dgm:choose name="Name223">
            <dgm:if name="Name224" axis="ch" ptType="node" func="cnt" op="gte" val="3">
              <dgm:layoutNode name="cycle_3">
                <dgm:choose name="Name225">
                  <dgm:if name="Name226" func="var" arg="dir" op="equ" val="norm">
                    <dgm:choose name="Name227">
                      <dgm:if name="Name228" axis="ch" ptType="node" func="cnt" op="equ" val="3">
                        <dgm:choose name="Name229">
                          <dgm:if name="Name230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  <dgm:param type="horzAlign" val="l"/>
                              <dgm:param type="vertAlign" val="b"/>
                            </dgm:alg>
                          </dgm:if>
                          <dgm:if name="Name231" axis="ch ch" ptType="node node" st="3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  <dgm:param type="horzAlign" val="l"/>
                              <dgm:param type="vertAlign" val="b"/>
                            </dgm:alg>
                          </dgm:if>
                          <dgm:else name="Name232">
                            <dgm:alg type="cycle">
                              <dgm:param type="ctrShpMap" val="fNode"/>
                              <dgm:param type="stAng" val="150"/>
                              <dgm:param type="spanAng" val="180"/>
                            </dgm:alg>
                          </dgm:else>
                        </dgm:choose>
                      </dgm:if>
                      <dgm:if name="Name233" axis="ch" ptType="node" func="cnt" op="equ" val="4">
                        <dgm:choose name="Name234">
                          <dgm:if name="Name235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36" axis="ch ch" ptType="node node" st="3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237">
                            <dgm:alg type="cycle">
                              <dgm:param type="ctrShpMap" val="fNode"/>
                              <dgm:param type="stAng" val="112.5"/>
                              <dgm:param type="spanAng" val="135"/>
                            </dgm:alg>
                          </dgm:else>
                        </dgm:choose>
                      </dgm:if>
                      <dgm:if name="Name238" axis="ch" ptType="node" func="cnt" op="equ" val="5">
                        <dgm:choose name="Name239">
                          <dgm:if name="Name240" axis="ch ch" ptType="node node" st="3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241" axis="ch ch" ptType="node node" st="3 1" cnt="1 0" func="cnt" op="equ" val="2">
                            <dgm:alg type="cycle">
                              <dgm:param type="ctrShpMap" val="fNode"/>
                              <dgm:param type="stAng" val="99"/>
                              <dgm:param type="spanAng" val="90"/>
                            </dgm:alg>
                          </dgm:if>
                          <dgm:else name="Name24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3" axis="ch" ptType="node" func="cnt" op="equ" val="6">
                        <dgm:choose name="Name244">
                          <dgm:if name="Name245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246" axis="ch ch" ptType="node node" st="3 1" cnt="1 0" func="cnt" op="equ" val="2">
                            <dgm:alg type="cycle">
                              <dgm:param type="ctrShpMap" val="fNode"/>
                              <dgm:param type="stAng" val="75"/>
                              <dgm:param type="spanAng" val="90"/>
                            </dgm:alg>
                          </dgm:if>
                          <dgm:else name="Name247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248" axis="ch" ptType="node" func="cnt" op="gte" val="7">
                        <dgm:choose name="Name249">
                          <dgm:if name="Name250" axis="ch ch" ptType="node node" st="3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251" axis="ch ch" ptType="node node" st="3 1" cnt="1 0" func="cnt" op="equ" val="2">
                            <dgm:alg type="cycle">
                              <dgm:param type="ctrShpMap" val="fNode"/>
                              <dgm:param type="stAng" val="57"/>
                              <dgm:param type="spanAng" val="90"/>
                            </dgm:alg>
                          </dgm:if>
                          <dgm:else name="Name252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253"/>
                    </dgm:choose>
                  </dgm:if>
                  <dgm:else name="Name254">
                    <dgm:choose name="Name255">
                      <dgm:if name="Name256" axis="ch" ptType="node" func="cnt" op="equ" val="3">
                        <dgm:choose name="Name257">
                          <dgm:if name="Name258" axis="ch ch" ptType="node node" st="3 1" cnt="1 0" func="cnt" op="equ" val="1">
                            <dgm:alg type="cycle">
                              <dgm:param type="ctrShpMap" val="fNode"/>
                              <dgm:param type="stAng" val="120"/>
                              <dgm:param type="horzAlign" val="r"/>
                              <dgm:param type="vertAlign" val="b"/>
                            </dgm:alg>
                          </dgm:if>
                          <dgm:if name="Name259" axis="ch ch" ptType="node node" st="3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  <dgm:param type="horzAlign" val="r"/>
                              <dgm:param type="vertAlign" val="b"/>
                            </dgm:alg>
                          </dgm:if>
                          <dgm:else name="Name260">
                            <dgm:alg type="cycle">
                              <dgm:param type="ctrShpMap" val="fNode"/>
                              <dgm:param type="stAng" val="210"/>
                              <dgm:param type="spanAng" val="-180"/>
                            </dgm:alg>
                          </dgm:else>
                        </dgm:choose>
                      </dgm:if>
                      <dgm:if name="Name261" axis="ch" ptType="node" func="cnt" op="equ" val="4">
                        <dgm:choose name="Name262">
                          <dgm:if name="Name263" axis="ch ch" ptType="node node" st="3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264" axis="ch ch" ptType="node node" st="3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265">
                            <dgm:alg type="cycle">
                              <dgm:param type="ctrShpMap" val="fNode"/>
                              <dgm:param type="stAng" val="247.5"/>
                              <dgm:param type="spanAng" val="-135"/>
                            </dgm:alg>
                          </dgm:else>
                        </dgm:choose>
                      </dgm:if>
                      <dgm:if name="Name266" axis="ch" ptType="node" func="cnt" op="equ" val="5">
                        <dgm:choose name="Name267">
                          <dgm:if name="Name268" axis="ch ch" ptType="node node" st="3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269" axis="ch ch" ptType="node node" st="3 1" cnt="1 0" func="cnt" op="equ" val="2">
                            <dgm:alg type="cycle">
                              <dgm:param type="ctrShpMap" val="fNode"/>
                              <dgm:param type="stAng" val="261"/>
                              <dgm:param type="spanAng" val="-90"/>
                            </dgm:alg>
                          </dgm:if>
                          <dgm:else name="Name27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1" axis="ch" ptType="node" func="cnt" op="equ" val="6">
                        <dgm:choose name="Name272">
                          <dgm:if name="Name273" axis="ch ch" ptType="node node" st="3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274" axis="ch ch" ptType="node node" st="3 1" cnt="1 0" func="cnt" op="equ" val="2">
                            <dgm:alg type="cycle">
                              <dgm:param type="ctrShpMap" val="fNode"/>
                              <dgm:param type="stAng" val="285"/>
                              <dgm:param type="spanAng" val="-90"/>
                            </dgm:alg>
                          </dgm:if>
                          <dgm:else name="Name275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276" axis="ch" ptType="node" func="cnt" op="gte" val="7">
                        <dgm:choose name="Name277">
                          <dgm:if name="Name278" axis="ch ch" ptType="node node" st="3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279" axis="ch ch" ptType="node node" st="3 1" cnt="1 0" func="cnt" op="equ" val="2">
                            <dgm:alg type="cycle">
                              <dgm:param type="ctrShpMap" val="fNode"/>
                              <dgm:param type="stAng" val="302"/>
                              <dgm:param type="spanAng" val="-90"/>
                            </dgm:alg>
                          </dgm:if>
                          <dgm:else name="Name280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281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282" axis="ch" ptType="node" st="3" cnt="1">
                  <dgm:layoutNode name="childCenter3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283" axis="ch">
                    <dgm:forEach name="Name284" axis="self" ptType="parTrans">
                      <dgm:layoutNode name="Name285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286" axis="self" ptType="node">
                      <dgm:layoutNode name="text3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287" axis="ch" ptType="parTrans" st="3" cnt="1">
                <dgm:layoutNode name="Name288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3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289"/>
          </dgm:choose>
          <dgm:choose name="Name290">
            <dgm:if name="Name291" axis="ch" ptType="node" func="cnt" op="gte" val="4">
              <dgm:layoutNode name="cycle_4">
                <dgm:choose name="Name292">
                  <dgm:if name="Name293" func="var" arg="dir" op="equ" val="norm">
                    <dgm:choose name="Name294">
                      <dgm:if name="Name295" axis="ch" ptType="node" func="cnt" op="equ" val="4">
                        <dgm:choose name="Name296">
                          <dgm:if name="Name297" axis="ch ch" ptType="node node" st="4 1" cnt="1 0" func="cnt" op="equ" val="1">
                            <dgm:alg type="cycle">
                              <dgm:param type="ctrShpMap" val="fNode"/>
                              <dgm:param type="stAng" val="270"/>
                            </dgm:alg>
                          </dgm:if>
                          <dgm:if name="Name298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90"/>
                            </dgm:alg>
                          </dgm:if>
                          <dgm:else name="Name299">
                            <dgm:alg type="cycle">
                              <dgm:param type="ctrShpMap" val="fNode"/>
                              <dgm:param type="stAng" val="202.5"/>
                              <dgm:param type="spanAng" val="135"/>
                            </dgm:alg>
                          </dgm:else>
                        </dgm:choose>
                      </dgm:if>
                      <dgm:if name="Name300" axis="ch" ptType="node" func="cnt" op="equ" val="5">
                        <dgm:choose name="Name301">
                          <dgm:if name="Name302" axis="ch ch" ptType="node node" st="4 1" cnt="1 0" func="cnt" op="equ" val="1">
                            <dgm:alg type="cycle">
                              <dgm:param type="ctrShpMap" val="fNode"/>
                              <dgm:param type="stAng" val="216"/>
                            </dgm:alg>
                          </dgm:if>
                          <dgm:if name="Name303" axis="ch ch" ptType="node node" st="4 1" cnt="1 0" func="cnt" op="equ" val="2">
                            <dgm:alg type="cycle">
                              <dgm:param type="ctrShpMap" val="fNode"/>
                              <dgm:param type="stAng" val="171"/>
                              <dgm:param type="spanAng" val="90"/>
                            </dgm:alg>
                          </dgm:if>
                          <dgm:else name="Name30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05" axis="ch" ptType="node" func="cnt" op="equ" val="6">
                        <dgm:choose name="Name306">
                          <dgm:if name="Name307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08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90"/>
                            </dgm:alg>
                          </dgm:if>
                          <dgm:else name="Name309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10" axis="ch" ptType="node" func="cnt" op="gte" val="7">
                        <dgm:choose name="Name311">
                          <dgm:if name="Name312" axis="ch ch" ptType="node node" st="4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13" axis="ch ch" ptType="node node" st="4 1" cnt="1 0" func="cnt" op="equ" val="2">
                            <dgm:alg type="cycle">
                              <dgm:param type="ctrShpMap" val="fNode"/>
                              <dgm:param type="stAng" val="109"/>
                              <dgm:param type="spanAng" val="90"/>
                            </dgm:alg>
                          </dgm:if>
                          <dgm:else name="Name314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15"/>
                    </dgm:choose>
                  </dgm:if>
                  <dgm:else name="Name316">
                    <dgm:choose name="Name317">
                      <dgm:if name="Name318" axis="ch" ptType="node" func="cnt" op="equ" val="4">
                        <dgm:choose name="Name319">
                          <dgm:if name="Name320" axis="ch ch" ptType="node node" st="4 1" cnt="1 0" func="cnt" op="equ" val="1">
                            <dgm:alg type="cycle">
                              <dgm:param type="ctrShpMap" val="fNode"/>
                              <dgm:param type="stAng" val="90"/>
                            </dgm:alg>
                          </dgm:if>
                          <dgm:if name="Name321" axis="ch ch" ptType="node node" st="4 1" cnt="1 0" func="cnt" op="equ" val="2">
                            <dgm:alg type="cycle">
                              <dgm:param type="ctrShpMap" val="fNode"/>
                              <dgm:param type="stAng" val="135"/>
                              <dgm:param type="spanAng" val="-90"/>
                            </dgm:alg>
                          </dgm:if>
                          <dgm:else name="Name322">
                            <dgm:alg type="cycle">
                              <dgm:param type="ctrShpMap" val="fNode"/>
                              <dgm:param type="stAng" val="157.5"/>
                              <dgm:param type="spanAng" val="-135"/>
                            </dgm:alg>
                          </dgm:else>
                        </dgm:choose>
                      </dgm:if>
                      <dgm:if name="Name323" axis="ch" ptType="node" func="cnt" op="equ" val="5">
                        <dgm:choose name="Name324">
                          <dgm:if name="Name325" axis="ch ch" ptType="node node" st="4 1" cnt="1 0" func="cnt" op="equ" val="1">
                            <dgm:alg type="cycle">
                              <dgm:param type="ctrShpMap" val="fNode"/>
                              <dgm:param type="stAng" val="144"/>
                            </dgm:alg>
                          </dgm:if>
                          <dgm:if name="Name326" axis="ch ch" ptType="node node" st="4 1" cnt="1 0" func="cnt" op="equ" val="2">
                            <dgm:alg type="cycle">
                              <dgm:param type="ctrShpMap" val="fNode"/>
                              <dgm:param type="stAng" val="189"/>
                              <dgm:param type="spanAng" val="-90"/>
                            </dgm:alg>
                          </dgm:if>
                          <dgm:else name="Name32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28" axis="ch" ptType="node" func="cnt" op="equ" val="6">
                        <dgm:choose name="Name329">
                          <dgm:if name="Name330" axis="ch ch" ptType="node node" st="4 1" cnt="1 0" func="cnt" op="equ" val="1">
                            <dgm:alg type="cycle">
                              <dgm:param type="ctrShpMap" val="fNode"/>
                              <dgm:param type="stAng" val="180"/>
                            </dgm:alg>
                          </dgm:if>
                          <dgm:if name="Name331" axis="ch ch" ptType="node node" st="4 1" cnt="1 0" func="cnt" op="equ" val="2">
                            <dgm:alg type="cycle">
                              <dgm:param type="ctrShpMap" val="fNode"/>
                              <dgm:param type="stAng" val="225"/>
                              <dgm:param type="spanAng" val="-90"/>
                            </dgm:alg>
                          </dgm:if>
                          <dgm:else name="Name332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33" axis="ch" ptType="node" func="cnt" op="gte" val="7">
                        <dgm:choose name="Name334">
                          <dgm:if name="Name335" axis="ch ch" ptType="node node" st="4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36" axis="ch ch" ptType="node node" st="4 1" cnt="1 0" func="cnt" op="equ" val="2">
                            <dgm:alg type="cycle">
                              <dgm:param type="ctrShpMap" val="fNode"/>
                              <dgm:param type="stAng" val="250"/>
                              <dgm:param type="spanAng" val="-90"/>
                            </dgm:alg>
                          </dgm:if>
                          <dgm:else name="Name337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38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39" axis="ch" ptType="node" st="4" cnt="1">
                  <dgm:layoutNode name="childCenter4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40" axis="ch">
                    <dgm:forEach name="Name341" axis="self" ptType="parTrans">
                      <dgm:layoutNode name="Name342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43" axis="self" ptType="node">
                      <dgm:layoutNode name="text4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44" axis="ch" ptType="parTrans" st="4" cnt="1">
                <dgm:layoutNode name="Name345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4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46"/>
          </dgm:choose>
          <dgm:choose name="Name347">
            <dgm:if name="Name348" axis="ch" ptType="node" func="cnt" op="gte" val="5">
              <dgm:layoutNode name="cycle_5">
                <dgm:choose name="Name349">
                  <dgm:if name="Name350" func="var" arg="dir" op="equ" val="norm">
                    <dgm:choose name="Name351">
                      <dgm:if name="Name352" axis="ch" ptType="node" func="cnt" op="equ" val="5">
                        <dgm:choose name="Name353">
                          <dgm:if name="Name354" axis="ch ch" ptType="node node" st="5 1" cnt="1 0" func="cnt" op="equ" val="1">
                            <dgm:alg type="cycle">
                              <dgm:param type="ctrShpMap" val="fNode"/>
                              <dgm:param type="stAng" val="288"/>
                            </dgm:alg>
                          </dgm:if>
                          <dgm:if name="Name355" axis="ch ch" ptType="node node" st="5 1" cnt="1 0" func="cnt" op="equ" val="2">
                            <dgm:alg type="cycle">
                              <dgm:param type="ctrShpMap" val="fNode"/>
                              <dgm:param type="stAng" val="243"/>
                              <dgm:param type="spanAng" val="90"/>
                            </dgm:alg>
                          </dgm:if>
                          <dgm:else name="Name35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57" axis="ch" ptType="node" func="cnt" op="equ" val="6">
                        <dgm:choose name="Name358">
                          <dgm:if name="Name359" axis="ch ch" ptType="node node" st="5 1" cnt="1 0" func="cnt" op="equ" val="1">
                            <dgm:alg type="cycle">
                              <dgm:param type="ctrShpMap" val="fNode"/>
                              <dgm:param type="stAng" val="240"/>
                            </dgm:alg>
                          </dgm:if>
                          <dgm:if name="Name360" axis="ch ch" ptType="node node" st="5 1" cnt="1 0" func="cnt" op="equ" val="2">
                            <dgm:alg type="cycle">
                              <dgm:param type="ctrShpMap" val="fNode"/>
                              <dgm:param type="stAng" val="195"/>
                              <dgm:param type="spanAng" val="90"/>
                            </dgm:alg>
                          </dgm:if>
                          <dgm:else name="Name361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362" axis="ch" ptType="node" func="cnt" op="gte" val="7">
                        <dgm:choose name="Name363">
                          <dgm:if name="Name364" axis="ch ch" ptType="node node" st="5 1" cnt="1 0" func="cnt" op="equ" val="1">
                            <dgm:alg type="cycle">
                              <dgm:param type="ctrShpMap" val="fNode"/>
                              <dgm:param type="stAng" val="205"/>
                            </dgm:alg>
                          </dgm:if>
                          <dgm:if name="Name365" axis="ch ch" ptType="node node" st="5 1" cnt="1 0" func="cnt" op="equ" val="2">
                            <dgm:alg type="cycle">
                              <dgm:param type="ctrShpMap" val="fNode"/>
                              <dgm:param type="stAng" val="160"/>
                              <dgm:param type="spanAng" val="90"/>
                            </dgm:alg>
                          </dgm:if>
                          <dgm:else name="Name366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367"/>
                    </dgm:choose>
                  </dgm:if>
                  <dgm:else name="Name368">
                    <dgm:choose name="Name369">
                      <dgm:if name="Name370" axis="ch" ptType="node" func="cnt" op="equ" val="5">
                        <dgm:choose name="Name371">
                          <dgm:if name="Name372" axis="ch ch" ptType="node node" st="5 1" cnt="1 0" func="cnt" op="equ" val="1">
                            <dgm:alg type="cycle">
                              <dgm:param type="ctrShpMap" val="fNode"/>
                              <dgm:param type="stAng" val="72"/>
                            </dgm:alg>
                          </dgm:if>
                          <dgm:if name="Name373" axis="ch ch" ptType="node node" st="5 1" cnt="1 0" func="cnt" op="equ" val="2">
                            <dgm:alg type="cycle">
                              <dgm:param type="ctrShpMap" val="fNode"/>
                              <dgm:param type="stAng" val="117"/>
                              <dgm:param type="spanAng" val="-90"/>
                            </dgm:alg>
                          </dgm:if>
                          <dgm:else name="Name37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75" axis="ch" ptType="node" func="cnt" op="equ" val="6">
                        <dgm:choose name="Name376">
                          <dgm:if name="Name377" axis="ch ch" ptType="node node" st="5 1" cnt="1 0" func="cnt" op="equ" val="1">
                            <dgm:alg type="cycle">
                              <dgm:param type="ctrShpMap" val="fNode"/>
                              <dgm:param type="stAng" val="120"/>
                            </dgm:alg>
                          </dgm:if>
                          <dgm:if name="Name378" axis="ch ch" ptType="node node" st="5 1" cnt="1 0" func="cnt" op="equ" val="2">
                            <dgm:alg type="cycle">
                              <dgm:param type="ctrShpMap" val="fNode"/>
                              <dgm:param type="stAng" val="165"/>
                              <dgm:param type="spanAng" val="-90"/>
                            </dgm:alg>
                          </dgm:if>
                          <dgm:else name="Name379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380" axis="ch" ptType="node" func="cnt" op="gte" val="7">
                        <dgm:choose name="Name381">
                          <dgm:if name="Name382" axis="ch ch" ptType="node node" st="5 1" cnt="1 0" func="cnt" op="equ" val="1">
                            <dgm:alg type="cycle">
                              <dgm:param type="ctrShpMap" val="fNode"/>
                              <dgm:param type="stAng" val="154"/>
                            </dgm:alg>
                          </dgm:if>
                          <dgm:if name="Name383" axis="ch ch" ptType="node node" st="5 1" cnt="1 0" func="cnt" op="equ" val="2">
                            <dgm:alg type="cycle">
                              <dgm:param type="ctrShpMap" val="fNode"/>
                              <dgm:param type="stAng" val="199"/>
                              <dgm:param type="spanAng" val="-90"/>
                            </dgm:alg>
                          </dgm:if>
                          <dgm:else name="Name384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385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386" axis="ch" ptType="node" st="5" cnt="1">
                  <dgm:layoutNode name="childCenter5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387" axis="ch">
                    <dgm:forEach name="Name388" axis="self" ptType="parTrans">
                      <dgm:layoutNode name="Name389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390" axis="self" ptType="node">
                      <dgm:layoutNode name="text5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391" axis="ch" ptType="parTrans" st="5" cnt="1">
                <dgm:layoutNode name="Name392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5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393"/>
          </dgm:choose>
          <dgm:choose name="Name394">
            <dgm:if name="Name395" axis="ch" ptType="node" func="cnt" op="gte" val="6">
              <dgm:layoutNode name="cycle_6">
                <dgm:choose name="Name396">
                  <dgm:if name="Name397" func="var" arg="dir" op="equ" val="norm">
                    <dgm:choose name="Name398">
                      <dgm:if name="Name399" axis="ch" ptType="node" func="cnt" op="equ" val="6">
                        <dgm:choose name="Name400">
                          <dgm:if name="Name401" axis="ch ch" ptType="node node" st="6 1" cnt="1 0" func="cnt" op="equ" val="1">
                            <dgm:alg type="cycle">
                              <dgm:param type="ctrShpMap" val="fNode"/>
                              <dgm:param type="stAng" val="300"/>
                            </dgm:alg>
                          </dgm:if>
                          <dgm:if name="Name402" axis="ch ch" ptType="node node" st="6 1" cnt="1 0" func="cnt" op="equ" val="2">
                            <dgm:alg type="cycle">
                              <dgm:param type="ctrShpMap" val="fNode"/>
                              <dgm:param type="stAng" val="255"/>
                              <dgm:param type="spanAng" val="90"/>
                            </dgm:alg>
                          </dgm:if>
                          <dgm:else name="Name403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if name="Name404" axis="ch" ptType="node" func="cnt" op="gte" val="7">
                        <dgm:choose name="Name405">
                          <dgm:if name="Name406" axis="ch ch" ptType="node node" st="6 1" cnt="1 0" func="cnt" op="equ" val="1">
                            <dgm:alg type="cycle">
                              <dgm:param type="ctrShpMap" val="fNode"/>
                              <dgm:param type="stAng" val="257"/>
                            </dgm:alg>
                          </dgm:if>
                          <dgm:if name="Name407" axis="ch ch" ptType="node node" st="6 1" cnt="1 0" func="cnt" op="equ" val="2">
                            <dgm:alg type="cycle">
                              <dgm:param type="ctrShpMap" val="fNode"/>
                              <dgm:param type="stAng" val="212"/>
                              <dgm:param type="spanAng" val="90"/>
                            </dgm:alg>
                          </dgm:if>
                          <dgm:else name="Name408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09"/>
                    </dgm:choose>
                  </dgm:if>
                  <dgm:else name="Name410">
                    <dgm:choose name="Name411">
                      <dgm:if name="Name412" axis="ch" ptType="node" func="cnt" op="equ" val="6">
                        <dgm:choose name="Name413">
                          <dgm:if name="Name414" axis="ch ch" ptType="node node" st="6 1" cnt="1 0" func="cnt" op="equ" val="1">
                            <dgm:alg type="cycle">
                              <dgm:param type="ctrShpMap" val="fNode"/>
                              <dgm:param type="stAng" val="60"/>
                            </dgm:alg>
                          </dgm:if>
                          <dgm:if name="Name415" axis="ch ch" ptType="node node" st="6 1" cnt="1 0" func="cnt" op="equ" val="2">
                            <dgm:alg type="cycle">
                              <dgm:param type="ctrShpMap" val="fNode"/>
                              <dgm:param type="stAng" val="105"/>
                              <dgm:param type="spanAng" val="-90"/>
                            </dgm:alg>
                          </dgm:if>
                          <dgm:else name="Name416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if name="Name417" axis="ch" ptType="node" func="cnt" op="gte" val="7">
                        <dgm:choose name="Name418">
                          <dgm:if name="Name419" axis="ch ch" ptType="node node" st="6 1" cnt="1 0" func="cnt" op="equ" val="1">
                            <dgm:alg type="cycle">
                              <dgm:param type="ctrShpMap" val="fNode"/>
                              <dgm:param type="stAng" val="102"/>
                            </dgm:alg>
                          </dgm:if>
                          <dgm:if name="Name420" axis="ch ch" ptType="node node" st="6 1" cnt="1 0" func="cnt" op="equ" val="2">
                            <dgm:alg type="cycle">
                              <dgm:param type="ctrShpMap" val="fNode"/>
                              <dgm:param type="stAng" val="147"/>
                              <dgm:param type="spanAng" val="-90"/>
                            </dgm:alg>
                          </dgm:if>
                          <dgm:else name="Name421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22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23" axis="ch" ptType="node" st="6" cnt="1">
                  <dgm:layoutNode name="childCenter6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24" axis="ch">
                    <dgm:forEach name="Name425" axis="self" ptType="parTrans">
                      <dgm:layoutNode name="Name426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27" axis="self" ptType="node">
                      <dgm:layoutNode name="text6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28" axis="ch" ptType="parTrans" st="6" cnt="1">
                <dgm:layoutNode name="Name429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6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30"/>
          </dgm:choose>
          <dgm:choose name="Name431">
            <dgm:if name="Name432" axis="ch" ptType="node" func="cnt" op="gte" val="7">
              <dgm:layoutNode name="cycle_7">
                <dgm:choose name="Name433">
                  <dgm:if name="Name434" func="var" arg="dir" op="equ" val="norm">
                    <dgm:choose name="Name435">
                      <dgm:if name="Name436" axis="ch" ptType="node" func="cnt" op="gte" val="7">
                        <dgm:choose name="Name437">
                          <dgm:if name="Name438" axis="ch ch" ptType="node node" st="7 1" cnt="1 0" func="cnt" op="equ" val="1">
                            <dgm:alg type="cycle">
                              <dgm:param type="ctrShpMap" val="fNode"/>
                              <dgm:param type="stAng" val="308"/>
                            </dgm:alg>
                          </dgm:if>
                          <dgm:if name="Name439" axis="ch ch" ptType="node node" st="7 1" cnt="1 0" func="cnt" op="equ" val="2">
                            <dgm:alg type="cycle">
                              <dgm:param type="ctrShpMap" val="fNode"/>
                              <dgm:param type="stAng" val="263"/>
                              <dgm:param type="spanAng" val="90"/>
                            </dgm:alg>
                          </dgm:if>
                          <dgm:else name="Name440">
                            <dgm:alg type="cycle">
                              <dgm:param type="ctrShpMap" val="fNode"/>
                              <dgm:param type="stAng" val="0"/>
                              <dgm:param type="spanAng" val="360"/>
                            </dgm:alg>
                          </dgm:else>
                        </dgm:choose>
                      </dgm:if>
                      <dgm:else name="Name441"/>
                    </dgm:choose>
                  </dgm:if>
                  <dgm:else name="Name442">
                    <dgm:choose name="Name443">
                      <dgm:if name="Name444" axis="ch" ptType="node" func="cnt" op="gte" val="7">
                        <dgm:choose name="Name445">
                          <dgm:if name="Name446" axis="ch ch" ptType="node node" st="7 1" cnt="1 0" func="cnt" op="equ" val="1">
                            <dgm:alg type="cycle">
                              <dgm:param type="ctrShpMap" val="fNode"/>
                              <dgm:param type="stAng" val="51"/>
                            </dgm:alg>
                          </dgm:if>
                          <dgm:if name="Name447" axis="ch ch" ptType="node node" st="7 1" cnt="1 0" func="cnt" op="equ" val="2">
                            <dgm:alg type="cycle">
                              <dgm:param type="ctrShpMap" val="fNode"/>
                              <dgm:param type="stAng" val="96"/>
                              <dgm:param type="spanAng" val="-90"/>
                            </dgm:alg>
                          </dgm:if>
                          <dgm:else name="Name448">
                            <dgm:alg type="cycle">
                              <dgm:param type="ctrShpMap" val="fNode"/>
                              <dgm:param type="stAng" val="0"/>
                              <dgm:param type="spanAng" val="-360"/>
                            </dgm:alg>
                          </dgm:else>
                        </dgm:choose>
                      </dgm:if>
                      <dgm:else name="Name449"/>
                    </dgm:choose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>
                  <dgm:constr type="sp" refType="w" fact="0.1"/>
                  <dgm:constr type="sibSp" refType="w" fact="0.1"/>
                </dgm:constrLst>
                <dgm:forEach name="Name450" axis="ch" ptType="node" st="7" cnt="1">
                  <dgm:layoutNode name="childCenter7" styleLbl="node1">
                    <dgm:alg type="tx"/>
                    <dgm:shape xmlns:r="http://schemas.openxmlformats.org/officeDocument/2006/relationships" type="roundRect" r:blip="">
                      <dgm:adjLst/>
                    </dgm:shape>
                    <dgm:presOf axis="self" ptType="node"/>
                    <dgm:constrLst>
                      <dgm:constr type="userS"/>
                      <dgm:constr type="w" refType="userS"/>
                      <dgm:constr type="h" refType="w"/>
                      <dgm:constr type="tMarg" refType="primFontSz" fact="0.2"/>
                      <dgm:constr type="bMarg" refType="primFontSz" fact="0.2"/>
                      <dgm:constr type="lMarg" refType="primFontSz" fact="0.2"/>
                      <dgm:constr type="rMarg" refType="primFontSz" fact="0.2"/>
                    </dgm:constrLst>
                    <dgm:ruleLst>
                      <dgm:rule type="primFontSz" val="5" fact="NaN" max="NaN"/>
                    </dgm:ruleLst>
                  </dgm:layoutNode>
                  <dgm:forEach name="Name451" axis="ch">
                    <dgm:forEach name="Name452" axis="self" ptType="parTrans">
                      <dgm:layoutNode name="Name453">
                        <dgm:alg type="conn">
                          <dgm:param type="dim" val="1D"/>
                          <dgm:param type="begPts" val="auto"/>
                          <dgm:param type="endPts" val="auto"/>
                          <dgm:param type="begSty" val="noArr"/>
                          <dgm:param type="endSty" val="noArr"/>
                        </dgm:alg>
                        <dgm:shape xmlns:r="http://schemas.openxmlformats.org/officeDocument/2006/relationships" type="conn" r:blip="">
                          <dgm:adjLst/>
                        </dgm:shape>
                        <dgm:presOf axis="self"/>
                        <dgm:constrLst>
                          <dgm:constr type="begPad"/>
                          <dgm:constr type="endPad"/>
                        </dgm:constrLst>
                      </dgm:layoutNode>
                    </dgm:forEach>
                    <dgm:forEach name="Name454" axis="self" ptType="node">
                      <dgm:layoutNode name="text7" styleLbl="node1">
                        <dgm:varLst>
                          <dgm:bulletEnabled val="1"/>
                        </dgm:varLst>
                        <dgm:alg type="tx"/>
                        <dgm:shape xmlns:r="http://schemas.openxmlformats.org/officeDocument/2006/relationships" type="roundRect" r:blip="">
                          <dgm:adjLst/>
                        </dgm:shape>
                        <dgm:presOf axis="desOrSelf" ptType="node"/>
                        <dgm:constrLst>
                          <dgm:constr type="userS"/>
                          <dgm:constr type="w" refType="userS"/>
                          <dgm:constr type="h" refType="w"/>
                          <dgm:constr type="tMarg" refType="primFontSz" fact="0.2"/>
                          <dgm:constr type="bMarg" refType="primFontSz" fact="0.2"/>
                          <dgm:constr type="lMarg" refType="primFontSz" fact="0.2"/>
                          <dgm:constr type="rMarg" refType="primFontSz" fact="0.2"/>
                        </dgm:constrLst>
                        <dgm:ruleLst>
                          <dgm:rule type="primFontSz" val="5" fact="NaN" max="NaN"/>
                        </dgm:ruleLst>
                      </dgm:layoutNode>
                    </dgm:forEach>
                  </dgm:forEach>
                </dgm:forEach>
              </dgm:layoutNode>
              <dgm:forEach name="Name455" axis="ch" ptType="parTrans" st="7" cnt="1">
                <dgm:layoutNode name="Name456">
                  <dgm:alg type="conn">
                    <dgm:param type="dim" val="1D"/>
                    <dgm:param type="begPts" val="auto"/>
                    <dgm:param type="endPts" val="auto"/>
                    <dgm:param type="endSty" val="noArr"/>
                    <dgm:param type="srcNode" val="textCenter"/>
                    <dgm:param type="dstNode" val="childCenter7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h"/>
                    <dgm:constr type="begPad"/>
                    <dgm:constr type="endPad"/>
                  </dgm:constrLst>
                </dgm:layoutNode>
              </dgm:forEach>
            </dgm:if>
            <dgm:else name="Name45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87DA49-9917-4A7E-BE43-A1E4A72285DB}" type="datetimeFigureOut">
              <a:rPr lang="ru-RU" smtClean="0"/>
              <a:t>31.12.2025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9D1B74-7F90-4CBF-9224-F66A6D7BD4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9859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Выделить наиболее интересное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46533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62939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к значку диспетчера </a:t>
            </a:r>
            <a:r>
              <a:rPr lang="ru-RU" baseline="0" dirty="0" err="1" smtClean="0"/>
              <a:t>логирование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9349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Заменить значок функции в диспетчере на множество файлов и документов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0748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14575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1562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11177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103337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aseline="0" dirty="0" smtClean="0"/>
              <a:t>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26872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Расписать плюсы и минусы. Добавить контейнер соответствия на входе операции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66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снимок консоли и лога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0812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</a:t>
            </a:r>
            <a:r>
              <a:rPr lang="ru-RU" baseline="0" dirty="0" smtClean="0"/>
              <a:t> записи: читает множество файлов за раз и последовательно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027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Добавить картинки</a:t>
            </a:r>
            <a:r>
              <a:rPr lang="ru-RU" baseline="0" dirty="0" smtClean="0"/>
              <a:t> лога, консоли</a:t>
            </a:r>
            <a:r>
              <a:rPr lang="ru-RU" baseline="0" smtClean="0"/>
              <a:t>, ответов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39874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9960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Указать, количество потоков в которых происходит работа.</a:t>
            </a:r>
            <a:r>
              <a:rPr lang="ru-RU" baseline="0" dirty="0" smtClean="0"/>
              <a:t> Количество документов. Слов в документе. Нарисовать схематично рисунки одного потока и нескольких потоков.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89D1B74-7F90-4CBF-9224-F66A6D7BD4DA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903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D494A6-AC0E-4564-848B-C9299726F19B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798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451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7F089-DB3A-44EC-8E6C-70C807261B64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35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1748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ABE4F1-295B-4CC0-A10F-3BDEF5F6B9B6}" type="datetime1">
              <a:rPr lang="ru-RU" smtClean="0"/>
              <a:t>31.12.2025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430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31.12.2025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41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31.12.2025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307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A82D743-4282-4860-9AE2-FAD442C19B6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8853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22F36-14C5-4E46-8DE1-22F5FE5A6635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2179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54F09E-5B73-4FCA-A245-E4B9F24EF6E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4931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0EF1CB-1F45-4BB0-ACA2-7F2CD691ED8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0415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F78E439-9BA7-4640-B448-B030DCC85B49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EBD715E-836E-42D1-BDDD-058C1EE5707C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0707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png"/><Relationship Id="rId18" Type="http://schemas.openxmlformats.org/officeDocument/2006/relationships/image" Target="../media/image30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24.png"/><Relationship Id="rId17" Type="http://schemas.openxmlformats.org/officeDocument/2006/relationships/image" Target="../media/image29.pn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23.png"/><Relationship Id="rId5" Type="http://schemas.openxmlformats.org/officeDocument/2006/relationships/diagramQuickStyle" Target="../diagrams/quickStyle1.xml"/><Relationship Id="rId15" Type="http://schemas.openxmlformats.org/officeDocument/2006/relationships/image" Target="../media/image27.png"/><Relationship Id="rId10" Type="http://schemas.openxmlformats.org/officeDocument/2006/relationships/image" Target="../media/image22.png"/><Relationship Id="rId4" Type="http://schemas.openxmlformats.org/officeDocument/2006/relationships/diagramLayout" Target="../diagrams/layout1.xml"/><Relationship Id="rId9" Type="http://schemas.openxmlformats.org/officeDocument/2006/relationships/image" Target="../media/image21.png"/><Relationship Id="rId1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40.png"/><Relationship Id="rId18" Type="http://schemas.openxmlformats.org/officeDocument/2006/relationships/image" Target="../media/image45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39.png"/><Relationship Id="rId17" Type="http://schemas.openxmlformats.org/officeDocument/2006/relationships/image" Target="../media/image44.png"/><Relationship Id="rId2" Type="http://schemas.openxmlformats.org/officeDocument/2006/relationships/image" Target="../media/image31.png"/><Relationship Id="rId16" Type="http://schemas.openxmlformats.org/officeDocument/2006/relationships/image" Target="../media/image43.png"/><Relationship Id="rId20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11" Type="http://schemas.openxmlformats.org/officeDocument/2006/relationships/image" Target="../media/image38.png"/><Relationship Id="rId5" Type="http://schemas.openxmlformats.org/officeDocument/2006/relationships/image" Target="../media/image34.png"/><Relationship Id="rId15" Type="http://schemas.openxmlformats.org/officeDocument/2006/relationships/image" Target="../media/image42.png"/><Relationship Id="rId10" Type="http://schemas.openxmlformats.org/officeDocument/2006/relationships/image" Target="../media/image37.png"/><Relationship Id="rId19" Type="http://schemas.openxmlformats.org/officeDocument/2006/relationships/image" Target="../media/image46.png"/><Relationship Id="rId4" Type="http://schemas.openxmlformats.org/officeDocument/2006/relationships/image" Target="../media/image33.png"/><Relationship Id="rId9" Type="http://schemas.openxmlformats.org/officeDocument/2006/relationships/image" Target="../media/image30.png"/><Relationship Id="rId14" Type="http://schemas.openxmlformats.org/officeDocument/2006/relationships/image" Target="../media/image4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13" Type="http://schemas.openxmlformats.org/officeDocument/2006/relationships/image" Target="../media/image30.png"/><Relationship Id="rId18" Type="http://schemas.openxmlformats.org/officeDocument/2006/relationships/image" Target="../media/image27.png"/><Relationship Id="rId3" Type="http://schemas.openxmlformats.org/officeDocument/2006/relationships/image" Target="../media/image48.png"/><Relationship Id="rId7" Type="http://schemas.openxmlformats.org/officeDocument/2006/relationships/image" Target="../media/image37.png"/><Relationship Id="rId12" Type="http://schemas.openxmlformats.org/officeDocument/2006/relationships/image" Target="../media/image29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11" Type="http://schemas.openxmlformats.org/officeDocument/2006/relationships/image" Target="../media/image55.png"/><Relationship Id="rId5" Type="http://schemas.openxmlformats.org/officeDocument/2006/relationships/image" Target="../media/image50.png"/><Relationship Id="rId15" Type="http://schemas.openxmlformats.org/officeDocument/2006/relationships/image" Target="../media/image42.png"/><Relationship Id="rId10" Type="http://schemas.openxmlformats.org/officeDocument/2006/relationships/image" Target="../media/image54.png"/><Relationship Id="rId4" Type="http://schemas.openxmlformats.org/officeDocument/2006/relationships/image" Target="../media/image49.png"/><Relationship Id="rId9" Type="http://schemas.openxmlformats.org/officeDocument/2006/relationships/image" Target="../media/image53.png"/><Relationship Id="rId1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42.png"/><Relationship Id="rId3" Type="http://schemas.openxmlformats.org/officeDocument/2006/relationships/image" Target="../media/image57.png"/><Relationship Id="rId7" Type="http://schemas.openxmlformats.org/officeDocument/2006/relationships/image" Target="../media/image59.png"/><Relationship Id="rId12" Type="http://schemas.openxmlformats.org/officeDocument/2006/relationships/image" Target="../media/image41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11" Type="http://schemas.openxmlformats.org/officeDocument/2006/relationships/image" Target="../media/image30.png"/><Relationship Id="rId5" Type="http://schemas.openxmlformats.org/officeDocument/2006/relationships/image" Target="../media/image39.png"/><Relationship Id="rId15" Type="http://schemas.openxmlformats.org/officeDocument/2006/relationships/image" Target="../media/image62.png"/><Relationship Id="rId10" Type="http://schemas.openxmlformats.org/officeDocument/2006/relationships/image" Target="../media/image29.png"/><Relationship Id="rId4" Type="http://schemas.openxmlformats.org/officeDocument/2006/relationships/image" Target="../media/image38.png"/><Relationship Id="rId9" Type="http://schemas.openxmlformats.org/officeDocument/2006/relationships/image" Target="../media/image61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1.png"/><Relationship Id="rId18" Type="http://schemas.openxmlformats.org/officeDocument/2006/relationships/image" Target="../media/image72.png"/><Relationship Id="rId3" Type="http://schemas.openxmlformats.org/officeDocument/2006/relationships/image" Target="../media/image64.png"/><Relationship Id="rId7" Type="http://schemas.openxmlformats.org/officeDocument/2006/relationships/image" Target="../media/image58.png"/><Relationship Id="rId12" Type="http://schemas.openxmlformats.org/officeDocument/2006/relationships/image" Target="../media/image70.png"/><Relationship Id="rId17" Type="http://schemas.openxmlformats.org/officeDocument/2006/relationships/image" Target="../media/image42.png"/><Relationship Id="rId2" Type="http://schemas.openxmlformats.org/officeDocument/2006/relationships/image" Target="../media/image63.png"/><Relationship Id="rId16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6.png"/><Relationship Id="rId11" Type="http://schemas.openxmlformats.org/officeDocument/2006/relationships/image" Target="../media/image69.png"/><Relationship Id="rId5" Type="http://schemas.openxmlformats.org/officeDocument/2006/relationships/image" Target="../media/image65.png"/><Relationship Id="rId15" Type="http://schemas.openxmlformats.org/officeDocument/2006/relationships/image" Target="../media/image30.png"/><Relationship Id="rId10" Type="http://schemas.openxmlformats.org/officeDocument/2006/relationships/image" Target="../media/image28.png"/><Relationship Id="rId19" Type="http://schemas.openxmlformats.org/officeDocument/2006/relationships/image" Target="../media/image27.png"/><Relationship Id="rId4" Type="http://schemas.openxmlformats.org/officeDocument/2006/relationships/image" Target="../media/image48.png"/><Relationship Id="rId9" Type="http://schemas.openxmlformats.org/officeDocument/2006/relationships/image" Target="../media/image68.png"/><Relationship Id="rId1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7" Type="http://schemas.openxmlformats.org/officeDocument/2006/relationships/image" Target="../media/image79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49.png"/><Relationship Id="rId7" Type="http://schemas.openxmlformats.org/officeDocument/2006/relationships/image" Target="../media/image76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7" Type="http://schemas.openxmlformats.org/officeDocument/2006/relationships/image" Target="../media/image80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56.png"/><Relationship Id="rId1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12" Type="http://schemas.openxmlformats.org/officeDocument/2006/relationships/image" Target="../media/image44.png"/><Relationship Id="rId17" Type="http://schemas.openxmlformats.org/officeDocument/2006/relationships/image" Target="../media/image88.png"/><Relationship Id="rId2" Type="http://schemas.openxmlformats.org/officeDocument/2006/relationships/image" Target="../media/image48.png"/><Relationship Id="rId16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2.png"/><Relationship Id="rId11" Type="http://schemas.openxmlformats.org/officeDocument/2006/relationships/image" Target="../media/image42.png"/><Relationship Id="rId5" Type="http://schemas.openxmlformats.org/officeDocument/2006/relationships/image" Target="../media/image37.png"/><Relationship Id="rId15" Type="http://schemas.openxmlformats.org/officeDocument/2006/relationships/image" Target="../media/image27.png"/><Relationship Id="rId10" Type="http://schemas.openxmlformats.org/officeDocument/2006/relationships/image" Target="../media/image41.png"/><Relationship Id="rId4" Type="http://schemas.openxmlformats.org/officeDocument/2006/relationships/image" Target="../media/image51.png"/><Relationship Id="rId9" Type="http://schemas.openxmlformats.org/officeDocument/2006/relationships/image" Target="../media/image30.png"/><Relationship Id="rId14" Type="http://schemas.openxmlformats.org/officeDocument/2006/relationships/image" Target="../media/image5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98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97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9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3.png"/><Relationship Id="rId5" Type="http://schemas.openxmlformats.org/officeDocument/2006/relationships/image" Target="../media/image102.png"/><Relationship Id="rId4" Type="http://schemas.openxmlformats.org/officeDocument/2006/relationships/image" Target="../media/image10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10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53.png"/><Relationship Id="rId17" Type="http://schemas.openxmlformats.org/officeDocument/2006/relationships/image" Target="../media/image114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13.pn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09.png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112.png"/><Relationship Id="rId10" Type="http://schemas.openxmlformats.org/officeDocument/2006/relationships/image" Target="../media/image108.png"/><Relationship Id="rId4" Type="http://schemas.openxmlformats.org/officeDocument/2006/relationships/diagramLayout" Target="../diagrams/layout3.xml"/><Relationship Id="rId9" Type="http://schemas.openxmlformats.org/officeDocument/2006/relationships/image" Target="../media/image107.png"/><Relationship Id="rId14" Type="http://schemas.openxmlformats.org/officeDocument/2006/relationships/image" Target="../media/image11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8.png"/><Relationship Id="rId3" Type="http://schemas.openxmlformats.org/officeDocument/2006/relationships/image" Target="../media/image115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9.png"/><Relationship Id="rId11" Type="http://schemas.openxmlformats.org/officeDocument/2006/relationships/image" Target="../media/image121.png"/><Relationship Id="rId5" Type="http://schemas.openxmlformats.org/officeDocument/2006/relationships/image" Target="../media/image101.png"/><Relationship Id="rId10" Type="http://schemas.openxmlformats.org/officeDocument/2006/relationships/image" Target="../media/image120.png"/><Relationship Id="rId4" Type="http://schemas.openxmlformats.org/officeDocument/2006/relationships/image" Target="../media/image116.png"/><Relationship Id="rId9" Type="http://schemas.openxmlformats.org/officeDocument/2006/relationships/image" Target="../media/image11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7.png"/><Relationship Id="rId3" Type="http://schemas.openxmlformats.org/officeDocument/2006/relationships/image" Target="../media/image122.png"/><Relationship Id="rId7" Type="http://schemas.openxmlformats.org/officeDocument/2006/relationships/image" Target="../media/image1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10" Type="http://schemas.openxmlformats.org/officeDocument/2006/relationships/image" Target="../media/image129.png"/><Relationship Id="rId4" Type="http://schemas.openxmlformats.org/officeDocument/2006/relationships/image" Target="../media/image123.png"/><Relationship Id="rId9" Type="http://schemas.openxmlformats.org/officeDocument/2006/relationships/image" Target="../media/image12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7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138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Relationship Id="rId9" Type="http://schemas.openxmlformats.org/officeDocument/2006/relationships/image" Target="../media/image1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</a:t>
            </a:fld>
            <a:endParaRPr lang="ru-RU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idx="4294967295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121" y="1455079"/>
            <a:ext cx="2876550" cy="900112"/>
          </a:xfr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555" y="1466737"/>
            <a:ext cx="3651277" cy="4608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3301543"/>
            <a:ext cx="2876084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8" y="5156878"/>
            <a:ext cx="2876083" cy="90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6" y="2376581"/>
            <a:ext cx="2876085" cy="90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7587" y="4232905"/>
            <a:ext cx="2876084" cy="900000"/>
          </a:xfrm>
          <a:prstGeom prst="rect">
            <a:avLst/>
          </a:prstGeom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Немного о себе</a:t>
            </a:r>
            <a:endParaRPr lang="ru-RU" sz="4000" dirty="0"/>
          </a:p>
        </p:txBody>
      </p:sp>
      <p:cxnSp>
        <p:nvCxnSpPr>
          <p:cNvPr id="15" name="Прямая соединительная линия 14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Специализации по направлениям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8983925" y="1726262"/>
            <a:ext cx="29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Клиентские и серверные ОС</a:t>
            </a:r>
            <a:endParaRPr lang="ru-RU" dirty="0"/>
          </a:p>
        </p:txBody>
      </p:sp>
      <p:sp>
        <p:nvSpPr>
          <p:cNvPr id="7" name="TextBox 6"/>
          <p:cNvSpPr txBox="1"/>
          <p:nvPr/>
        </p:nvSpPr>
        <p:spPr>
          <a:xfrm>
            <a:off x="8986684" y="2654711"/>
            <a:ext cx="216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Сетевые технологии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986683" y="4493341"/>
            <a:ext cx="20333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Почтовые системы</a:t>
            </a:r>
            <a:endParaRPr lang="ru-RU" dirty="0"/>
          </a:p>
        </p:txBody>
      </p:sp>
      <p:sp>
        <p:nvSpPr>
          <p:cNvPr id="17" name="TextBox 16"/>
          <p:cNvSpPr txBox="1"/>
          <p:nvPr/>
        </p:nvSpPr>
        <p:spPr>
          <a:xfrm>
            <a:off x="8986681" y="5397908"/>
            <a:ext cx="2582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Системы виртуализации</a:t>
            </a:r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8986682" y="3539613"/>
            <a:ext cx="2495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Управление доменами </a:t>
            </a:r>
            <a:endParaRPr lang="ru-RU" dirty="0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 flipH="1">
            <a:off x="5373832" y="1449388"/>
            <a:ext cx="6495" cy="46136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7236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</a:t>
            </a:fld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631" y="5785984"/>
            <a:ext cx="1789957" cy="978996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9552" y="5946581"/>
            <a:ext cx="1540875" cy="81787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08989" y="5661694"/>
            <a:ext cx="1415007" cy="828211"/>
          </a:xfrm>
          <a:prstGeom prst="rect">
            <a:avLst/>
          </a:prstGeom>
        </p:spPr>
      </p:pic>
      <p:grpSp>
        <p:nvGrpSpPr>
          <p:cNvPr id="40" name="Группа 39"/>
          <p:cNvGrpSpPr/>
          <p:nvPr/>
        </p:nvGrpSpPr>
        <p:grpSpPr>
          <a:xfrm>
            <a:off x="448231" y="2450579"/>
            <a:ext cx="1227272" cy="706992"/>
            <a:chOff x="1072736" y="1946935"/>
            <a:chExt cx="1227272" cy="861059"/>
          </a:xfrm>
        </p:grpSpPr>
        <p:sp>
          <p:nvSpPr>
            <p:cNvPr id="12" name="Прямоугольник с двумя усеченными противолежащими углами 11"/>
            <p:cNvSpPr/>
            <p:nvPr/>
          </p:nvSpPr>
          <p:spPr>
            <a:xfrm rot="5400000">
              <a:off x="1351001" y="1858988"/>
              <a:ext cx="670741" cy="1227272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/>
            <p:cNvSpPr/>
            <p:nvPr/>
          </p:nvSpPr>
          <p:spPr>
            <a:xfrm>
              <a:off x="1236674" y="1946935"/>
              <a:ext cx="819455" cy="75600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8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</a:t>
              </a:r>
              <a:endParaRPr lang="ru-RU" sz="48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5" name="Группа 34"/>
          <p:cNvGrpSpPr>
            <a:grpSpLocks noChangeAspect="1"/>
          </p:cNvGrpSpPr>
          <p:nvPr/>
        </p:nvGrpSpPr>
        <p:grpSpPr>
          <a:xfrm>
            <a:off x="513733" y="4948707"/>
            <a:ext cx="1065731" cy="540000"/>
            <a:chOff x="2098995" y="3860219"/>
            <a:chExt cx="1349927" cy="776776"/>
          </a:xfrm>
        </p:grpSpPr>
        <p:sp>
          <p:nvSpPr>
            <p:cNvPr id="14" name="Прямоугольник с двумя усеченными противолежащими углами 13"/>
            <p:cNvSpPr/>
            <p:nvPr/>
          </p:nvSpPr>
          <p:spPr>
            <a:xfrm rot="5400000">
              <a:off x="2385571" y="3578292"/>
              <a:ext cx="776776" cy="1340630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2098995" y="3906079"/>
              <a:ext cx="1349927" cy="461665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QML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3" name="Группа 32"/>
          <p:cNvGrpSpPr>
            <a:grpSpLocks/>
          </p:cNvGrpSpPr>
          <p:nvPr/>
        </p:nvGrpSpPr>
        <p:grpSpPr>
          <a:xfrm>
            <a:off x="243316" y="4236340"/>
            <a:ext cx="1620000" cy="540000"/>
            <a:chOff x="1065200" y="4719370"/>
            <a:chExt cx="1848465" cy="795777"/>
          </a:xfrm>
        </p:grpSpPr>
        <p:sp>
          <p:nvSpPr>
            <p:cNvPr id="16" name="Прямоугольник с двумя усеченными противолежащими углами 15"/>
            <p:cNvSpPr/>
            <p:nvPr/>
          </p:nvSpPr>
          <p:spPr>
            <a:xfrm rot="5400000">
              <a:off x="1591544" y="419302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>
              <a:spLocks noChangeAspect="1"/>
            </p:cNvSpPr>
            <p:nvPr/>
          </p:nvSpPr>
          <p:spPr>
            <a:xfrm>
              <a:off x="1141285" y="4772566"/>
              <a:ext cx="1692000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Designer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grpSp>
        <p:nvGrpSpPr>
          <p:cNvPr id="34" name="Группа 33"/>
          <p:cNvGrpSpPr>
            <a:grpSpLocks/>
          </p:cNvGrpSpPr>
          <p:nvPr/>
        </p:nvGrpSpPr>
        <p:grpSpPr>
          <a:xfrm>
            <a:off x="312146" y="3520790"/>
            <a:ext cx="1476000" cy="540000"/>
            <a:chOff x="1268299" y="3626000"/>
            <a:chExt cx="1848465" cy="795777"/>
          </a:xfrm>
        </p:grpSpPr>
        <p:sp>
          <p:nvSpPr>
            <p:cNvPr id="18" name="Прямоугольник с двумя усеченными противолежащими углами 17"/>
            <p:cNvSpPr/>
            <p:nvPr/>
          </p:nvSpPr>
          <p:spPr>
            <a:xfrm rot="5400000">
              <a:off x="1794643" y="3099656"/>
              <a:ext cx="795777" cy="1848465"/>
            </a:xfrm>
            <a:prstGeom prst="snip2DiagRect">
              <a:avLst/>
            </a:prstGeom>
            <a:solidFill>
              <a:srgbClr val="92D050"/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/>
            <p:cNvSpPr/>
            <p:nvPr/>
          </p:nvSpPr>
          <p:spPr>
            <a:xfrm>
              <a:off x="1435286" y="3679414"/>
              <a:ext cx="1525032" cy="46166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b="1" cap="none" spc="0" dirty="0" smtClean="0">
                  <a:ln w="10160">
                    <a:solidFill>
                      <a:schemeClr val="accent5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</a:rPr>
                <a:t>Qt Creator</a:t>
              </a:r>
              <a:endParaRPr lang="ru-RU" sz="2400" b="1" cap="none" spc="0" dirty="0">
                <a:ln w="10160">
                  <a:solidFill>
                    <a:schemeClr val="accent5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endParaRPr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1980000" y="900000"/>
            <a:ext cx="9864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типы</a:t>
            </a:r>
            <a:r>
              <a:rPr lang="en-US" sz="1600" dirty="0" smtClean="0"/>
              <a:t> </a:t>
            </a:r>
            <a:r>
              <a:rPr lang="ru-RU" sz="1600" dirty="0"/>
              <a:t>данных</a:t>
            </a:r>
            <a:r>
              <a:rPr lang="ru-RU" sz="1600" dirty="0" smtClean="0"/>
              <a:t>, константы и строки, массивы, </a:t>
            </a:r>
            <a:r>
              <a:rPr lang="ru-RU" sz="1600" dirty="0"/>
              <a:t>ветвления, </a:t>
            </a:r>
            <a:r>
              <a:rPr lang="ru-RU" sz="1600" dirty="0" smtClean="0"/>
              <a:t>циклы, функции, преобразование типов, </a:t>
            </a:r>
          </a:p>
          <a:p>
            <a:r>
              <a:rPr lang="ru-RU" sz="1600" dirty="0" smtClean="0"/>
              <a:t>ссылки и указатели, работа с файлами, перечисления и структуры, макросы и препроцессор, </a:t>
            </a:r>
          </a:p>
          <a:p>
            <a:r>
              <a:rPr lang="ru-RU" sz="1600" dirty="0" smtClean="0"/>
              <a:t>перегрузка функций, шаблоны функций, ООП, перегрузка операторов, семантика перемещения, </a:t>
            </a:r>
          </a:p>
          <a:p>
            <a:r>
              <a:rPr lang="ru-RU" sz="1600" dirty="0" smtClean="0"/>
              <a:t>умные указатели, наследование, виртуальные функции, шаблоны классов, </a:t>
            </a:r>
            <a:r>
              <a:rPr lang="en-US" sz="1600" dirty="0" smtClean="0"/>
              <a:t>STL, </a:t>
            </a:r>
            <a:r>
              <a:rPr lang="ru-RU" sz="1600" dirty="0" smtClean="0"/>
              <a:t>многопоточность, </a:t>
            </a:r>
          </a:p>
          <a:p>
            <a:r>
              <a:rPr lang="ru-RU" sz="1600" dirty="0" smtClean="0"/>
              <a:t>исключения, свойства типов, шаблонное метапрограммирование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9997" y="558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описание правил сборки проекта</a:t>
            </a:r>
            <a:endParaRPr lang="ru-RU" sz="1600" dirty="0"/>
          </a:p>
        </p:txBody>
      </p:sp>
      <p:grpSp>
        <p:nvGrpSpPr>
          <p:cNvPr id="28" name="Группа 27"/>
          <p:cNvGrpSpPr>
            <a:grpSpLocks noChangeAspect="1"/>
          </p:cNvGrpSpPr>
          <p:nvPr/>
        </p:nvGrpSpPr>
        <p:grpSpPr>
          <a:xfrm>
            <a:off x="843409" y="5693155"/>
            <a:ext cx="410079" cy="468000"/>
            <a:chOff x="1501166" y="5420382"/>
            <a:chExt cx="530641" cy="605587"/>
          </a:xfrm>
        </p:grpSpPr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52784" y="5420382"/>
              <a:ext cx="436649" cy="437075"/>
            </a:xfrm>
            <a:prstGeom prst="rect">
              <a:avLst/>
            </a:prstGeom>
          </p:spPr>
        </p:pic>
        <p:sp>
          <p:nvSpPr>
            <p:cNvPr id="23" name="TextBox 22"/>
            <p:cNvSpPr txBox="1"/>
            <p:nvPr/>
          </p:nvSpPr>
          <p:spPr>
            <a:xfrm>
              <a:off x="1501166" y="5789289"/>
              <a:ext cx="530641" cy="23668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 smtClean="0"/>
                <a:t>CMake</a:t>
              </a:r>
              <a:endParaRPr lang="ru-RU" dirty="0"/>
            </a:p>
          </p:txBody>
        </p:sp>
      </p:grpSp>
      <p:sp>
        <p:nvSpPr>
          <p:cNvPr id="24" name="TextBox 23"/>
          <p:cNvSpPr txBox="1"/>
          <p:nvPr/>
        </p:nvSpPr>
        <p:spPr>
          <a:xfrm>
            <a:off x="1979999" y="4140000"/>
            <a:ext cx="9864000" cy="720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 smtClean="0"/>
              <a:t>визуальное </a:t>
            </a:r>
            <a:r>
              <a:rPr lang="ru-RU" sz="1600" dirty="0"/>
              <a:t>проектирования графических </a:t>
            </a:r>
            <a:r>
              <a:rPr lang="ru-RU" sz="1600" dirty="0" smtClean="0"/>
              <a:t>интерфейсов</a:t>
            </a:r>
            <a:r>
              <a:rPr lang="en-US" sz="1600" dirty="0" smtClean="0"/>
              <a:t> </a:t>
            </a:r>
            <a:r>
              <a:rPr lang="ru-RU" sz="1600" dirty="0" smtClean="0"/>
              <a:t>без написания кода</a:t>
            </a:r>
            <a:endParaRPr lang="ru-RU" sz="1600" dirty="0"/>
          </a:p>
        </p:txBody>
      </p:sp>
      <p:sp>
        <p:nvSpPr>
          <p:cNvPr id="25" name="TextBox 24"/>
          <p:cNvSpPr txBox="1"/>
          <p:nvPr/>
        </p:nvSpPr>
        <p:spPr>
          <a:xfrm>
            <a:off x="1980000" y="3420000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создание </a:t>
            </a:r>
            <a:r>
              <a:rPr lang="ru-RU" sz="1600" dirty="0"/>
              <a:t>кроссплатформенных приложений с графическим </a:t>
            </a:r>
            <a:r>
              <a:rPr lang="ru-RU" sz="1600" dirty="0" smtClean="0"/>
              <a:t>интерфейсом</a:t>
            </a:r>
            <a:r>
              <a:rPr lang="en-US" sz="1600" dirty="0" smtClean="0"/>
              <a:t> </a:t>
            </a:r>
            <a:r>
              <a:rPr lang="ru-RU" sz="1600" dirty="0" smtClean="0"/>
              <a:t>пользователя</a:t>
            </a:r>
            <a:endParaRPr lang="ru-RU" sz="1600" dirty="0"/>
          </a:p>
        </p:txBody>
      </p:sp>
      <p:sp>
        <p:nvSpPr>
          <p:cNvPr id="26" name="TextBox 25"/>
          <p:cNvSpPr txBox="1"/>
          <p:nvPr/>
        </p:nvSpPr>
        <p:spPr>
          <a:xfrm>
            <a:off x="1980000" y="4859999"/>
            <a:ext cx="9864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разработка пользовательских элементов </a:t>
            </a:r>
            <a:r>
              <a:rPr lang="ru-RU" sz="1600" dirty="0"/>
              <a:t>интерфейсов, у</a:t>
            </a:r>
            <a:r>
              <a:rPr lang="ru-RU" sz="1600" dirty="0" smtClean="0"/>
              <a:t>правление </a:t>
            </a:r>
            <a:r>
              <a:rPr lang="ru-RU" sz="1600" dirty="0"/>
              <a:t>размещением </a:t>
            </a:r>
            <a:r>
              <a:rPr lang="ru-RU" sz="1600" dirty="0" smtClean="0"/>
              <a:t>элементов, </a:t>
            </a:r>
            <a:r>
              <a:rPr lang="ru-RU" sz="1600" dirty="0"/>
              <a:t>э</a:t>
            </a:r>
            <a:r>
              <a:rPr lang="ru-RU" sz="1600" dirty="0" smtClean="0"/>
              <a:t>лементы графики, </a:t>
            </a:r>
            <a:r>
              <a:rPr lang="ru-RU" sz="1600" dirty="0"/>
              <a:t>п</a:t>
            </a:r>
            <a:r>
              <a:rPr lang="ru-RU" sz="1600" dirty="0" smtClean="0"/>
              <a:t>ользовательский ввод, анимация, </a:t>
            </a:r>
            <a:r>
              <a:rPr lang="en-US" sz="1600" dirty="0"/>
              <a:t>3D-</a:t>
            </a:r>
            <a:r>
              <a:rPr lang="ru-RU" sz="1600" dirty="0"/>
              <a:t>графика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80000" y="2339999"/>
            <a:ext cx="9864000" cy="1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 smtClean="0"/>
              <a:t>концепция межобъектных коммуникаций – сигналы и слоты, </a:t>
            </a:r>
            <a:r>
              <a:rPr lang="en-US" sz="1600" dirty="0" smtClean="0"/>
              <a:t>qmake, </a:t>
            </a:r>
            <a:r>
              <a:rPr lang="ru-RU" sz="1600" dirty="0" smtClean="0"/>
              <a:t>библиотека контейнеров, виджеты, события, графика, </a:t>
            </a:r>
            <a:r>
              <a:rPr lang="ru-RU" sz="1600" dirty="0"/>
              <a:t>мультимедиа, </a:t>
            </a:r>
            <a:r>
              <a:rPr lang="ru-RU" sz="1600" dirty="0" smtClean="0"/>
              <a:t>анимация, </a:t>
            </a:r>
            <a:r>
              <a:rPr lang="en-US" sz="1600" dirty="0" smtClean="0"/>
              <a:t>SDI- </a:t>
            </a:r>
            <a:r>
              <a:rPr lang="ru-RU" sz="1600" dirty="0"/>
              <a:t>и М</a:t>
            </a:r>
            <a:r>
              <a:rPr lang="en-US" sz="1600" dirty="0"/>
              <a:t>DI-</a:t>
            </a:r>
            <a:r>
              <a:rPr lang="ru-RU" sz="1600" dirty="0" smtClean="0"/>
              <a:t>приложения, </a:t>
            </a:r>
            <a:r>
              <a:rPr lang="ru-RU" sz="1600" dirty="0"/>
              <a:t>р</a:t>
            </a:r>
            <a:r>
              <a:rPr lang="ru-RU" sz="1600" dirty="0" smtClean="0"/>
              <a:t>абота </a:t>
            </a:r>
            <a:r>
              <a:rPr lang="ru-RU" sz="1600" dirty="0"/>
              <a:t>с файлами, каталогами </a:t>
            </a:r>
            <a:endParaRPr lang="ru-RU" sz="1600" dirty="0" smtClean="0"/>
          </a:p>
          <a:p>
            <a:r>
              <a:rPr lang="ru-RU" sz="1600" dirty="0" smtClean="0"/>
              <a:t>и </a:t>
            </a:r>
            <a:r>
              <a:rPr lang="ru-RU" sz="1600" dirty="0"/>
              <a:t>потоками </a:t>
            </a:r>
            <a:r>
              <a:rPr lang="ru-RU" sz="1600" dirty="0" smtClean="0"/>
              <a:t>ввода/вывода, </a:t>
            </a:r>
            <a:r>
              <a:rPr lang="ru-RU" sz="1600" dirty="0"/>
              <a:t>п</a:t>
            </a:r>
            <a:r>
              <a:rPr lang="ru-RU" sz="1600" dirty="0" smtClean="0"/>
              <a:t>роцессы </a:t>
            </a:r>
            <a:r>
              <a:rPr lang="ru-RU" sz="1600" dirty="0"/>
              <a:t>и потоки</a:t>
            </a:r>
          </a:p>
        </p:txBody>
      </p:sp>
      <p:sp>
        <p:nvSpPr>
          <p:cNvPr id="2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Полученные знания по прохождению курса</a:t>
            </a:r>
            <a:endParaRPr lang="ru-RU" sz="4000" dirty="0"/>
          </a:p>
        </p:txBody>
      </p:sp>
      <p:cxnSp>
        <p:nvCxnSpPr>
          <p:cNvPr id="30" name="Прямая соединительная линия 2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2" name="Рисунок 3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29" y="1323177"/>
            <a:ext cx="543670" cy="612000"/>
          </a:xfrm>
          <a:prstGeom prst="rect">
            <a:avLst/>
          </a:prstGeom>
        </p:spPr>
      </p:pic>
      <p:cxnSp>
        <p:nvCxnSpPr>
          <p:cNvPr id="42" name="Прямая соединительная линия 41"/>
          <p:cNvCxnSpPr/>
          <p:nvPr/>
        </p:nvCxnSpPr>
        <p:spPr>
          <a:xfrm>
            <a:off x="324000" y="23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/>
          <p:cNvCxnSpPr/>
          <p:nvPr/>
        </p:nvCxnSpPr>
        <p:spPr>
          <a:xfrm>
            <a:off x="324000" y="342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/>
          <p:cNvCxnSpPr/>
          <p:nvPr/>
        </p:nvCxnSpPr>
        <p:spPr>
          <a:xfrm>
            <a:off x="324000" y="414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/>
          <p:cNvCxnSpPr/>
          <p:nvPr/>
        </p:nvCxnSpPr>
        <p:spPr>
          <a:xfrm>
            <a:off x="324000" y="486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/>
          <p:cNvCxnSpPr/>
          <p:nvPr/>
        </p:nvCxnSpPr>
        <p:spPr>
          <a:xfrm>
            <a:off x="324000" y="5580000"/>
            <a:ext cx="11520000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1080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782" y="2878537"/>
            <a:ext cx="2799853" cy="3960000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</a:t>
            </a:fld>
            <a:endParaRPr lang="ru-RU"/>
          </a:p>
        </p:txBody>
      </p:sp>
      <p:sp>
        <p:nvSpPr>
          <p:cNvPr id="5" name="Стрелка вправо 4"/>
          <p:cNvSpPr/>
          <p:nvPr/>
        </p:nvSpPr>
        <p:spPr>
          <a:xfrm rot="5400000">
            <a:off x="1503522" y="3839150"/>
            <a:ext cx="576576" cy="1794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Стрелка вправо 5"/>
          <p:cNvSpPr/>
          <p:nvPr/>
        </p:nvSpPr>
        <p:spPr>
          <a:xfrm>
            <a:off x="2515907" y="464243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388972" y="2547876"/>
            <a:ext cx="27937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844407" y="5079593"/>
            <a:ext cx="18633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названия файлов документов</a:t>
            </a:r>
            <a:endParaRPr lang="ru-RU" dirty="0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9731" y="1575082"/>
            <a:ext cx="763598" cy="108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772" y="4079017"/>
            <a:ext cx="1018133" cy="1440000"/>
          </a:xfrm>
          <a:prstGeom prst="rect">
            <a:avLst/>
          </a:prstGeom>
        </p:spPr>
      </p:pic>
      <p:pic>
        <p:nvPicPr>
          <p:cNvPr id="14" name="Рисунок 1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0813" y="3476710"/>
            <a:ext cx="2036258" cy="2880000"/>
          </a:xfrm>
          <a:prstGeom prst="rect">
            <a:avLst/>
          </a:prstGeom>
        </p:spPr>
      </p:pic>
      <p:pic>
        <p:nvPicPr>
          <p:cNvPr id="15" name="Рисунок 1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79" y="1896861"/>
            <a:ext cx="763598" cy="108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071717" y="2846285"/>
            <a:ext cx="1636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запросов</a:t>
            </a:r>
          </a:p>
        </p:txBody>
      </p:sp>
      <p:sp>
        <p:nvSpPr>
          <p:cNvPr id="17" name="Стрелка вправо 16"/>
          <p:cNvSpPr/>
          <p:nvPr/>
        </p:nvSpPr>
        <p:spPr>
          <a:xfrm>
            <a:off x="6364610" y="2347903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8" name="Рисунок 1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93825" y="1868760"/>
            <a:ext cx="763597" cy="108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86373" y="2849045"/>
            <a:ext cx="1376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</a:t>
            </a:r>
            <a:r>
              <a:rPr lang="ru-RU" dirty="0" smtClean="0"/>
              <a:t>писок слов</a:t>
            </a:r>
          </a:p>
        </p:txBody>
      </p:sp>
      <p:sp>
        <p:nvSpPr>
          <p:cNvPr id="21" name="Стрелка вправо 20"/>
          <p:cNvSpPr/>
          <p:nvPr/>
        </p:nvSpPr>
        <p:spPr>
          <a:xfrm>
            <a:off x="5607552" y="463435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627343" y="464056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0834" y="4327239"/>
            <a:ext cx="763605" cy="10800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8855" y="5602682"/>
            <a:ext cx="14891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</a:t>
            </a:r>
            <a:r>
              <a:rPr lang="ru-RU" dirty="0" smtClean="0"/>
              <a:t>айл ответов</a:t>
            </a:r>
            <a:endParaRPr lang="ru-RU" dirty="0"/>
          </a:p>
        </p:txBody>
      </p:sp>
      <p:sp>
        <p:nvSpPr>
          <p:cNvPr id="2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Цель проекта</a:t>
            </a:r>
            <a:endParaRPr lang="ru-RU" sz="4000" dirty="0"/>
          </a:p>
        </p:txBody>
      </p:sp>
      <p:cxnSp>
        <p:nvCxnSpPr>
          <p:cNvPr id="27" name="Прямая соединительная линия 2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Принцип работы поискового движка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3244642" y="5883521"/>
            <a:ext cx="2129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и</a:t>
            </a:r>
            <a:r>
              <a:rPr lang="ru-RU" dirty="0" smtClean="0"/>
              <a:t>ндексация файлов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6066503" y="5736043"/>
            <a:ext cx="2641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ответов в индексе</a:t>
            </a:r>
            <a:endParaRPr lang="ru-RU" dirty="0"/>
          </a:p>
        </p:txBody>
      </p:sp>
      <p:sp>
        <p:nvSpPr>
          <p:cNvPr id="29" name="Стрелка вправо 28"/>
          <p:cNvSpPr/>
          <p:nvPr/>
        </p:nvSpPr>
        <p:spPr>
          <a:xfrm rot="5400000">
            <a:off x="7109730" y="335500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Прямоугольник 29"/>
          <p:cNvSpPr/>
          <p:nvPr/>
        </p:nvSpPr>
        <p:spPr>
          <a:xfrm>
            <a:off x="1148133" y="343730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1" name="Прямоугольник 30"/>
          <p:cNvSpPr/>
          <p:nvPr/>
        </p:nvSpPr>
        <p:spPr>
          <a:xfrm>
            <a:off x="2337483" y="3918199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2" name="Прямоугольник 31"/>
          <p:cNvSpPr/>
          <p:nvPr/>
        </p:nvSpPr>
        <p:spPr>
          <a:xfrm>
            <a:off x="6347688" y="157085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4" name="Прямоугольник 33"/>
          <p:cNvSpPr/>
          <p:nvPr/>
        </p:nvSpPr>
        <p:spPr>
          <a:xfrm>
            <a:off x="6611197" y="314507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5" name="Прямоугольник 34"/>
          <p:cNvSpPr/>
          <p:nvPr/>
        </p:nvSpPr>
        <p:spPr>
          <a:xfrm>
            <a:off x="5453058" y="3908805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6" name="Прямоугольник 35"/>
          <p:cNvSpPr/>
          <p:nvPr/>
        </p:nvSpPr>
        <p:spPr>
          <a:xfrm>
            <a:off x="8458741" y="391863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642796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4</a:t>
            </a:fld>
            <a:endParaRPr lang="ru-RU"/>
          </a:p>
        </p:txBody>
      </p:sp>
      <p:graphicFrame>
        <p:nvGraphicFramePr>
          <p:cNvPr id="7" name="Объект 6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1792443960"/>
              </p:ext>
            </p:extLst>
          </p:nvPr>
        </p:nvGraphicFramePr>
        <p:xfrm>
          <a:off x="1091380" y="1846263"/>
          <a:ext cx="10058400" cy="40449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Рисунок 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272" y="2895415"/>
            <a:ext cx="636330" cy="90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373" y="2887472"/>
            <a:ext cx="636330" cy="90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2549" y="2887162"/>
            <a:ext cx="636330" cy="90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8746" y="2887163"/>
            <a:ext cx="636330" cy="9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70964" y="2533656"/>
            <a:ext cx="1328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Содержит базу </a:t>
            </a:r>
          </a:p>
          <a:p>
            <a:r>
              <a:rPr lang="ru-RU" sz="1200" dirty="0" smtClean="0"/>
              <a:t>документов</a:t>
            </a:r>
            <a:endParaRPr lang="ru-RU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5210100" y="2533656"/>
            <a:ext cx="18143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Индексирует </a:t>
            </a:r>
          </a:p>
          <a:p>
            <a:r>
              <a:rPr lang="ru-RU" sz="1200" dirty="0"/>
              <a:t>д</a:t>
            </a:r>
            <a:r>
              <a:rPr lang="ru-RU" sz="1200" dirty="0" smtClean="0"/>
              <a:t>окументы и содержит базу индекса</a:t>
            </a:r>
            <a:endParaRPr lang="ru-RU" sz="1200" dirty="0"/>
          </a:p>
        </p:txBody>
      </p:sp>
      <p:sp>
        <p:nvSpPr>
          <p:cNvPr id="14" name="TextBox 13"/>
          <p:cNvSpPr txBox="1"/>
          <p:nvPr/>
        </p:nvSpPr>
        <p:spPr>
          <a:xfrm>
            <a:off x="1087447" y="2537243"/>
            <a:ext cx="13282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Реализует работу с </a:t>
            </a:r>
            <a:r>
              <a:rPr lang="en-US" sz="1200" dirty="0" smtClean="0"/>
              <a:t>JSON-</a:t>
            </a:r>
            <a:r>
              <a:rPr lang="ru-RU" sz="1200" dirty="0" smtClean="0"/>
              <a:t>бъектами и хранит их</a:t>
            </a:r>
            <a:endParaRPr lang="ru-RU" sz="1200" dirty="0"/>
          </a:p>
        </p:txBody>
      </p:sp>
      <p:sp>
        <p:nvSpPr>
          <p:cNvPr id="15" name="TextBox 14"/>
          <p:cNvSpPr txBox="1"/>
          <p:nvPr/>
        </p:nvSpPr>
        <p:spPr>
          <a:xfrm>
            <a:off x="7394683" y="2533655"/>
            <a:ext cx="18143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Содержит базу </a:t>
            </a:r>
          </a:p>
          <a:p>
            <a:r>
              <a:rPr lang="ru-RU" sz="1200" dirty="0" smtClean="0"/>
              <a:t>запросов</a:t>
            </a:r>
            <a:endParaRPr lang="ru-RU" sz="1200" dirty="0"/>
          </a:p>
        </p:txBody>
      </p:sp>
      <p:sp>
        <p:nvSpPr>
          <p:cNvPr id="16" name="TextBox 15"/>
          <p:cNvSpPr txBox="1"/>
          <p:nvPr/>
        </p:nvSpPr>
        <p:spPr>
          <a:xfrm>
            <a:off x="9317327" y="2533654"/>
            <a:ext cx="18143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Определяет релевантность ответов и содержит базу релевантности</a:t>
            </a:r>
            <a:endParaRPr lang="ru-RU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1095639" y="5038712"/>
            <a:ext cx="16475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Р</a:t>
            </a:r>
            <a:r>
              <a:rPr lang="ru-RU" sz="1200" dirty="0" smtClean="0"/>
              <a:t>еализует </a:t>
            </a:r>
            <a:r>
              <a:rPr lang="ru-RU" sz="1200" dirty="0"/>
              <a:t>диспетчер операций c файлами и JSON-объектами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324" y="5285769"/>
            <a:ext cx="509065" cy="720000"/>
          </a:xfrm>
          <a:prstGeom prst="rect">
            <a:avLst/>
          </a:prstGeom>
        </p:spPr>
      </p:pic>
      <p:grpSp>
        <p:nvGrpSpPr>
          <p:cNvPr id="34" name="Группа 33"/>
          <p:cNvGrpSpPr/>
          <p:nvPr/>
        </p:nvGrpSpPr>
        <p:grpSpPr>
          <a:xfrm>
            <a:off x="7837125" y="4264944"/>
            <a:ext cx="1620003" cy="1620003"/>
            <a:chOff x="0" y="2424394"/>
            <a:chExt cx="1620003" cy="1620003"/>
          </a:xfrm>
        </p:grpSpPr>
        <p:sp>
          <p:nvSpPr>
            <p:cNvPr id="35" name="Скругленный прямоугольник 34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6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 smtClean="0"/>
                <a:t>Logger</a:t>
              </a:r>
              <a:endParaRPr lang="ru-RU" kern="1200" dirty="0"/>
            </a:p>
          </p:txBody>
        </p:sp>
      </p:grpSp>
      <p:pic>
        <p:nvPicPr>
          <p:cNvPr id="42" name="Рисунок 41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09984" y="5336045"/>
            <a:ext cx="509070" cy="720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4435" y="5268704"/>
            <a:ext cx="509065" cy="72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5339" y="5327159"/>
            <a:ext cx="476195" cy="673510"/>
          </a:xfrm>
          <a:prstGeom prst="rect">
            <a:avLst/>
          </a:prstGeom>
        </p:spPr>
      </p:pic>
      <p:sp>
        <p:nvSpPr>
          <p:cNvPr id="3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Классы, используемые в проекте</a:t>
            </a:r>
            <a:endParaRPr lang="ru-RU" sz="40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Назначение классов. 6 основных классов, вспомогательный класс и две библиотеки</a:t>
            </a:r>
            <a:endParaRPr lang="ru-RU" sz="2400" dirty="0"/>
          </a:p>
        </p:txBody>
      </p:sp>
      <p:grpSp>
        <p:nvGrpSpPr>
          <p:cNvPr id="39" name="Группа 38"/>
          <p:cNvGrpSpPr/>
          <p:nvPr/>
        </p:nvGrpSpPr>
        <p:grpSpPr>
          <a:xfrm>
            <a:off x="9504790" y="4264944"/>
            <a:ext cx="1620003" cy="1620003"/>
            <a:chOff x="0" y="2424394"/>
            <a:chExt cx="1620003" cy="1620003"/>
          </a:xfrm>
        </p:grpSpPr>
        <p:sp>
          <p:nvSpPr>
            <p:cNvPr id="41" name="Скругленный прямоугольник 40"/>
            <p:cNvSpPr/>
            <p:nvPr/>
          </p:nvSpPr>
          <p:spPr>
            <a:xfrm>
              <a:off x="0" y="2424394"/>
              <a:ext cx="1620003" cy="1620003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45" name="Скругленный прямоугольник 4"/>
            <p:cNvSpPr/>
            <p:nvPr/>
          </p:nvSpPr>
          <p:spPr>
            <a:xfrm>
              <a:off x="79082" y="2503476"/>
              <a:ext cx="1461839" cy="146183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50800" tIns="50800" rIns="50800" bIns="50800" numCol="1" spcCol="1270" anchor="t" anchorCtr="0">
              <a:noAutofit/>
            </a:bodyPr>
            <a:lstStyle/>
            <a:p>
              <a:pPr lvl="0" algn="ctr" defTabSz="8890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dirty="0"/>
                <a:t>C</a:t>
              </a:r>
              <a:r>
                <a:rPr lang="en-US" dirty="0" smtClean="0"/>
                <a:t>heck</a:t>
              </a:r>
              <a:endParaRPr lang="ru-RU" kern="1200" dirty="0"/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9503962" y="5043071"/>
            <a:ext cx="16166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Чтение и запись файлов с проверкой, проверка </a:t>
            </a:r>
            <a:r>
              <a:rPr lang="en-US" sz="1200" dirty="0" smtClean="0"/>
              <a:t>JSON</a:t>
            </a:r>
            <a:r>
              <a:rPr lang="ru-RU" sz="1200" dirty="0" smtClean="0"/>
              <a:t>-объектов</a:t>
            </a:r>
            <a:endParaRPr lang="ru-RU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7835612" y="5042414"/>
            <a:ext cx="16215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 smtClean="0"/>
              <a:t>Библиотека. Логирует события в лог-файлы и в консоль</a:t>
            </a:r>
            <a:endParaRPr lang="ru-RU" sz="1200" dirty="0"/>
          </a:p>
        </p:txBody>
      </p:sp>
      <p:pic>
        <p:nvPicPr>
          <p:cNvPr id="50" name="Рисунок 4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42" y="5322017"/>
            <a:ext cx="476195" cy="673510"/>
          </a:xfrm>
          <a:prstGeom prst="rect">
            <a:avLst/>
          </a:prstGeom>
        </p:spPr>
      </p:pic>
      <p:grpSp>
        <p:nvGrpSpPr>
          <p:cNvPr id="51" name="Группа 50"/>
          <p:cNvGrpSpPr>
            <a:grpSpLocks noChangeAspect="1"/>
          </p:cNvGrpSpPr>
          <p:nvPr/>
        </p:nvGrpSpPr>
        <p:grpSpPr>
          <a:xfrm>
            <a:off x="5373479" y="5611131"/>
            <a:ext cx="216000" cy="216000"/>
            <a:chOff x="3899929" y="338038"/>
            <a:chExt cx="903543" cy="903543"/>
          </a:xfrm>
        </p:grpSpPr>
        <p:sp>
          <p:nvSpPr>
            <p:cNvPr id="52" name="Овал 51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3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ru-RU" sz="800" kern="1200" dirty="0" smtClean="0"/>
                <a:t>С</a:t>
              </a:r>
              <a:endParaRPr lang="ru-RU" sz="800" kern="1200" dirty="0"/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5606688" y="5611187"/>
            <a:ext cx="216000" cy="216000"/>
            <a:chOff x="3899929" y="338038"/>
            <a:chExt cx="903543" cy="903543"/>
          </a:xfrm>
        </p:grpSpPr>
        <p:sp>
          <p:nvSpPr>
            <p:cNvPr id="55" name="Овал 54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6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/>
                <a:t>D</a:t>
              </a:r>
              <a:endParaRPr lang="ru-RU" sz="800" kern="1200" dirty="0"/>
            </a:p>
          </p:txBody>
        </p:sp>
      </p:grpSp>
      <p:grpSp>
        <p:nvGrpSpPr>
          <p:cNvPr id="57" name="Группа 56"/>
          <p:cNvGrpSpPr>
            <a:grpSpLocks noChangeAspect="1"/>
          </p:cNvGrpSpPr>
          <p:nvPr/>
        </p:nvGrpSpPr>
        <p:grpSpPr>
          <a:xfrm>
            <a:off x="5839228" y="5614199"/>
            <a:ext cx="216000" cy="216000"/>
            <a:chOff x="5151860" y="405415"/>
            <a:chExt cx="1083633" cy="1083633"/>
          </a:xfrm>
        </p:grpSpPr>
        <p:sp>
          <p:nvSpPr>
            <p:cNvPr id="58" name="Овал 57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59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II</a:t>
              </a:r>
              <a:endParaRPr lang="ru-RU" sz="800" kern="1200" dirty="0"/>
            </a:p>
          </p:txBody>
        </p:sp>
      </p:grpSp>
      <p:grpSp>
        <p:nvGrpSpPr>
          <p:cNvPr id="60" name="Группа 59"/>
          <p:cNvGrpSpPr>
            <a:grpSpLocks noChangeAspect="1"/>
          </p:cNvGrpSpPr>
          <p:nvPr/>
        </p:nvGrpSpPr>
        <p:grpSpPr>
          <a:xfrm>
            <a:off x="6076740" y="5612875"/>
            <a:ext cx="216000" cy="216000"/>
            <a:chOff x="5151860" y="405415"/>
            <a:chExt cx="866907" cy="866907"/>
          </a:xfrm>
        </p:grpSpPr>
        <p:sp>
          <p:nvSpPr>
            <p:cNvPr id="61" name="Овал 60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2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R</a:t>
              </a:r>
              <a:endParaRPr lang="ru-RU" sz="800" kern="1200" dirty="0"/>
            </a:p>
          </p:txBody>
        </p:sp>
      </p:grpSp>
      <p:grpSp>
        <p:nvGrpSpPr>
          <p:cNvPr id="63" name="Группа 62"/>
          <p:cNvGrpSpPr>
            <a:grpSpLocks noChangeAspect="1"/>
          </p:cNvGrpSpPr>
          <p:nvPr/>
        </p:nvGrpSpPr>
        <p:grpSpPr>
          <a:xfrm>
            <a:off x="6312865" y="5612549"/>
            <a:ext cx="216000" cy="216000"/>
            <a:chOff x="2197456" y="405415"/>
            <a:chExt cx="1083633" cy="1083633"/>
          </a:xfrm>
        </p:grpSpPr>
        <p:sp>
          <p:nvSpPr>
            <p:cNvPr id="64" name="Овал 63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65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RR</a:t>
              </a:r>
              <a:endParaRPr lang="en-US" sz="800" kern="1200" dirty="0" smtClean="0"/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154" y="3017015"/>
            <a:ext cx="509068" cy="72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254" y="3014128"/>
            <a:ext cx="509066" cy="72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52252" y="5043903"/>
            <a:ext cx="1944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200" dirty="0"/>
              <a:t>О</a:t>
            </a:r>
            <a:r>
              <a:rPr lang="ru-RU" sz="1200" dirty="0" smtClean="0"/>
              <a:t>рганизует </a:t>
            </a:r>
          </a:p>
          <a:p>
            <a:r>
              <a:rPr lang="ru-RU" sz="1200" dirty="0" smtClean="0"/>
              <a:t>взаимодействие </a:t>
            </a:r>
            <a:r>
              <a:rPr lang="ru-RU" sz="1200" dirty="0"/>
              <a:t>между </a:t>
            </a:r>
            <a:endParaRPr lang="ru-RU" sz="1200" dirty="0" smtClean="0"/>
          </a:p>
          <a:p>
            <a:r>
              <a:rPr lang="ru-RU" sz="1200" dirty="0" smtClean="0"/>
              <a:t>классами</a:t>
            </a:r>
            <a:endParaRPr lang="ru-RU" sz="1200" dirty="0"/>
          </a:p>
        </p:txBody>
      </p:sp>
      <p:pic>
        <p:nvPicPr>
          <p:cNvPr id="68" name="Рисунок 67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699" y="3016910"/>
            <a:ext cx="50906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062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alpha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Рисунок 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78" y="3798258"/>
            <a:ext cx="1260000" cy="1782091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5611" y="3358341"/>
            <a:ext cx="1260000" cy="1782091"/>
          </a:xfrm>
          <a:prstGeom prst="rect">
            <a:avLst/>
          </a:prstGeom>
        </p:spPr>
      </p:pic>
      <p:pic>
        <p:nvPicPr>
          <p:cNvPr id="77" name="Рисунок 7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929" y="3365393"/>
            <a:ext cx="1260000" cy="1782091"/>
          </a:xfrm>
          <a:prstGeom prst="rect">
            <a:avLst/>
          </a:prstGeom>
        </p:spPr>
      </p:pic>
      <p:sp>
        <p:nvSpPr>
          <p:cNvPr id="68" name="Стрелка вправо 67"/>
          <p:cNvSpPr/>
          <p:nvPr/>
        </p:nvSpPr>
        <p:spPr>
          <a:xfrm>
            <a:off x="185413" y="1170032"/>
            <a:ext cx="11880000" cy="2880000"/>
          </a:xfrm>
          <a:prstGeom prst="rightArrow">
            <a:avLst>
              <a:gd name="adj1" fmla="val 87005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0">
            <a:schemeClr val="accen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31.12.2025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smtClean="0"/>
              <a:t>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5</a:t>
            </a:fld>
            <a:endParaRPr lang="ru-RU"/>
          </a:p>
        </p:txBody>
      </p:sp>
      <p:grpSp>
        <p:nvGrpSpPr>
          <p:cNvPr id="6" name="Группа 5"/>
          <p:cNvGrpSpPr/>
          <p:nvPr/>
        </p:nvGrpSpPr>
        <p:grpSpPr>
          <a:xfrm>
            <a:off x="2862549" y="5606739"/>
            <a:ext cx="720000" cy="720000"/>
            <a:chOff x="2197456" y="405415"/>
            <a:chExt cx="1083633" cy="1083633"/>
          </a:xfrm>
        </p:grpSpPr>
        <p:sp>
          <p:nvSpPr>
            <p:cNvPr id="7" name="Овал 6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Search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Engine</a:t>
              </a:r>
              <a:endParaRPr lang="ru-RU" sz="1100" kern="1200" dirty="0"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417737" y="5478396"/>
            <a:ext cx="128913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  <a:p>
            <a:pPr marL="285750" indent="-285750">
              <a:buFontTx/>
              <a:buChar char="-"/>
            </a:pPr>
            <a:r>
              <a:rPr lang="ru-RU" sz="1000" dirty="0" smtClean="0"/>
              <a:t>ответов</a:t>
            </a:r>
            <a:endParaRPr lang="ru-RU" sz="1000" dirty="0"/>
          </a:p>
        </p:txBody>
      </p:sp>
      <p:pic>
        <p:nvPicPr>
          <p:cNvPr id="28" name="Рисунок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7088" y="3779390"/>
            <a:ext cx="890865" cy="126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86775" y="3778187"/>
            <a:ext cx="890864" cy="1260000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9942" y="3771270"/>
            <a:ext cx="890864" cy="1260000"/>
          </a:xfrm>
          <a:prstGeom prst="rect">
            <a:avLst/>
          </a:prstGeom>
        </p:spPr>
      </p:pic>
      <p:sp>
        <p:nvSpPr>
          <p:cNvPr id="53" name="Стрелка вправо 52"/>
          <p:cNvSpPr/>
          <p:nvPr/>
        </p:nvSpPr>
        <p:spPr>
          <a:xfrm rot="16200000">
            <a:off x="11007975" y="348715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7" name="Стрелка вправо 56"/>
          <p:cNvSpPr/>
          <p:nvPr/>
        </p:nvSpPr>
        <p:spPr>
          <a:xfrm rot="16200000">
            <a:off x="6871576" y="488423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/>
          <p:cNvSpPr txBox="1"/>
          <p:nvPr/>
        </p:nvSpPr>
        <p:spPr>
          <a:xfrm>
            <a:off x="2570125" y="4527033"/>
            <a:ext cx="12891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ути файлов: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конфигурации;</a:t>
            </a:r>
          </a:p>
          <a:p>
            <a:pPr marL="285750" indent="-285750">
              <a:buFontTx/>
              <a:buChar char="-"/>
            </a:pPr>
            <a:r>
              <a:rPr lang="ru-RU" sz="1000" dirty="0" smtClean="0"/>
              <a:t>запросов</a:t>
            </a:r>
            <a:r>
              <a:rPr lang="ru-RU" sz="1000" dirty="0"/>
              <a:t>;</a:t>
            </a:r>
            <a:r>
              <a:rPr lang="en-US" sz="1000" dirty="0" smtClean="0"/>
              <a:t> </a:t>
            </a:r>
            <a:endParaRPr lang="ru-RU" sz="1000" dirty="0" smtClean="0"/>
          </a:p>
        </p:txBody>
      </p:sp>
      <p:grpSp>
        <p:nvGrpSpPr>
          <p:cNvPr id="69" name="Группа 68"/>
          <p:cNvGrpSpPr/>
          <p:nvPr/>
        </p:nvGrpSpPr>
        <p:grpSpPr>
          <a:xfrm>
            <a:off x="6787229" y="5433977"/>
            <a:ext cx="720000" cy="720000"/>
            <a:chOff x="3899929" y="338038"/>
            <a:chExt cx="903543" cy="903543"/>
          </a:xfrm>
        </p:grpSpPr>
        <p:sp>
          <p:nvSpPr>
            <p:cNvPr id="70" name="Овал 69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71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050" dirty="0" smtClean="0"/>
                <a:t>Documents</a:t>
              </a:r>
              <a:endParaRPr lang="ru-RU" sz="1050" kern="1200" dirty="0"/>
            </a:p>
          </p:txBody>
        </p:sp>
      </p:grpSp>
      <p:sp>
        <p:nvSpPr>
          <p:cNvPr id="72" name="Стрелка вправо 71"/>
          <p:cNvSpPr/>
          <p:nvPr/>
        </p:nvSpPr>
        <p:spPr>
          <a:xfrm rot="16200000">
            <a:off x="6851096" y="348968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Стрелка вправо 72"/>
          <p:cNvSpPr/>
          <p:nvPr/>
        </p:nvSpPr>
        <p:spPr>
          <a:xfrm rot="16200000">
            <a:off x="10048015" y="34900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4" name="Стрелка вправо 73"/>
          <p:cNvSpPr/>
          <p:nvPr/>
        </p:nvSpPr>
        <p:spPr>
          <a:xfrm rot="16200000">
            <a:off x="10049928" y="487973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Стрелка вправо 77"/>
          <p:cNvSpPr/>
          <p:nvPr/>
        </p:nvSpPr>
        <p:spPr>
          <a:xfrm rot="16200000">
            <a:off x="11014081" y="4887794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9" name="Группа 78"/>
          <p:cNvGrpSpPr/>
          <p:nvPr/>
        </p:nvGrpSpPr>
        <p:grpSpPr>
          <a:xfrm>
            <a:off x="9957439" y="5438754"/>
            <a:ext cx="720000" cy="720000"/>
            <a:chOff x="5151860" y="405415"/>
            <a:chExt cx="1083633" cy="1083633"/>
          </a:xfrm>
        </p:grpSpPr>
        <p:sp>
          <p:nvSpPr>
            <p:cNvPr id="80" name="Овал 79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1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kern="1200" dirty="0" smtClean="0"/>
                <a:t>Index</a:t>
              </a:r>
              <a:endParaRPr lang="ru-RU" sz="1100" kern="1200" dirty="0"/>
            </a:p>
          </p:txBody>
        </p:sp>
      </p:grpSp>
      <p:sp>
        <p:nvSpPr>
          <p:cNvPr id="82" name="Стрелка вправо 81"/>
          <p:cNvSpPr/>
          <p:nvPr/>
        </p:nvSpPr>
        <p:spPr>
          <a:xfrm rot="16200000">
            <a:off x="2951807" y="34877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6" name="Стрелка вправо 85"/>
          <p:cNvSpPr/>
          <p:nvPr/>
        </p:nvSpPr>
        <p:spPr>
          <a:xfrm rot="16200000">
            <a:off x="2950930" y="5061615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87" name="Группа 86"/>
          <p:cNvGrpSpPr/>
          <p:nvPr/>
        </p:nvGrpSpPr>
        <p:grpSpPr>
          <a:xfrm>
            <a:off x="10913510" y="5437117"/>
            <a:ext cx="720000" cy="720000"/>
            <a:chOff x="5151860" y="405415"/>
            <a:chExt cx="866907" cy="866907"/>
          </a:xfrm>
        </p:grpSpPr>
        <p:sp>
          <p:nvSpPr>
            <p:cNvPr id="88" name="Овал 87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89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100" dirty="0" smtClean="0"/>
                <a:t>Requests</a:t>
              </a:r>
              <a:endParaRPr lang="ru-RU" sz="1100" kern="1200" dirty="0"/>
            </a:p>
          </p:txBody>
        </p:sp>
      </p:grpSp>
      <p:pic>
        <p:nvPicPr>
          <p:cNvPr id="14" name="Рисунок 1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8" y="3793885"/>
            <a:ext cx="1260000" cy="1782091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987" y="4318875"/>
            <a:ext cx="1260000" cy="1782090"/>
          </a:xfrm>
          <a:prstGeom prst="rect">
            <a:avLst/>
          </a:prstGeom>
        </p:spPr>
      </p:pic>
      <p:grpSp>
        <p:nvGrpSpPr>
          <p:cNvPr id="91" name="Группа 90"/>
          <p:cNvGrpSpPr>
            <a:grpSpLocks/>
          </p:cNvGrpSpPr>
          <p:nvPr/>
        </p:nvGrpSpPr>
        <p:grpSpPr>
          <a:xfrm>
            <a:off x="2347604" y="1626659"/>
            <a:ext cx="1800000" cy="1800000"/>
            <a:chOff x="6093193" y="1986700"/>
            <a:chExt cx="1440000" cy="1442300"/>
          </a:xfrm>
        </p:grpSpPr>
        <p:grpSp>
          <p:nvGrpSpPr>
            <p:cNvPr id="92" name="Группа 91"/>
            <p:cNvGrpSpPr/>
            <p:nvPr/>
          </p:nvGrpSpPr>
          <p:grpSpPr>
            <a:xfrm>
              <a:off x="6093193" y="1986700"/>
              <a:ext cx="1440000" cy="1440484"/>
              <a:chOff x="8438075" y="2424393"/>
              <a:chExt cx="1620003" cy="1620547"/>
            </a:xfrm>
          </p:grpSpPr>
          <p:sp>
            <p:nvSpPr>
              <p:cNvPr id="94" name="Скругленный прямоугольник 93"/>
              <p:cNvSpPr/>
              <p:nvPr/>
            </p:nvSpPr>
            <p:spPr>
              <a:xfrm>
                <a:off x="8438075" y="2424393"/>
                <a:ext cx="1620003" cy="1620547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9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93" name="Прямоугольник 9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9" name="Рисунок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3868" y="2134142"/>
            <a:ext cx="636331" cy="900000"/>
          </a:xfrm>
          <a:prstGeom prst="rect">
            <a:avLst/>
          </a:prstGeom>
        </p:spPr>
      </p:pic>
      <p:pic>
        <p:nvPicPr>
          <p:cNvPr id="61" name="Рисунок 60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5318" y="2136925"/>
            <a:ext cx="636331" cy="900000"/>
          </a:xfrm>
          <a:prstGeom prst="rect">
            <a:avLst/>
          </a:prstGeom>
        </p:spPr>
      </p:pic>
      <p:grpSp>
        <p:nvGrpSpPr>
          <p:cNvPr id="62" name="Группа 61"/>
          <p:cNvGrpSpPr/>
          <p:nvPr/>
        </p:nvGrpSpPr>
        <p:grpSpPr>
          <a:xfrm>
            <a:off x="4241188" y="1630670"/>
            <a:ext cx="1800000" cy="1800000"/>
            <a:chOff x="6093193" y="1986699"/>
            <a:chExt cx="1440000" cy="1442301"/>
          </a:xfrm>
        </p:grpSpPr>
        <p:grpSp>
          <p:nvGrpSpPr>
            <p:cNvPr id="63" name="Группа 62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5" name="Скругленный прямоугольник 64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64" name="Прямоугольник 63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76" name="Группа 75"/>
          <p:cNvGrpSpPr/>
          <p:nvPr/>
        </p:nvGrpSpPr>
        <p:grpSpPr>
          <a:xfrm>
            <a:off x="6121255" y="1628096"/>
            <a:ext cx="1800000" cy="1800000"/>
            <a:chOff x="6093193" y="1986699"/>
            <a:chExt cx="1440000" cy="1442301"/>
          </a:xfrm>
        </p:grpSpPr>
        <p:grpSp>
          <p:nvGrpSpPr>
            <p:cNvPr id="98" name="Группа 97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0" name="Скругленный прямоугольник 99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1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99" name="Прямоугольник 9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02" name="Рисунок 10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3166" y="2430922"/>
            <a:ext cx="381799" cy="540000"/>
          </a:xfrm>
          <a:prstGeom prst="rect">
            <a:avLst/>
          </a:prstGeom>
        </p:spPr>
      </p:pic>
      <p:grpSp>
        <p:nvGrpSpPr>
          <p:cNvPr id="104" name="Группа 103"/>
          <p:cNvGrpSpPr/>
          <p:nvPr/>
        </p:nvGrpSpPr>
        <p:grpSpPr>
          <a:xfrm>
            <a:off x="8008649" y="1635054"/>
            <a:ext cx="1800000" cy="1800000"/>
            <a:chOff x="6093193" y="1986699"/>
            <a:chExt cx="1440000" cy="1442301"/>
          </a:xfrm>
        </p:grpSpPr>
        <p:grpSp>
          <p:nvGrpSpPr>
            <p:cNvPr id="105" name="Группа 10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07" name="Скругленный прямоугольник 10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0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106" name="Прямоугольник 10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0" name="Группа 109"/>
          <p:cNvGrpSpPr/>
          <p:nvPr/>
        </p:nvGrpSpPr>
        <p:grpSpPr>
          <a:xfrm>
            <a:off x="9901077" y="1630740"/>
            <a:ext cx="1800000" cy="1800000"/>
            <a:chOff x="6093193" y="1986699"/>
            <a:chExt cx="1440000" cy="1442301"/>
          </a:xfrm>
        </p:grpSpPr>
        <p:grpSp>
          <p:nvGrpSpPr>
            <p:cNvPr id="111" name="Группа 110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13" name="Скругленный прямоугольник 112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14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112" name="Прямоугольник 111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15" name="Рисунок 11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901" y="2427967"/>
            <a:ext cx="381798" cy="540000"/>
          </a:xfrm>
          <a:prstGeom prst="rect">
            <a:avLst/>
          </a:prstGeom>
        </p:spPr>
      </p:pic>
      <p:pic>
        <p:nvPicPr>
          <p:cNvPr id="116" name="Рисунок 11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2473" y="2428181"/>
            <a:ext cx="382749" cy="541344"/>
          </a:xfrm>
          <a:prstGeom prst="rect">
            <a:avLst/>
          </a:prstGeom>
        </p:spPr>
      </p:pic>
      <p:grpSp>
        <p:nvGrpSpPr>
          <p:cNvPr id="118" name="Группа 117"/>
          <p:cNvGrpSpPr/>
          <p:nvPr/>
        </p:nvGrpSpPr>
        <p:grpSpPr>
          <a:xfrm>
            <a:off x="195311" y="1366907"/>
            <a:ext cx="1800000" cy="2484000"/>
            <a:chOff x="6093193" y="1986699"/>
            <a:chExt cx="1440000" cy="1442301"/>
          </a:xfrm>
        </p:grpSpPr>
        <p:grpSp>
          <p:nvGrpSpPr>
            <p:cNvPr id="119" name="Группа 1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21" name="Скругленный прямоугольник 1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SearchEngine</a:t>
                </a:r>
                <a:endParaRPr lang="ru-RU" dirty="0"/>
              </a:p>
            </p:txBody>
          </p:sp>
        </p:grpSp>
        <p:sp>
          <p:nvSpPr>
            <p:cNvPr id="120" name="Прямоугольник 1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pic>
        <p:nvPicPr>
          <p:cNvPr id="124" name="Рисунок 123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53" y="2285004"/>
            <a:ext cx="900000" cy="1272920"/>
          </a:xfrm>
          <a:prstGeom prst="rect">
            <a:avLst/>
          </a:prstGeom>
        </p:spPr>
      </p:pic>
      <p:sp>
        <p:nvSpPr>
          <p:cNvPr id="8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84" name="Прямая соединительная линия 8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Конструирование объектов классов</a:t>
            </a:r>
            <a:endParaRPr lang="ru-RU" sz="2400" dirty="0"/>
          </a:p>
        </p:txBody>
      </p:sp>
      <p:sp>
        <p:nvSpPr>
          <p:cNvPr id="66" name="Стрелка вправо 65"/>
          <p:cNvSpPr/>
          <p:nvPr/>
        </p:nvSpPr>
        <p:spPr>
          <a:xfrm rot="16200000">
            <a:off x="785465" y="392548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6" name="Прямоугольник 95"/>
          <p:cNvSpPr/>
          <p:nvPr/>
        </p:nvSpPr>
        <p:spPr>
          <a:xfrm>
            <a:off x="2345737" y="2975846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Читать конфигурацию и запросы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4234251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Конструировать объект по умолчанию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3" name="Прямоугольник 102"/>
          <p:cNvSpPr/>
          <p:nvPr/>
        </p:nvSpPr>
        <p:spPr>
          <a:xfrm>
            <a:off x="6122055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ссылку на базу документов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09" name="Прямоугольник 108"/>
          <p:cNvSpPr/>
          <p:nvPr/>
        </p:nvSpPr>
        <p:spPr>
          <a:xfrm>
            <a:off x="80098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>
                <a:solidFill>
                  <a:schemeClr val="tx1"/>
                </a:solidFill>
              </a:rPr>
              <a:t>Конструировать объект по умолчанию</a:t>
            </a:r>
          </a:p>
        </p:txBody>
      </p:sp>
      <p:sp>
        <p:nvSpPr>
          <p:cNvPr id="117" name="Прямоугольник 116"/>
          <p:cNvSpPr/>
          <p:nvPr/>
        </p:nvSpPr>
        <p:spPr>
          <a:xfrm>
            <a:off x="9897656" y="2976730"/>
            <a:ext cx="1800000" cy="45171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ссылки на базы индексов и запросов</a:t>
            </a:r>
            <a:endParaRPr lang="ru-RU" sz="1100" dirty="0">
              <a:solidFill>
                <a:schemeClr val="tx1"/>
              </a:solidFill>
            </a:endParaRPr>
          </a:p>
        </p:txBody>
      </p:sp>
      <p:sp>
        <p:nvSpPr>
          <p:cNvPr id="123" name="Прямоугольник 122"/>
          <p:cNvSpPr/>
          <p:nvPr/>
        </p:nvSpPr>
        <p:spPr>
          <a:xfrm>
            <a:off x="193180" y="3223165"/>
            <a:ext cx="1800000" cy="6480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r>
              <a:rPr lang="ru-RU" sz="1100" dirty="0" smtClean="0">
                <a:solidFill>
                  <a:schemeClr val="tx1"/>
                </a:solidFill>
              </a:rPr>
              <a:t>Инициализировать объекты классов</a:t>
            </a:r>
            <a:endParaRPr lang="ru-RU" sz="1100" dirty="0">
              <a:solidFill>
                <a:schemeClr val="tx1"/>
              </a:solidFill>
            </a:endParaRPr>
          </a:p>
        </p:txBody>
      </p:sp>
      <p:pic>
        <p:nvPicPr>
          <p:cNvPr id="125" name="Рисунок 1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0870" y="2497942"/>
            <a:ext cx="381803" cy="540000"/>
          </a:xfrm>
          <a:prstGeom prst="rect">
            <a:avLst/>
          </a:prstGeom>
        </p:spPr>
      </p:pic>
      <p:pic>
        <p:nvPicPr>
          <p:cNvPr id="126" name="Рисунок 125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417" y="2496793"/>
            <a:ext cx="381803" cy="540000"/>
          </a:xfrm>
          <a:prstGeom prst="rect">
            <a:avLst/>
          </a:prstGeom>
        </p:spPr>
      </p:pic>
      <p:grpSp>
        <p:nvGrpSpPr>
          <p:cNvPr id="127" name="Группа 126"/>
          <p:cNvGrpSpPr>
            <a:grpSpLocks noChangeAspect="1"/>
          </p:cNvGrpSpPr>
          <p:nvPr/>
        </p:nvGrpSpPr>
        <p:grpSpPr>
          <a:xfrm>
            <a:off x="844789" y="2553294"/>
            <a:ext cx="540000" cy="540000"/>
            <a:chOff x="3899929" y="338038"/>
            <a:chExt cx="903543" cy="903543"/>
          </a:xfrm>
        </p:grpSpPr>
        <p:sp>
          <p:nvSpPr>
            <p:cNvPr id="128" name="Овал 127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29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Converter</a:t>
              </a:r>
            </a:p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JSON</a:t>
              </a:r>
              <a:endParaRPr lang="ru-RU" sz="800" kern="1200" dirty="0"/>
            </a:p>
          </p:txBody>
        </p:sp>
      </p:grpSp>
      <p:grpSp>
        <p:nvGrpSpPr>
          <p:cNvPr id="130" name="Группа 129"/>
          <p:cNvGrpSpPr>
            <a:grpSpLocks noChangeAspect="1"/>
          </p:cNvGrpSpPr>
          <p:nvPr/>
        </p:nvGrpSpPr>
        <p:grpSpPr>
          <a:xfrm>
            <a:off x="1019620" y="2553350"/>
            <a:ext cx="540000" cy="540000"/>
            <a:chOff x="3899929" y="338038"/>
            <a:chExt cx="903543" cy="903543"/>
          </a:xfrm>
        </p:grpSpPr>
        <p:sp>
          <p:nvSpPr>
            <p:cNvPr id="131" name="Овал 130"/>
            <p:cNvSpPr/>
            <p:nvPr/>
          </p:nvSpPr>
          <p:spPr>
            <a:xfrm>
              <a:off x="3899929" y="338038"/>
              <a:ext cx="903543" cy="90354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2" name="Овал 4"/>
            <p:cNvSpPr/>
            <p:nvPr/>
          </p:nvSpPr>
          <p:spPr>
            <a:xfrm>
              <a:off x="3899929" y="470359"/>
              <a:ext cx="903543" cy="6389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6985" tIns="6985" rIns="6985" bIns="6985" numCol="1" spcCol="1270" anchor="ctr" anchorCtr="0">
              <a:noAutofit/>
            </a:bodyPr>
            <a:lstStyle/>
            <a:p>
              <a:pPr lvl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Documents</a:t>
              </a:r>
              <a:endParaRPr lang="ru-RU" sz="800" kern="1200" dirty="0"/>
            </a:p>
          </p:txBody>
        </p:sp>
      </p:grpSp>
      <p:grpSp>
        <p:nvGrpSpPr>
          <p:cNvPr id="133" name="Группа 132"/>
          <p:cNvGrpSpPr>
            <a:grpSpLocks noChangeAspect="1"/>
          </p:cNvGrpSpPr>
          <p:nvPr/>
        </p:nvGrpSpPr>
        <p:grpSpPr>
          <a:xfrm>
            <a:off x="1134485" y="2556362"/>
            <a:ext cx="540000" cy="540000"/>
            <a:chOff x="5151860" y="405415"/>
            <a:chExt cx="1083633" cy="1083633"/>
          </a:xfrm>
        </p:grpSpPr>
        <p:sp>
          <p:nvSpPr>
            <p:cNvPr id="134" name="Овал 133"/>
            <p:cNvSpPr/>
            <p:nvPr/>
          </p:nvSpPr>
          <p:spPr>
            <a:xfrm>
              <a:off x="5151860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5" name="Овал 4"/>
            <p:cNvSpPr/>
            <p:nvPr/>
          </p:nvSpPr>
          <p:spPr>
            <a:xfrm>
              <a:off x="5310554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Inverted</a:t>
              </a:r>
            </a:p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kern="1200" dirty="0" smtClean="0"/>
                <a:t>Index</a:t>
              </a:r>
              <a:endParaRPr lang="ru-RU" sz="800" kern="1200" dirty="0"/>
            </a:p>
          </p:txBody>
        </p:sp>
      </p:grpSp>
      <p:grpSp>
        <p:nvGrpSpPr>
          <p:cNvPr id="136" name="Группа 135"/>
          <p:cNvGrpSpPr>
            <a:grpSpLocks noChangeAspect="1"/>
          </p:cNvGrpSpPr>
          <p:nvPr/>
        </p:nvGrpSpPr>
        <p:grpSpPr>
          <a:xfrm>
            <a:off x="1254625" y="2555038"/>
            <a:ext cx="540000" cy="540000"/>
            <a:chOff x="5151860" y="405415"/>
            <a:chExt cx="866907" cy="866907"/>
          </a:xfrm>
        </p:grpSpPr>
        <p:sp>
          <p:nvSpPr>
            <p:cNvPr id="137" name="Овал 136"/>
            <p:cNvSpPr/>
            <p:nvPr/>
          </p:nvSpPr>
          <p:spPr>
            <a:xfrm>
              <a:off x="5151860" y="405415"/>
              <a:ext cx="866907" cy="866907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8" name="Овал 4"/>
            <p:cNvSpPr/>
            <p:nvPr/>
          </p:nvSpPr>
          <p:spPr>
            <a:xfrm>
              <a:off x="5204010" y="457564"/>
              <a:ext cx="766243" cy="766243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1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Requests</a:t>
              </a:r>
              <a:endParaRPr lang="ru-RU" sz="800" kern="1200" dirty="0"/>
            </a:p>
          </p:txBody>
        </p:sp>
      </p:grpSp>
      <p:grpSp>
        <p:nvGrpSpPr>
          <p:cNvPr id="139" name="Группа 138"/>
          <p:cNvGrpSpPr>
            <a:grpSpLocks noChangeAspect="1"/>
          </p:cNvGrpSpPr>
          <p:nvPr/>
        </p:nvGrpSpPr>
        <p:grpSpPr>
          <a:xfrm>
            <a:off x="1373377" y="2554712"/>
            <a:ext cx="540000" cy="540000"/>
            <a:chOff x="2197456" y="405415"/>
            <a:chExt cx="1083633" cy="1083633"/>
          </a:xfrm>
        </p:grpSpPr>
        <p:sp>
          <p:nvSpPr>
            <p:cNvPr id="140" name="Овал 139"/>
            <p:cNvSpPr/>
            <p:nvPr/>
          </p:nvSpPr>
          <p:spPr>
            <a:xfrm>
              <a:off x="2197456" y="405415"/>
              <a:ext cx="1083633" cy="1083633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1" name="Овал 4"/>
            <p:cNvSpPr/>
            <p:nvPr/>
          </p:nvSpPr>
          <p:spPr>
            <a:xfrm>
              <a:off x="2356150" y="564109"/>
              <a:ext cx="766245" cy="7662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795" tIns="10795" rIns="10795" bIns="10795" numCol="1" spcCol="1270" anchor="ctr" anchorCtr="0">
              <a:noAutofit/>
            </a:bodyPr>
            <a:lstStyle/>
            <a:p>
              <a:pPr lvl="0" algn="ctr" defTabSz="7556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800" dirty="0" smtClean="0"/>
                <a:t>RelevantResponse</a:t>
              </a:r>
              <a:endParaRPr lang="en-US" sz="800" kern="1200" dirty="0" smtClean="0"/>
            </a:p>
          </p:txBody>
        </p:sp>
      </p:grpSp>
      <p:pic>
        <p:nvPicPr>
          <p:cNvPr id="18" name="Рисунок 17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0770" y="1998534"/>
            <a:ext cx="763598" cy="108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412" y="2134142"/>
            <a:ext cx="636331" cy="900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078" y="1993941"/>
            <a:ext cx="763597" cy="1080000"/>
          </a:xfrm>
          <a:prstGeom prst="rect">
            <a:avLst/>
          </a:prstGeom>
        </p:spPr>
      </p:pic>
      <p:pic>
        <p:nvPicPr>
          <p:cNvPr id="23" name="Рисунок 22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52" y="1995094"/>
            <a:ext cx="763597" cy="1080000"/>
          </a:xfrm>
          <a:prstGeom prst="rect">
            <a:avLst/>
          </a:prstGeom>
        </p:spPr>
      </p:pic>
      <p:pic>
        <p:nvPicPr>
          <p:cNvPr id="24" name="Рисунок 23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37159" y="1998534"/>
            <a:ext cx="763597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691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6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Стрелка вправо 15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6933219" y="2987239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Стрелка вправо 22"/>
          <p:cNvSpPr/>
          <p:nvPr/>
        </p:nvSpPr>
        <p:spPr>
          <a:xfrm>
            <a:off x="8824530" y="297726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5084901" y="1635410"/>
            <a:ext cx="1800000" cy="1800000"/>
            <a:chOff x="6093193" y="1986699"/>
            <a:chExt cx="1440000" cy="1442301"/>
          </a:xfrm>
        </p:grpSpPr>
        <p:grpSp>
          <p:nvGrpSpPr>
            <p:cNvPr id="17" name="Группа 1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18" name="Скругленный прямоугольник 17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19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Dispatcher</a:t>
                </a:r>
                <a:endParaRPr lang="ru-RU" b="1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b="1" kern="1200" dirty="0" smtClean="0"/>
                  <a:t>Operations</a:t>
                </a:r>
                <a:endParaRPr lang="ru-RU" b="1" kern="1200" dirty="0"/>
              </a:p>
            </p:txBody>
          </p:sp>
        </p:grpSp>
        <p:sp>
          <p:nvSpPr>
            <p:cNvPr id="9" name="Прямоугольник 8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 smtClean="0">
                  <a:solidFill>
                    <a:schemeClr val="tx1"/>
                  </a:solidFill>
                </a:rPr>
                <a:t>прочитать текстовые файлы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3" name="Группа 32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6" name="Скругленный прямоугольник 35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7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35" name="Прямоугольник 34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38" name="Группа 37"/>
          <p:cNvGrpSpPr/>
          <p:nvPr/>
        </p:nvGrpSpPr>
        <p:grpSpPr>
          <a:xfrm>
            <a:off x="9409488" y="1632400"/>
            <a:ext cx="1800000" cy="1800000"/>
            <a:chOff x="6093193" y="1986699"/>
            <a:chExt cx="1440000" cy="1442301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1" name="Скругленный прямоугольник 4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Documents</a:t>
                </a:r>
                <a:endParaRPr lang="ru-RU" b="1" kern="1200" dirty="0"/>
              </a:p>
            </p:txBody>
          </p:sp>
        </p:grpSp>
        <p:sp>
          <p:nvSpPr>
            <p:cNvPr id="40" name="Прямоугольник 3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документов</a:t>
              </a:r>
            </a:p>
          </p:txBody>
        </p:sp>
      </p:grpSp>
      <p:grpSp>
        <p:nvGrpSpPr>
          <p:cNvPr id="44" name="Группа 43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52" name="Полилиния 51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4" name="Полилиния 5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5" name="Овал 5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6" name="Полилиния 5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7" name="Овал 5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8" name="Полилиния 5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59" name="Овал 5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0" name="Полилиния 5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Овал 6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2" name="Полилиния 6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3" name="Овал 6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0" name="Группа 69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53" name="Овал 5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9" name="Рисунок 6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044" y="1794335"/>
            <a:ext cx="1399928" cy="19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9179" y="1995341"/>
            <a:ext cx="763597" cy="108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4" name="Прямоугольник 7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050" y="3241501"/>
            <a:ext cx="540000" cy="38179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0385" y="3069590"/>
            <a:ext cx="509064" cy="720000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  <p:graphicFrame>
        <p:nvGraphicFramePr>
          <p:cNvPr id="76" name="Таблица 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9763457"/>
              </p:ext>
            </p:extLst>
          </p:nvPr>
        </p:nvGraphicFramePr>
        <p:xfrm>
          <a:off x="3221060" y="5300772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221060" y="4930505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  <p:sp>
        <p:nvSpPr>
          <p:cNvPr id="64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Алгоритм работы программы</a:t>
            </a:r>
            <a:endParaRPr lang="ru-RU" sz="4000" dirty="0"/>
          </a:p>
        </p:txBody>
      </p:sp>
      <p:cxnSp>
        <p:nvCxnSpPr>
          <p:cNvPr id="71" name="Прямая соединительная линия 70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1. Формирование базы документов. 2. Формирование базы индексов</a:t>
            </a:r>
            <a:endParaRPr lang="ru-RU" sz="2400" dirty="0"/>
          </a:p>
        </p:txBody>
      </p:sp>
      <p:sp>
        <p:nvSpPr>
          <p:cNvPr id="14" name="TextBox 13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49182" y="3445706"/>
            <a:ext cx="1446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2" name="TextBox 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550" y="203837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56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>
          <a:xfrm>
            <a:off x="9900458" y="6469617"/>
            <a:ext cx="1312025" cy="365125"/>
          </a:xfrm>
        </p:spPr>
        <p:txBody>
          <a:bodyPr/>
          <a:lstStyle/>
          <a:p>
            <a:fld id="{DEBD715E-836E-42D1-BDDD-058C1EE5707C}" type="slidenum">
              <a:rPr lang="ru-RU" smtClean="0"/>
              <a:t>7</a:t>
            </a:fld>
            <a:endParaRPr lang="ru-RU"/>
          </a:p>
        </p:txBody>
      </p:sp>
      <p:sp>
        <p:nvSpPr>
          <p:cNvPr id="54" name="Стрелка вправо 53"/>
          <p:cNvSpPr/>
          <p:nvPr/>
        </p:nvSpPr>
        <p:spPr>
          <a:xfrm>
            <a:off x="2533155" y="29825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5" name="Стрелка вправо 54"/>
          <p:cNvSpPr/>
          <p:nvPr/>
        </p:nvSpPr>
        <p:spPr>
          <a:xfrm>
            <a:off x="3947056" y="298658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701131" y="1629890"/>
            <a:ext cx="1800000" cy="1800000"/>
            <a:chOff x="6093193" y="1986699"/>
            <a:chExt cx="1440000" cy="1442301"/>
          </a:xfrm>
        </p:grpSpPr>
        <p:grpSp>
          <p:nvGrpSpPr>
            <p:cNvPr id="22" name="Группа 2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4" name="Скругленный прямоугольник 2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3" name="Прямоугольник 2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запросы</a:t>
              </a:r>
            </a:p>
          </p:txBody>
        </p:sp>
      </p:grpSp>
      <p:grpSp>
        <p:nvGrpSpPr>
          <p:cNvPr id="26" name="Группа 25"/>
          <p:cNvGrpSpPr/>
          <p:nvPr/>
        </p:nvGrpSpPr>
        <p:grpSpPr>
          <a:xfrm>
            <a:off x="4525019" y="1627655"/>
            <a:ext cx="1800000" cy="1800000"/>
            <a:chOff x="6093193" y="1986699"/>
            <a:chExt cx="1440000" cy="1442301"/>
          </a:xfrm>
        </p:grpSpPr>
        <p:grpSp>
          <p:nvGrpSpPr>
            <p:cNvPr id="27" name="Группа 2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9" name="Скругленный прямоугольник 2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Requests</a:t>
                </a:r>
                <a:endParaRPr lang="ru-RU" b="1" kern="1200" dirty="0"/>
              </a:p>
            </p:txBody>
          </p:sp>
        </p:grpSp>
        <p:sp>
          <p:nvSpPr>
            <p:cNvPr id="28" name="Прямоугольник 2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запросов</a:t>
              </a:r>
            </a:p>
          </p:txBody>
        </p:sp>
      </p:grpSp>
      <p:grpSp>
        <p:nvGrpSpPr>
          <p:cNvPr id="31" name="Группа 30"/>
          <p:cNvGrpSpPr/>
          <p:nvPr/>
        </p:nvGrpSpPr>
        <p:grpSpPr>
          <a:xfrm>
            <a:off x="692608" y="4150913"/>
            <a:ext cx="1800000" cy="1800000"/>
            <a:chOff x="6093193" y="1986699"/>
            <a:chExt cx="1440000" cy="1442301"/>
          </a:xfrm>
        </p:grpSpPr>
        <p:grpSp>
          <p:nvGrpSpPr>
            <p:cNvPr id="32" name="Группа 3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7" name="Скругленный прямоугольник 3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3" name="Прямоугольник 3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Рассчитать релевантность ответов</a:t>
              </a:r>
            </a:p>
          </p:txBody>
        </p:sp>
      </p:grpSp>
      <p:sp>
        <p:nvSpPr>
          <p:cNvPr id="45" name="Полилиния 44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6" name="Полилиния 45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7" name="Овал 46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8" name="Полилиния 47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9" name="Овал 48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59" name="Полилиния 58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0" name="Овал 59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1" name="Полилиния 60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65" name="Группа 64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66" name="Овал 6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67" name="Рисунок 66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68" name="Рисунок 6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9588664" y="4973216"/>
            <a:ext cx="254751" cy="360000"/>
            <a:chOff x="9590382" y="4369278"/>
            <a:chExt cx="254751" cy="360000"/>
          </a:xfrm>
        </p:grpSpPr>
        <p:sp>
          <p:nvSpPr>
            <p:cNvPr id="70" name="Овал 69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1" name="Рисунок 7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42" name="Группа 41"/>
          <p:cNvGrpSpPr/>
          <p:nvPr/>
        </p:nvGrpSpPr>
        <p:grpSpPr>
          <a:xfrm>
            <a:off x="9588445" y="5280355"/>
            <a:ext cx="254751" cy="360000"/>
            <a:chOff x="9590382" y="4369278"/>
            <a:chExt cx="254751" cy="360000"/>
          </a:xfrm>
        </p:grpSpPr>
        <p:sp>
          <p:nvSpPr>
            <p:cNvPr id="43" name="Овал 42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5227" y="1616600"/>
            <a:ext cx="1980000" cy="2800432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459" y="4943720"/>
            <a:ext cx="381798" cy="540000"/>
          </a:xfrm>
          <a:prstGeom prst="rect">
            <a:avLst/>
          </a:prstGeom>
        </p:spPr>
      </p:pic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059" y="4948298"/>
            <a:ext cx="381799" cy="540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1805" y="4507096"/>
            <a:ext cx="763598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8495" y="1994787"/>
            <a:ext cx="763598" cy="108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4724" y="2509198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7" name="Прямоугольник 56"/>
          <p:cNvSpPr/>
          <p:nvPr/>
        </p:nvSpPr>
        <p:spPr>
          <a:xfrm>
            <a:off x="74655" y="5025807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7502" y="3064806"/>
            <a:ext cx="509065" cy="720000"/>
          </a:xfrm>
          <a:prstGeom prst="rect">
            <a:avLst/>
          </a:prstGeom>
        </p:spPr>
      </p:pic>
      <p:graphicFrame>
        <p:nvGraphicFramePr>
          <p:cNvPr id="58" name="Таблица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6475418"/>
              </p:ext>
            </p:extLst>
          </p:nvPr>
        </p:nvGraphicFramePr>
        <p:xfrm>
          <a:off x="3221059" y="4363461"/>
          <a:ext cx="5411664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7707"/>
                <a:gridCol w="4163957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220146" y="400011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3223070" y="5013546"/>
            <a:ext cx="61282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Относительная релевантность: абсолютная релевантность / </a:t>
            </a:r>
          </a:p>
          <a:p>
            <a:r>
              <a:rPr lang="ru-RU" dirty="0" smtClean="0"/>
              <a:t> максимальная релевантность</a:t>
            </a:r>
            <a:endParaRPr lang="ru-RU" dirty="0"/>
          </a:p>
        </p:txBody>
      </p:sp>
      <p:sp>
        <p:nvSpPr>
          <p:cNvPr id="12" name="TextBox 11"/>
          <p:cNvSpPr txBox="1"/>
          <p:nvPr/>
        </p:nvSpPr>
        <p:spPr>
          <a:xfrm>
            <a:off x="3220148" y="5664136"/>
            <a:ext cx="613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Абсолютная релевантность: сумма </a:t>
            </a:r>
            <a:r>
              <a:rPr lang="ru-RU" dirty="0"/>
              <a:t>вхождений слов </a:t>
            </a:r>
            <a:r>
              <a:rPr lang="ru-RU" dirty="0" smtClean="0"/>
              <a:t>запроса </a:t>
            </a:r>
          </a:p>
          <a:p>
            <a:r>
              <a:rPr lang="ru-RU" dirty="0" smtClean="0"/>
              <a:t>в документе</a:t>
            </a:r>
            <a:endParaRPr lang="ru-RU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5817" y="5586800"/>
            <a:ext cx="509064" cy="720000"/>
          </a:xfrm>
          <a:prstGeom prst="rect">
            <a:avLst/>
          </a:prstGeom>
        </p:spPr>
      </p:pic>
      <p:sp>
        <p:nvSpPr>
          <p:cNvPr id="7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74" name="Прямая соединительная линия 7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3. Формирование базы запросов. 4. Рассчёт релевантности ответов</a:t>
            </a:r>
            <a:endParaRPr lang="ru-RU" sz="2400" dirty="0"/>
          </a:p>
        </p:txBody>
      </p:sp>
      <p:sp>
        <p:nvSpPr>
          <p:cNvPr id="53" name="TextBox 52"/>
          <p:cNvSpPr txBox="1"/>
          <p:nvPr/>
        </p:nvSpPr>
        <p:spPr>
          <a:xfrm>
            <a:off x="2925827" y="3443853"/>
            <a:ext cx="129122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запросов</a:t>
            </a:r>
            <a:endParaRPr lang="ru-RU" sz="1000" dirty="0"/>
          </a:p>
        </p:txBody>
      </p:sp>
      <p:sp>
        <p:nvSpPr>
          <p:cNvPr id="76" name="TextBox 75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79" name="Рисунок 7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3" y="2134142"/>
            <a:ext cx="636331" cy="900000"/>
          </a:xfrm>
          <a:prstGeom prst="rect">
            <a:avLst/>
          </a:prstGeom>
        </p:spPr>
      </p:pic>
      <p:pic>
        <p:nvPicPr>
          <p:cNvPr id="80" name="Рисунок 79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" y="2136925"/>
            <a:ext cx="636331" cy="90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5" y="2497942"/>
            <a:ext cx="381803" cy="540000"/>
          </a:xfrm>
          <a:prstGeom prst="rect">
            <a:avLst/>
          </a:prstGeom>
        </p:spPr>
      </p:pic>
      <p:pic>
        <p:nvPicPr>
          <p:cNvPr id="83" name="Рисунок 82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2" y="2496793"/>
            <a:ext cx="381803" cy="540000"/>
          </a:xfrm>
          <a:prstGeom prst="rect">
            <a:avLst/>
          </a:prstGeom>
        </p:spPr>
      </p:pic>
      <p:pic>
        <p:nvPicPr>
          <p:cNvPr id="84" name="Рисунок 83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17" y="2134142"/>
            <a:ext cx="636331" cy="9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4028" y="3249062"/>
            <a:ext cx="540000" cy="381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8828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5428" y="4375409"/>
            <a:ext cx="1399938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8</a:t>
            </a:fld>
            <a:endParaRPr lang="ru-RU"/>
          </a:p>
        </p:txBody>
      </p:sp>
      <p:sp>
        <p:nvSpPr>
          <p:cNvPr id="15" name="Стрелка вправо 14"/>
          <p:cNvSpPr/>
          <p:nvPr/>
        </p:nvSpPr>
        <p:spPr>
          <a:xfrm>
            <a:off x="4043449" y="297406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Стрелка вправо 20"/>
          <p:cNvSpPr/>
          <p:nvPr/>
        </p:nvSpPr>
        <p:spPr>
          <a:xfrm>
            <a:off x="2541719" y="2976973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2" name="Рисунок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4387" y="1869069"/>
            <a:ext cx="1399928" cy="1980000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4006849" y="5506331"/>
            <a:ext cx="14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Стрелка вправо 24"/>
          <p:cNvSpPr/>
          <p:nvPr/>
        </p:nvSpPr>
        <p:spPr>
          <a:xfrm>
            <a:off x="2536020" y="5497116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TextBox 28"/>
          <p:cNvSpPr txBox="1"/>
          <p:nvPr/>
        </p:nvSpPr>
        <p:spPr>
          <a:xfrm>
            <a:off x="2902601" y="5948758"/>
            <a:ext cx="19014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с</a:t>
            </a:r>
            <a:r>
              <a:rPr lang="ru-RU" sz="1000" dirty="0" smtClean="0"/>
              <a:t>сылка на </a:t>
            </a:r>
            <a:r>
              <a:rPr lang="en-US" sz="1000" dirty="0" smtClean="0"/>
              <a:t>JSON-</a:t>
            </a:r>
            <a:r>
              <a:rPr lang="ru-RU" sz="1000" dirty="0"/>
              <a:t>объект ответов</a:t>
            </a:r>
          </a:p>
        </p:txBody>
      </p:sp>
      <p:sp>
        <p:nvSpPr>
          <p:cNvPr id="30" name="Стрелка вправо 29"/>
          <p:cNvSpPr/>
          <p:nvPr/>
        </p:nvSpPr>
        <p:spPr>
          <a:xfrm rot="5400000">
            <a:off x="4391845" y="5109030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трелка вправо 33"/>
          <p:cNvSpPr/>
          <p:nvPr/>
        </p:nvSpPr>
        <p:spPr>
          <a:xfrm>
            <a:off x="7339534" y="5506291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/>
          <p:cNvGrpSpPr/>
          <p:nvPr/>
        </p:nvGrpSpPr>
        <p:grpSpPr>
          <a:xfrm>
            <a:off x="694696" y="1641769"/>
            <a:ext cx="1800000" cy="180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Relevant</a:t>
                </a:r>
              </a:p>
              <a:p>
                <a:pPr lvl="0" algn="ctr" defTabSz="6223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Response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ссылку на базу релевантности ответов</a:t>
              </a:r>
            </a:p>
          </p:txBody>
        </p:sp>
      </p:grpSp>
      <p:grpSp>
        <p:nvGrpSpPr>
          <p:cNvPr id="41" name="Группа 40"/>
          <p:cNvGrpSpPr/>
          <p:nvPr/>
        </p:nvGrpSpPr>
        <p:grpSpPr>
          <a:xfrm>
            <a:off x="4640673" y="1637314"/>
            <a:ext cx="1800000" cy="1800000"/>
            <a:chOff x="6093193" y="1986699"/>
            <a:chExt cx="1440000" cy="1442301"/>
          </a:xfrm>
        </p:grpSpPr>
        <p:grpSp>
          <p:nvGrpSpPr>
            <p:cNvPr id="42" name="Группа 4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4" name="Скругленный прямоугольник 4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3" name="Прямоугольник 4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в JSON-объект результаты поиска</a:t>
              </a:r>
            </a:p>
          </p:txBody>
        </p:sp>
      </p:grpSp>
      <p:grpSp>
        <p:nvGrpSpPr>
          <p:cNvPr id="46" name="Группа 45"/>
          <p:cNvGrpSpPr/>
          <p:nvPr/>
        </p:nvGrpSpPr>
        <p:grpSpPr>
          <a:xfrm>
            <a:off x="696004" y="4148835"/>
            <a:ext cx="1800000" cy="1800000"/>
            <a:chOff x="6093193" y="1986699"/>
            <a:chExt cx="1440000" cy="1442301"/>
          </a:xfrm>
        </p:grpSpPr>
        <p:grpSp>
          <p:nvGrpSpPr>
            <p:cNvPr id="47" name="Группа 4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9" name="Скругленный прямоугольник 4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48" name="Прямоугольник 4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ссылку на </a:t>
              </a:r>
              <a:r>
                <a:rPr lang="en-US" sz="1100" dirty="0" smtClean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объект ответов</a:t>
              </a:r>
            </a:p>
          </p:txBody>
        </p:sp>
      </p:grpSp>
      <p:grpSp>
        <p:nvGrpSpPr>
          <p:cNvPr id="51" name="Группа 50"/>
          <p:cNvGrpSpPr/>
          <p:nvPr/>
        </p:nvGrpSpPr>
        <p:grpSpPr>
          <a:xfrm>
            <a:off x="5488847" y="4151542"/>
            <a:ext cx="1800000" cy="1800000"/>
            <a:chOff x="6093193" y="1986699"/>
            <a:chExt cx="1440000" cy="1442301"/>
          </a:xfrm>
        </p:grpSpPr>
        <p:grpSp>
          <p:nvGrpSpPr>
            <p:cNvPr id="52" name="Группа 5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4" name="Скругленный прямоугольник 5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Dispatcher</a:t>
                </a:r>
                <a:endParaRPr lang="ru-RU" kern="1200" dirty="0" smtClean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kern="1200" dirty="0" smtClean="0"/>
                  <a:t>Operations</a:t>
                </a:r>
                <a:endParaRPr lang="ru-RU" kern="1200" dirty="0"/>
              </a:p>
            </p:txBody>
          </p:sp>
        </p:grpSp>
        <p:sp>
          <p:nvSpPr>
            <p:cNvPr id="53" name="Прямоугольник 52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Записать </a:t>
              </a:r>
              <a:r>
                <a:rPr lang="en-US" sz="1100" dirty="0">
                  <a:solidFill>
                    <a:schemeClr val="tx1"/>
                  </a:solidFill>
                </a:rPr>
                <a:t>JSON-</a:t>
              </a:r>
              <a:r>
                <a:rPr lang="ru-RU" sz="1100" dirty="0">
                  <a:solidFill>
                    <a:schemeClr val="tx1"/>
                  </a:solidFill>
                </a:rPr>
                <a:t>файл</a:t>
              </a:r>
            </a:p>
          </p:txBody>
        </p:sp>
      </p:grpSp>
      <p:sp>
        <p:nvSpPr>
          <p:cNvPr id="60" name="Полилиния 59"/>
          <p:cNvSpPr/>
          <p:nvPr/>
        </p:nvSpPr>
        <p:spPr>
          <a:xfrm>
            <a:off x="9727717" y="4435359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1" name="Полилиния 60"/>
          <p:cNvSpPr/>
          <p:nvPr/>
        </p:nvSpPr>
        <p:spPr>
          <a:xfrm>
            <a:off x="9727717" y="474029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2" name="Овал 61"/>
          <p:cNvSpPr/>
          <p:nvPr/>
        </p:nvSpPr>
        <p:spPr>
          <a:xfrm>
            <a:off x="9610301" y="474029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3" name="Полилиния 62"/>
          <p:cNvSpPr/>
          <p:nvPr/>
        </p:nvSpPr>
        <p:spPr>
          <a:xfrm>
            <a:off x="9727717" y="5045222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4" name="Овал 63"/>
          <p:cNvSpPr/>
          <p:nvPr/>
        </p:nvSpPr>
        <p:spPr>
          <a:xfrm>
            <a:off x="9610301" y="5045223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5" name="Полилиния 64"/>
          <p:cNvSpPr/>
          <p:nvPr/>
        </p:nvSpPr>
        <p:spPr>
          <a:xfrm>
            <a:off x="9727717" y="535015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6" name="Овал 65"/>
          <p:cNvSpPr/>
          <p:nvPr/>
        </p:nvSpPr>
        <p:spPr>
          <a:xfrm>
            <a:off x="9610301" y="535015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7" name="Полилиния 66"/>
          <p:cNvSpPr/>
          <p:nvPr/>
        </p:nvSpPr>
        <p:spPr>
          <a:xfrm>
            <a:off x="9727717" y="5655085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68" name="Овал 67"/>
          <p:cNvSpPr/>
          <p:nvPr/>
        </p:nvSpPr>
        <p:spPr>
          <a:xfrm>
            <a:off x="9610301" y="5655086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69" name="Полилиния 68"/>
          <p:cNvSpPr/>
          <p:nvPr/>
        </p:nvSpPr>
        <p:spPr>
          <a:xfrm>
            <a:off x="9727717" y="5960017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70" name="Овал 69"/>
          <p:cNvSpPr/>
          <p:nvPr/>
        </p:nvSpPr>
        <p:spPr>
          <a:xfrm>
            <a:off x="9610301" y="5960018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71" name="Группа 70"/>
          <p:cNvGrpSpPr/>
          <p:nvPr/>
        </p:nvGrpSpPr>
        <p:grpSpPr>
          <a:xfrm>
            <a:off x="9590382" y="4373419"/>
            <a:ext cx="254751" cy="360000"/>
            <a:chOff x="9590382" y="4369278"/>
            <a:chExt cx="254751" cy="360000"/>
          </a:xfrm>
        </p:grpSpPr>
        <p:sp>
          <p:nvSpPr>
            <p:cNvPr id="72" name="Овал 7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3" name="Рисунок 7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4" name="Рисунок 7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9155"/>
            <a:ext cx="254532" cy="360000"/>
          </a:xfrm>
          <a:prstGeom prst="rect">
            <a:avLst/>
          </a:prstGeom>
        </p:spPr>
      </p:pic>
      <p:grpSp>
        <p:nvGrpSpPr>
          <p:cNvPr id="75" name="Группа 74"/>
          <p:cNvGrpSpPr/>
          <p:nvPr/>
        </p:nvGrpSpPr>
        <p:grpSpPr>
          <a:xfrm>
            <a:off x="9588664" y="4977357"/>
            <a:ext cx="254751" cy="360000"/>
            <a:chOff x="9590382" y="4369278"/>
            <a:chExt cx="254751" cy="360000"/>
          </a:xfrm>
        </p:grpSpPr>
        <p:sp>
          <p:nvSpPr>
            <p:cNvPr id="76" name="Овал 75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77" name="Рисунок 7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78" name="Группа 77"/>
          <p:cNvGrpSpPr/>
          <p:nvPr/>
        </p:nvGrpSpPr>
        <p:grpSpPr>
          <a:xfrm>
            <a:off x="9588445" y="5284496"/>
            <a:ext cx="254751" cy="360000"/>
            <a:chOff x="9590382" y="4369278"/>
            <a:chExt cx="254751" cy="360000"/>
          </a:xfrm>
        </p:grpSpPr>
        <p:sp>
          <p:nvSpPr>
            <p:cNvPr id="79" name="Овал 78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0" name="Рисунок 7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1" name="Группа 80"/>
          <p:cNvGrpSpPr/>
          <p:nvPr/>
        </p:nvGrpSpPr>
        <p:grpSpPr>
          <a:xfrm>
            <a:off x="9588226" y="5888434"/>
            <a:ext cx="254751" cy="360000"/>
            <a:chOff x="9590382" y="4369278"/>
            <a:chExt cx="254751" cy="360000"/>
          </a:xfrm>
        </p:grpSpPr>
        <p:sp>
          <p:nvSpPr>
            <p:cNvPr id="82" name="Овал 81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3" name="Рисунок 8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grpSp>
        <p:nvGrpSpPr>
          <p:cNvPr id="84" name="Группа 83"/>
          <p:cNvGrpSpPr/>
          <p:nvPr/>
        </p:nvGrpSpPr>
        <p:grpSpPr>
          <a:xfrm>
            <a:off x="9589464" y="5586524"/>
            <a:ext cx="254751" cy="360000"/>
            <a:chOff x="9590382" y="4369278"/>
            <a:chExt cx="254751" cy="360000"/>
          </a:xfrm>
        </p:grpSpPr>
        <p:sp>
          <p:nvSpPr>
            <p:cNvPr id="85" name="Овал 8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7" name="Рисунок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3705" y="4368745"/>
            <a:ext cx="1399925" cy="1980000"/>
          </a:xfrm>
          <a:prstGeom prst="rect">
            <a:avLst/>
          </a:prstGeom>
        </p:spPr>
      </p:pic>
      <p:pic>
        <p:nvPicPr>
          <p:cNvPr id="13" name="Рисунок 1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908" y="3534385"/>
            <a:ext cx="1399927" cy="1980000"/>
          </a:xfrm>
          <a:prstGeom prst="rect">
            <a:avLst/>
          </a:prstGeom>
        </p:spPr>
      </p:pic>
      <p:pic>
        <p:nvPicPr>
          <p:cNvPr id="88" name="Рисунок 8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366" y="1991627"/>
            <a:ext cx="763598" cy="1080000"/>
          </a:xfrm>
          <a:prstGeom prst="rect">
            <a:avLst/>
          </a:prstGeom>
        </p:spPr>
      </p:pic>
      <p:pic>
        <p:nvPicPr>
          <p:cNvPr id="89" name="Рисунок 8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653" y="2424522"/>
            <a:ext cx="381799" cy="540000"/>
          </a:xfrm>
          <a:prstGeom prst="rect">
            <a:avLst/>
          </a:prstGeom>
        </p:spPr>
      </p:pic>
      <p:pic>
        <p:nvPicPr>
          <p:cNvPr id="90" name="Рисунок 8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6" y="2431332"/>
            <a:ext cx="381798" cy="540000"/>
          </a:xfrm>
          <a:prstGeom prst="rect">
            <a:avLst/>
          </a:prstGeom>
        </p:spPr>
      </p:pic>
      <p:pic>
        <p:nvPicPr>
          <p:cNvPr id="93" name="Рисунок 92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6356" y="2137033"/>
            <a:ext cx="636333" cy="900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75861" y="252069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97" name="Прямоугольник 96"/>
          <p:cNvSpPr/>
          <p:nvPr/>
        </p:nvSpPr>
        <p:spPr>
          <a:xfrm>
            <a:off x="71636" y="5011733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98" name="Рисунок 97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2971" y="5752562"/>
            <a:ext cx="540000" cy="381799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9576" y="3242385"/>
            <a:ext cx="540000" cy="381799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3026" y="3249890"/>
            <a:ext cx="540000" cy="381798"/>
          </a:xfrm>
          <a:prstGeom prst="rect">
            <a:avLst/>
          </a:prstGeom>
        </p:spPr>
      </p:pic>
      <p:sp>
        <p:nvSpPr>
          <p:cNvPr id="99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Алгоритм работы программы</a:t>
            </a:r>
          </a:p>
        </p:txBody>
      </p:sp>
      <p:cxnSp>
        <p:nvCxnSpPr>
          <p:cNvPr id="100" name="Прямая соединительная линия 9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5. Формирование </a:t>
            </a:r>
            <a:r>
              <a:rPr lang="en-US" sz="2400" dirty="0" smtClean="0"/>
              <a:t>JSON</a:t>
            </a:r>
            <a:r>
              <a:rPr lang="ru-RU" sz="2400" dirty="0" smtClean="0"/>
              <a:t>-объекта ответов. 6. Запись файла ответов</a:t>
            </a:r>
            <a:endParaRPr lang="ru-RU" sz="2400" dirty="0"/>
          </a:p>
        </p:txBody>
      </p:sp>
      <p:sp>
        <p:nvSpPr>
          <p:cNvPr id="2" name="TextBox 1"/>
          <p:cNvSpPr txBox="1"/>
          <p:nvPr/>
        </p:nvSpPr>
        <p:spPr>
          <a:xfrm>
            <a:off x="2831383" y="3461076"/>
            <a:ext cx="14430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ссылка на базу ответов</a:t>
            </a:r>
            <a:endParaRPr lang="ru-RU" sz="1000" dirty="0"/>
          </a:p>
        </p:txBody>
      </p:sp>
      <p:sp>
        <p:nvSpPr>
          <p:cNvPr id="23" name="TextBox 22"/>
          <p:cNvSpPr txBox="1"/>
          <p:nvPr/>
        </p:nvSpPr>
        <p:spPr>
          <a:xfrm>
            <a:off x="4046305" y="4815293"/>
            <a:ext cx="12346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путь </a:t>
            </a:r>
            <a:r>
              <a:rPr lang="ru-RU" sz="1000" dirty="0"/>
              <a:t>файла ответов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90907" y="5951570"/>
            <a:ext cx="90922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файл ответов</a:t>
            </a:r>
            <a:endParaRPr lang="ru-RU" sz="1000" dirty="0"/>
          </a:p>
        </p:txBody>
      </p:sp>
      <p:sp>
        <p:nvSpPr>
          <p:cNvPr id="102" name="TextBox 101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103" name="Рисунок 102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4628" y="2134142"/>
            <a:ext cx="636331" cy="90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078" y="2136925"/>
            <a:ext cx="636331" cy="900000"/>
          </a:xfrm>
          <a:prstGeom prst="rect">
            <a:avLst/>
          </a:prstGeom>
        </p:spPr>
      </p:pic>
      <p:pic>
        <p:nvPicPr>
          <p:cNvPr id="106" name="Рисунок 10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1630" y="2497942"/>
            <a:ext cx="381803" cy="540000"/>
          </a:xfrm>
          <a:prstGeom prst="rect">
            <a:avLst/>
          </a:prstGeom>
        </p:spPr>
      </p:pic>
      <p:pic>
        <p:nvPicPr>
          <p:cNvPr id="107" name="Рисунок 106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6177" y="2496793"/>
            <a:ext cx="381803" cy="540000"/>
          </a:xfrm>
          <a:prstGeom prst="rect">
            <a:avLst/>
          </a:prstGeom>
        </p:spPr>
      </p:pic>
      <p:pic>
        <p:nvPicPr>
          <p:cNvPr id="109" name="Рисунок 10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8689" y="4668841"/>
            <a:ext cx="636333" cy="900000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961" y="4665950"/>
            <a:ext cx="636331" cy="900000"/>
          </a:xfrm>
          <a:prstGeom prst="rect">
            <a:avLst/>
          </a:prstGeom>
        </p:spPr>
      </p:pic>
      <p:pic>
        <p:nvPicPr>
          <p:cNvPr id="111" name="Рисунок 110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11" y="4668733"/>
            <a:ext cx="636331" cy="900000"/>
          </a:xfrm>
          <a:prstGeom prst="rect">
            <a:avLst/>
          </a:prstGeom>
        </p:spPr>
      </p:pic>
      <p:pic>
        <p:nvPicPr>
          <p:cNvPr id="112" name="Рисунок 11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963" y="5029750"/>
            <a:ext cx="381803" cy="540000"/>
          </a:xfrm>
          <a:prstGeom prst="rect">
            <a:avLst/>
          </a:prstGeom>
        </p:spPr>
      </p:pic>
      <p:pic>
        <p:nvPicPr>
          <p:cNvPr id="113" name="Рисунок 11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510" y="5028601"/>
            <a:ext cx="381803" cy="540000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963" y="5762393"/>
            <a:ext cx="540000" cy="381799"/>
          </a:xfrm>
          <a:prstGeom prst="rect">
            <a:avLst/>
          </a:prstGeom>
        </p:spPr>
      </p:pic>
      <p:pic>
        <p:nvPicPr>
          <p:cNvPr id="91" name="Рисунок 90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3422" y="4569354"/>
            <a:ext cx="763598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42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9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Основные алгоритмы программы</a:t>
            </a:r>
            <a:endParaRPr lang="ru-RU" sz="4000" dirty="0"/>
          </a:p>
        </p:txBody>
      </p:sp>
      <p:cxnSp>
        <p:nvCxnSpPr>
          <p:cNvPr id="6" name="Прямая соединительная линия 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Индексация документов</a:t>
            </a:r>
            <a:endParaRPr lang="ru-RU" sz="2400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379" y="1772738"/>
            <a:ext cx="763597" cy="108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34849" y="2729627"/>
            <a:ext cx="11128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база документов</a:t>
            </a:r>
            <a:endParaRPr lang="ru-RU" sz="1000" dirty="0"/>
          </a:p>
        </p:txBody>
      </p:sp>
      <p:sp>
        <p:nvSpPr>
          <p:cNvPr id="10" name="Стрелка вправо 9"/>
          <p:cNvSpPr/>
          <p:nvPr/>
        </p:nvSpPr>
        <p:spPr>
          <a:xfrm>
            <a:off x="1865188" y="221399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1603" y="1678618"/>
            <a:ext cx="1087948" cy="1538748"/>
          </a:xfrm>
          <a:prstGeom prst="rect">
            <a:avLst/>
          </a:prstGeom>
        </p:spPr>
      </p:pic>
      <p:sp>
        <p:nvSpPr>
          <p:cNvPr id="12" name="Стрелка вправо 11"/>
          <p:cNvSpPr/>
          <p:nvPr/>
        </p:nvSpPr>
        <p:spPr>
          <a:xfrm>
            <a:off x="3569551" y="2213992"/>
            <a:ext cx="1283054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2670351" y="2975848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528" y="1723035"/>
            <a:ext cx="962817" cy="13617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6580" y="2867946"/>
            <a:ext cx="117692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определить слово</a:t>
            </a:r>
            <a:endParaRPr lang="ru-RU" sz="1000" dirty="0"/>
          </a:p>
        </p:txBody>
      </p:sp>
      <p:sp>
        <p:nvSpPr>
          <p:cNvPr id="16" name="Стрелка вправо 15"/>
          <p:cNvSpPr/>
          <p:nvPr/>
        </p:nvSpPr>
        <p:spPr>
          <a:xfrm>
            <a:off x="7274344" y="2243489"/>
            <a:ext cx="2626113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Блок-схема: типовой процесс 17"/>
          <p:cNvSpPr/>
          <p:nvPr/>
        </p:nvSpPr>
        <p:spPr>
          <a:xfrm>
            <a:off x="4321672" y="1413402"/>
            <a:ext cx="3652289" cy="1978728"/>
          </a:xfrm>
          <a:prstGeom prst="flowChartPredefinedProcess">
            <a:avLst/>
          </a:prstGeom>
          <a:noFill/>
          <a:ln w="2540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7740" y="1678618"/>
            <a:ext cx="1087948" cy="1538748"/>
          </a:xfrm>
          <a:prstGeom prst="rect">
            <a:avLst/>
          </a:prstGeom>
        </p:spPr>
      </p:pic>
      <p:sp>
        <p:nvSpPr>
          <p:cNvPr id="21" name="Стрелка вправо 20"/>
          <p:cNvSpPr/>
          <p:nvPr/>
        </p:nvSpPr>
        <p:spPr>
          <a:xfrm>
            <a:off x="5793475" y="2203477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TextBox 21"/>
          <p:cNvSpPr txBox="1"/>
          <p:nvPr/>
        </p:nvSpPr>
        <p:spPr>
          <a:xfrm>
            <a:off x="4896513" y="2961692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cxnSp>
        <p:nvCxnSpPr>
          <p:cNvPr id="23" name="Соединительная линия уступом 22"/>
          <p:cNvCxnSpPr>
            <a:stCxn id="14" idx="0"/>
          </p:cNvCxnSpPr>
          <p:nvPr/>
        </p:nvCxnSpPr>
        <p:spPr>
          <a:xfrm rot="16200000" flipH="1" flipV="1">
            <a:off x="5924555" y="1039077"/>
            <a:ext cx="184424" cy="1552340"/>
          </a:xfrm>
          <a:prstGeom prst="bentConnector4">
            <a:avLst>
              <a:gd name="adj1" fmla="val -123953"/>
              <a:gd name="adj2" fmla="val 10034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Блок-схема: типовой процесс 31"/>
          <p:cNvSpPr/>
          <p:nvPr/>
        </p:nvSpPr>
        <p:spPr>
          <a:xfrm>
            <a:off x="2030805" y="3883372"/>
            <a:ext cx="7869652" cy="2183483"/>
          </a:xfrm>
          <a:prstGeom prst="flowChartPredefinedProcess">
            <a:avLst/>
          </a:prstGeom>
          <a:noFill/>
          <a:ln w="25400">
            <a:solidFill>
              <a:schemeClr val="accent1">
                <a:lumMod val="75000"/>
              </a:schemeClr>
            </a:solidFill>
            <a:prstDash val="dash"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TextBox 32"/>
          <p:cNvSpPr txBox="1"/>
          <p:nvPr/>
        </p:nvSpPr>
        <p:spPr>
          <a:xfrm>
            <a:off x="8150924" y="1775421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Word</a:t>
            </a:r>
            <a:r>
              <a:rPr lang="ru-RU" dirty="0" smtClean="0"/>
              <a:t>, </a:t>
            </a:r>
            <a:r>
              <a:rPr lang="en-US" dirty="0" smtClean="0"/>
              <a:t>docID</a:t>
            </a:r>
            <a:endParaRPr lang="ru-RU" dirty="0"/>
          </a:p>
        </p:txBody>
      </p:sp>
      <p:sp>
        <p:nvSpPr>
          <p:cNvPr id="35" name="Стрелка вправо 34"/>
          <p:cNvSpPr/>
          <p:nvPr/>
        </p:nvSpPr>
        <p:spPr>
          <a:xfrm>
            <a:off x="44238" y="4786889"/>
            <a:ext cx="2626113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Блок-схема: решение 36"/>
          <p:cNvSpPr>
            <a:spLocks noChangeAspect="1"/>
          </p:cNvSpPr>
          <p:nvPr/>
        </p:nvSpPr>
        <p:spPr>
          <a:xfrm>
            <a:off x="2901733" y="3940118"/>
            <a:ext cx="1080000" cy="1080000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9" name="Рисунок 3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1765" y="4143336"/>
            <a:ext cx="499936" cy="707088"/>
          </a:xfrm>
          <a:prstGeom prst="rect">
            <a:avLst/>
          </a:prstGeom>
        </p:spPr>
      </p:pic>
      <p:sp>
        <p:nvSpPr>
          <p:cNvPr id="40" name="Стрелка вправо 39"/>
          <p:cNvSpPr/>
          <p:nvPr/>
        </p:nvSpPr>
        <p:spPr>
          <a:xfrm rot="5400000">
            <a:off x="3280494" y="5121878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3451695" y="5004451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42" name="TextBox 41"/>
          <p:cNvSpPr txBox="1"/>
          <p:nvPr/>
        </p:nvSpPr>
        <p:spPr>
          <a:xfrm>
            <a:off x="3808012" y="5650036"/>
            <a:ext cx="1718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Word, {docID, 1}</a:t>
            </a:r>
            <a:endParaRPr lang="ru-RU" dirty="0"/>
          </a:p>
        </p:txBody>
      </p:sp>
      <p:sp>
        <p:nvSpPr>
          <p:cNvPr id="43" name="TextBox 42"/>
          <p:cNvSpPr txBox="1"/>
          <p:nvPr/>
        </p:nvSpPr>
        <p:spPr>
          <a:xfrm>
            <a:off x="44238" y="4508143"/>
            <a:ext cx="1353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Word</a:t>
            </a:r>
            <a:r>
              <a:rPr lang="ru-RU" dirty="0" smtClean="0"/>
              <a:t>, </a:t>
            </a:r>
            <a:r>
              <a:rPr lang="en-US" dirty="0" smtClean="0"/>
              <a:t>docID</a:t>
            </a:r>
            <a:endParaRPr lang="ru-RU" dirty="0"/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6779" y="5073266"/>
            <a:ext cx="763598" cy="10800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3468200" y="565138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+</a:t>
            </a:r>
            <a:endParaRPr lang="ru-RU" dirty="0"/>
          </a:p>
        </p:txBody>
      </p:sp>
      <p:sp>
        <p:nvSpPr>
          <p:cNvPr id="47" name="Стрелка вправо 46"/>
          <p:cNvSpPr/>
          <p:nvPr/>
        </p:nvSpPr>
        <p:spPr>
          <a:xfrm>
            <a:off x="4131972" y="4399757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/>
          <p:cNvSpPr txBox="1"/>
          <p:nvPr/>
        </p:nvSpPr>
        <p:spPr>
          <a:xfrm>
            <a:off x="4003956" y="4166438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49" name="Блок-схема: решение 48"/>
          <p:cNvSpPr>
            <a:spLocks noChangeAspect="1"/>
          </p:cNvSpPr>
          <p:nvPr/>
        </p:nvSpPr>
        <p:spPr>
          <a:xfrm>
            <a:off x="4561797" y="3924451"/>
            <a:ext cx="976238" cy="953024"/>
          </a:xfrm>
          <a:prstGeom prst="flowChartDecision">
            <a:avLst/>
          </a:prstGeom>
          <a:noFill/>
          <a:ln w="254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1" name="TextBox 50"/>
          <p:cNvSpPr txBox="1"/>
          <p:nvPr/>
        </p:nvSpPr>
        <p:spPr>
          <a:xfrm>
            <a:off x="4811493" y="4130736"/>
            <a:ext cx="5806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smtClean="0"/>
              <a:t>docID</a:t>
            </a:r>
            <a:r>
              <a:rPr lang="ru-RU" sz="1200" dirty="0" smtClean="0"/>
              <a:t> </a:t>
            </a:r>
            <a:endParaRPr lang="en-US" sz="1200" dirty="0" smtClean="0"/>
          </a:p>
          <a:p>
            <a:r>
              <a:rPr lang="ru-RU" sz="1200" dirty="0" smtClean="0"/>
              <a:t>==</a:t>
            </a:r>
            <a:endParaRPr lang="en-US" sz="1200" dirty="0" smtClean="0"/>
          </a:p>
          <a:p>
            <a:r>
              <a:rPr lang="ru-RU" sz="1200" dirty="0" smtClean="0"/>
              <a:t> </a:t>
            </a:r>
            <a:r>
              <a:rPr lang="en-US" sz="1200" dirty="0" smtClean="0"/>
              <a:t>docID</a:t>
            </a:r>
            <a:endParaRPr lang="ru-RU" sz="1200" dirty="0"/>
          </a:p>
        </p:txBody>
      </p:sp>
      <p:sp>
        <p:nvSpPr>
          <p:cNvPr id="52" name="Стрелка вправо 51"/>
          <p:cNvSpPr/>
          <p:nvPr/>
        </p:nvSpPr>
        <p:spPr>
          <a:xfrm rot="5400000">
            <a:off x="4917567" y="4989143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4706961" y="4830116"/>
            <a:ext cx="31771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да</a:t>
            </a:r>
            <a:endParaRPr lang="ru-RU" sz="1000" dirty="0"/>
          </a:p>
        </p:txBody>
      </p:sp>
      <p:sp>
        <p:nvSpPr>
          <p:cNvPr id="54" name="Прямоугольник 53"/>
          <p:cNvSpPr/>
          <p:nvPr/>
        </p:nvSpPr>
        <p:spPr>
          <a:xfrm>
            <a:off x="4248956" y="5143780"/>
            <a:ext cx="19562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Word, {docID, </a:t>
            </a:r>
            <a:r>
              <a:rPr lang="en-US" dirty="0" smtClean="0"/>
              <a:t>++n}</a:t>
            </a:r>
            <a:endParaRPr lang="ru-RU" dirty="0"/>
          </a:p>
        </p:txBody>
      </p:sp>
      <p:sp>
        <p:nvSpPr>
          <p:cNvPr id="55" name="Стрелка вправо 54"/>
          <p:cNvSpPr/>
          <p:nvPr/>
        </p:nvSpPr>
        <p:spPr>
          <a:xfrm>
            <a:off x="5638367" y="4319760"/>
            <a:ext cx="279586" cy="1599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/>
          <p:cNvSpPr txBox="1"/>
          <p:nvPr/>
        </p:nvSpPr>
        <p:spPr>
          <a:xfrm>
            <a:off x="5538035" y="4057189"/>
            <a:ext cx="3674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нет</a:t>
            </a:r>
            <a:endParaRPr lang="ru-RU" sz="1000" dirty="0"/>
          </a:p>
        </p:txBody>
      </p:sp>
      <p:sp>
        <p:nvSpPr>
          <p:cNvPr id="57" name="Прямоугольник 56"/>
          <p:cNvSpPr/>
          <p:nvPr/>
        </p:nvSpPr>
        <p:spPr>
          <a:xfrm>
            <a:off x="5919824" y="4215090"/>
            <a:ext cx="1795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smtClean="0"/>
              <a:t>{Word</a:t>
            </a:r>
            <a:r>
              <a:rPr lang="en-US" dirty="0"/>
              <a:t>, {docID, </a:t>
            </a:r>
            <a:r>
              <a:rPr lang="en-US" dirty="0" smtClean="0"/>
              <a:t>n}</a:t>
            </a:r>
            <a:endParaRPr lang="ru-RU" dirty="0"/>
          </a:p>
        </p:txBody>
      </p:sp>
      <p:sp>
        <p:nvSpPr>
          <p:cNvPr id="58" name="TextBox 57"/>
          <p:cNvSpPr txBox="1"/>
          <p:nvPr/>
        </p:nvSpPr>
        <p:spPr>
          <a:xfrm>
            <a:off x="7618577" y="42222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+</a:t>
            </a:r>
            <a:endParaRPr lang="ru-RU" dirty="0"/>
          </a:p>
        </p:txBody>
      </p:sp>
      <p:sp>
        <p:nvSpPr>
          <p:cNvPr id="59" name="TextBox 58"/>
          <p:cNvSpPr txBox="1"/>
          <p:nvPr/>
        </p:nvSpPr>
        <p:spPr>
          <a:xfrm>
            <a:off x="7817400" y="4229344"/>
            <a:ext cx="11642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{docID, 1</a:t>
            </a:r>
            <a:r>
              <a:rPr lang="en-US" dirty="0" smtClean="0"/>
              <a:t>}}</a:t>
            </a:r>
            <a:endParaRPr lang="ru-RU" dirty="0"/>
          </a:p>
        </p:txBody>
      </p:sp>
      <p:cxnSp>
        <p:nvCxnSpPr>
          <p:cNvPr id="60" name="Соединительная линия уступом 59"/>
          <p:cNvCxnSpPr>
            <a:stCxn id="32" idx="3"/>
          </p:cNvCxnSpPr>
          <p:nvPr/>
        </p:nvCxnSpPr>
        <p:spPr>
          <a:xfrm flipH="1" flipV="1">
            <a:off x="6096000" y="1133198"/>
            <a:ext cx="3804457" cy="3841916"/>
          </a:xfrm>
          <a:prstGeom prst="bentConnector4">
            <a:avLst>
              <a:gd name="adj1" fmla="val -6009"/>
              <a:gd name="adj2" fmla="val 9978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Соединительная линия уступом 75"/>
          <p:cNvCxnSpPr>
            <a:endCxn id="10" idx="1"/>
          </p:cNvCxnSpPr>
          <p:nvPr/>
        </p:nvCxnSpPr>
        <p:spPr>
          <a:xfrm rot="10800000" flipV="1">
            <a:off x="1865189" y="1133198"/>
            <a:ext cx="4503151" cy="1314794"/>
          </a:xfrm>
          <a:prstGeom prst="bentConnector3">
            <a:avLst>
              <a:gd name="adj1" fmla="val 99836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Таблица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33286"/>
              </p:ext>
            </p:extLst>
          </p:nvPr>
        </p:nvGraphicFramePr>
        <p:xfrm>
          <a:off x="6306580" y="4841905"/>
          <a:ext cx="308552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7180"/>
                <a:gridCol w="2318340"/>
              </a:tblGrid>
              <a:tr h="629555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1" name="Стрелка вправо 60"/>
          <p:cNvSpPr/>
          <p:nvPr/>
        </p:nvSpPr>
        <p:spPr>
          <a:xfrm>
            <a:off x="10005844" y="4979616"/>
            <a:ext cx="1283054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6606" y="3871044"/>
            <a:ext cx="1423164" cy="2012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6259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731593668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одном потоке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7293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Рисунок 15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37796" y="3110158"/>
            <a:ext cx="1399930" cy="1980000"/>
          </a:xfrm>
          <a:prstGeom prst="rect">
            <a:avLst/>
          </a:prstGeom>
        </p:spPr>
      </p:pic>
      <p:pic>
        <p:nvPicPr>
          <p:cNvPr id="266" name="Рисунок 26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12" y="3184604"/>
            <a:ext cx="1399929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11</a:t>
            </a:fld>
            <a:endParaRPr lang="ru-RU"/>
          </a:p>
        </p:txBody>
      </p:sp>
      <p:sp>
        <p:nvSpPr>
          <p:cNvPr id="9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Чтение файлов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94" name="Прямая соединительная линия 9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3" name="Скругленный прямоугольник 102"/>
          <p:cNvSpPr/>
          <p:nvPr/>
        </p:nvSpPr>
        <p:spPr>
          <a:xfrm>
            <a:off x="2375796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4" name="Стрелка вправо 103"/>
          <p:cNvSpPr/>
          <p:nvPr/>
        </p:nvSpPr>
        <p:spPr>
          <a:xfrm>
            <a:off x="4557869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5" name="Овал 104"/>
          <p:cNvSpPr/>
          <p:nvPr/>
        </p:nvSpPr>
        <p:spPr>
          <a:xfrm>
            <a:off x="5145598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6" name="Овал 105"/>
          <p:cNvSpPr/>
          <p:nvPr/>
        </p:nvSpPr>
        <p:spPr>
          <a:xfrm>
            <a:off x="5145598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7" name="Овал 106"/>
          <p:cNvSpPr/>
          <p:nvPr/>
        </p:nvSpPr>
        <p:spPr>
          <a:xfrm>
            <a:off x="5145598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8" name="TextBox 107"/>
          <p:cNvSpPr txBox="1"/>
          <p:nvPr/>
        </p:nvSpPr>
        <p:spPr>
          <a:xfrm>
            <a:off x="5284097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109" name="TextBox 108"/>
          <p:cNvSpPr txBox="1"/>
          <p:nvPr/>
        </p:nvSpPr>
        <p:spPr>
          <a:xfrm>
            <a:off x="5621334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</a:t>
            </a:r>
            <a:r>
              <a:rPr lang="en-US" dirty="0"/>
              <a:t>p</a:t>
            </a:r>
            <a:r>
              <a:rPr lang="en-US" dirty="0" smtClean="0"/>
              <a:t>-1]</a:t>
            </a:r>
            <a:endParaRPr lang="ru-RU" dirty="0"/>
          </a:p>
        </p:txBody>
      </p:sp>
      <p:sp>
        <p:nvSpPr>
          <p:cNvPr id="113" name="TextBox 112"/>
          <p:cNvSpPr txBox="1"/>
          <p:nvPr/>
        </p:nvSpPr>
        <p:spPr>
          <a:xfrm>
            <a:off x="2813435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114" name="Прямая со стрелкой 113"/>
          <p:cNvCxnSpPr/>
          <p:nvPr/>
        </p:nvCxnSpPr>
        <p:spPr>
          <a:xfrm>
            <a:off x="3813598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Прямая со стрелкой 114"/>
          <p:cNvCxnSpPr/>
          <p:nvPr/>
        </p:nvCxnSpPr>
        <p:spPr>
          <a:xfrm>
            <a:off x="3813598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Прямая со стрелкой 115"/>
          <p:cNvCxnSpPr/>
          <p:nvPr/>
        </p:nvCxnSpPr>
        <p:spPr>
          <a:xfrm>
            <a:off x="3813598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 стрелкой 116"/>
          <p:cNvCxnSpPr/>
          <p:nvPr/>
        </p:nvCxnSpPr>
        <p:spPr>
          <a:xfrm>
            <a:off x="3813598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/>
          <p:cNvSpPr txBox="1"/>
          <p:nvPr/>
        </p:nvSpPr>
        <p:spPr>
          <a:xfrm>
            <a:off x="2945422" y="5848368"/>
            <a:ext cx="6189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  <a:r>
              <a:rPr lang="en-US" dirty="0" smtClean="0"/>
              <a:t>, d – </a:t>
            </a:r>
            <a:r>
              <a:rPr lang="ru-RU" dirty="0" smtClean="0"/>
              <a:t>количество путей файлов и документов в одном потоке</a:t>
            </a:r>
            <a:endParaRPr lang="ru-RU" dirty="0"/>
          </a:p>
        </p:txBody>
      </p:sp>
      <p:sp>
        <p:nvSpPr>
          <p:cNvPr id="119" name="Стрелка вправо 118"/>
          <p:cNvSpPr/>
          <p:nvPr/>
        </p:nvSpPr>
        <p:spPr>
          <a:xfrm>
            <a:off x="4567619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0" name="Стрелка вправо 119"/>
          <p:cNvSpPr/>
          <p:nvPr/>
        </p:nvSpPr>
        <p:spPr>
          <a:xfrm>
            <a:off x="4571276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1" name="TextBox 120"/>
          <p:cNvSpPr txBox="1"/>
          <p:nvPr/>
        </p:nvSpPr>
        <p:spPr>
          <a:xfrm>
            <a:off x="5622377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[p, p+p-1]</a:t>
            </a:r>
            <a:endParaRPr lang="ru-RU" dirty="0"/>
          </a:p>
        </p:txBody>
      </p:sp>
      <p:grpSp>
        <p:nvGrpSpPr>
          <p:cNvPr id="122" name="Группа 121"/>
          <p:cNvGrpSpPr/>
          <p:nvPr/>
        </p:nvGrpSpPr>
        <p:grpSpPr>
          <a:xfrm>
            <a:off x="2792148" y="2710165"/>
            <a:ext cx="979647" cy="3068187"/>
            <a:chOff x="2192841" y="1913158"/>
            <a:chExt cx="914273" cy="3068187"/>
          </a:xfrm>
        </p:grpSpPr>
        <p:sp>
          <p:nvSpPr>
            <p:cNvPr id="123" name="Прямоугольник 122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4" name="Прямоугольник 123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5" name="Прямоугольник 124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6" name="Группа 12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7" name="Прямоугольник 12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28" name="Группа 12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143" name="Овал 142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4" name="Овал 143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5" name="Овал 144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29" name="Прямоугольник 12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0" name="Прямоугольник 12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1" name="Прямоугольник 130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2" name="Группа 131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40" name="Овал 139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1" name="Овал 140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2" name="Овал 141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3" name="Прямоугольник 132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4" name="Прямоугольник 133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5" name="Прямоугольник 134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49" name="Прямая со стрелкой 148"/>
          <p:cNvCxnSpPr/>
          <p:nvPr/>
        </p:nvCxnSpPr>
        <p:spPr>
          <a:xfrm>
            <a:off x="3813598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Прямая со стрелкой 149"/>
          <p:cNvCxnSpPr/>
          <p:nvPr/>
        </p:nvCxnSpPr>
        <p:spPr>
          <a:xfrm>
            <a:off x="3813598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/>
          <p:cNvSpPr txBox="1"/>
          <p:nvPr/>
        </p:nvSpPr>
        <p:spPr>
          <a:xfrm>
            <a:off x="5625398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[n+1-p, n]</a:t>
            </a:r>
            <a:endParaRPr lang="ru-RU" dirty="0"/>
          </a:p>
        </p:txBody>
      </p:sp>
      <p:sp>
        <p:nvSpPr>
          <p:cNvPr id="155" name="TextBox 154"/>
          <p:cNvSpPr txBox="1"/>
          <p:nvPr/>
        </p:nvSpPr>
        <p:spPr>
          <a:xfrm>
            <a:off x="2743976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56" name="TextBox 155"/>
          <p:cNvSpPr txBox="1"/>
          <p:nvPr/>
        </p:nvSpPr>
        <p:spPr>
          <a:xfrm>
            <a:off x="2739061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p-1</a:t>
            </a:r>
            <a:endParaRPr lang="ru-RU" dirty="0"/>
          </a:p>
        </p:txBody>
      </p:sp>
      <p:sp>
        <p:nvSpPr>
          <p:cNvPr id="157" name="TextBox 156"/>
          <p:cNvSpPr txBox="1"/>
          <p:nvPr/>
        </p:nvSpPr>
        <p:spPr>
          <a:xfrm>
            <a:off x="2743978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</a:t>
            </a:r>
            <a:endParaRPr lang="ru-RU" dirty="0"/>
          </a:p>
        </p:txBody>
      </p:sp>
      <p:sp>
        <p:nvSpPr>
          <p:cNvPr id="158" name="TextBox 157"/>
          <p:cNvSpPr txBox="1"/>
          <p:nvPr/>
        </p:nvSpPr>
        <p:spPr>
          <a:xfrm>
            <a:off x="2739062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p+p-1</a:t>
            </a:r>
            <a:endParaRPr lang="ru-RU" dirty="0"/>
          </a:p>
        </p:txBody>
      </p:sp>
      <p:sp>
        <p:nvSpPr>
          <p:cNvPr id="159" name="TextBox 158"/>
          <p:cNvSpPr txBox="1"/>
          <p:nvPr/>
        </p:nvSpPr>
        <p:spPr>
          <a:xfrm>
            <a:off x="2739062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n+1-p</a:t>
            </a:r>
            <a:endParaRPr lang="ru-RU" dirty="0"/>
          </a:p>
        </p:txBody>
      </p:sp>
      <p:sp>
        <p:nvSpPr>
          <p:cNvPr id="160" name="TextBox 159"/>
          <p:cNvSpPr txBox="1"/>
          <p:nvPr/>
        </p:nvSpPr>
        <p:spPr>
          <a:xfrm>
            <a:off x="2743979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161" name="Группа 160"/>
          <p:cNvGrpSpPr/>
          <p:nvPr/>
        </p:nvGrpSpPr>
        <p:grpSpPr>
          <a:xfrm>
            <a:off x="4965598" y="3204000"/>
            <a:ext cx="293148" cy="72000"/>
            <a:chOff x="4356000" y="3204000"/>
            <a:chExt cx="293148" cy="72000"/>
          </a:xfrm>
        </p:grpSpPr>
        <p:sp>
          <p:nvSpPr>
            <p:cNvPr id="162" name="Овал 161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Овал 162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4" name="Овал 163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5" name="Группа 164"/>
          <p:cNvGrpSpPr/>
          <p:nvPr/>
        </p:nvGrpSpPr>
        <p:grpSpPr>
          <a:xfrm>
            <a:off x="4960682" y="3916838"/>
            <a:ext cx="293148" cy="72000"/>
            <a:chOff x="4356000" y="3204000"/>
            <a:chExt cx="293148" cy="72000"/>
          </a:xfrm>
        </p:grpSpPr>
        <p:sp>
          <p:nvSpPr>
            <p:cNvPr id="166" name="Овал 165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7" name="Овал 166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8" name="Овал 167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9" name="Группа 168"/>
          <p:cNvGrpSpPr/>
          <p:nvPr/>
        </p:nvGrpSpPr>
        <p:grpSpPr>
          <a:xfrm>
            <a:off x="4965598" y="5504751"/>
            <a:ext cx="293148" cy="72000"/>
            <a:chOff x="4356000" y="3204000"/>
            <a:chExt cx="293148" cy="72000"/>
          </a:xfrm>
        </p:grpSpPr>
        <p:sp>
          <p:nvSpPr>
            <p:cNvPr id="170" name="Овал 169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1" name="Овал 17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2" name="Овал 17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73" name="TextBox 172"/>
          <p:cNvSpPr txBox="1"/>
          <p:nvPr/>
        </p:nvSpPr>
        <p:spPr>
          <a:xfrm>
            <a:off x="2715319" y="2151227"/>
            <a:ext cx="112883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  <a:r>
              <a:rPr lang="en-US" sz="1000" dirty="0" smtClean="0"/>
              <a:t> </a:t>
            </a:r>
            <a:r>
              <a:rPr lang="ru-RU" sz="1000" dirty="0" smtClean="0"/>
              <a:t>путей </a:t>
            </a:r>
          </a:p>
          <a:p>
            <a:r>
              <a:rPr lang="ru-RU" sz="1000" dirty="0" smtClean="0"/>
              <a:t>файлов 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174" name="Стрелка вправо 173"/>
          <p:cNvSpPr/>
          <p:nvPr/>
        </p:nvSpPr>
        <p:spPr>
          <a:xfrm>
            <a:off x="1420418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5" name="Стрелка вправо 174"/>
          <p:cNvSpPr/>
          <p:nvPr/>
        </p:nvSpPr>
        <p:spPr>
          <a:xfrm>
            <a:off x="9756092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04" name="Группа 203"/>
          <p:cNvGrpSpPr/>
          <p:nvPr/>
        </p:nvGrpSpPr>
        <p:grpSpPr>
          <a:xfrm>
            <a:off x="8568618" y="2715085"/>
            <a:ext cx="979647" cy="3068187"/>
            <a:chOff x="2192841" y="1913158"/>
            <a:chExt cx="914273" cy="3068187"/>
          </a:xfrm>
        </p:grpSpPr>
        <p:sp>
          <p:nvSpPr>
            <p:cNvPr id="205" name="Прямоугольник 204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6" name="Прямоугольник 205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7" name="Прямоугольник 206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08" name="Группа 207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28" name="Овал 227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9" name="Овал 228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30" name="Овал 229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09" name="Прямоугольник 208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0" name="Группа 209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25" name="Овал 224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6" name="Овал 225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7" name="Овал 226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1" name="Прямоугольник 21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2" name="Прямоугольник 21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3" name="Прямоугольник 21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4" name="Группа 21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22" name="Овал 221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3" name="Овал 22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4" name="Овал 223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15" name="Прямоугольник 21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6" name="Прямоугольник 21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7" name="Прямоугольник 216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18" name="Группа 217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19" name="Овал 218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0" name="Овал 219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21" name="Овал 220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sp>
        <p:nvSpPr>
          <p:cNvPr id="231" name="TextBox 230"/>
          <p:cNvSpPr txBox="1"/>
          <p:nvPr/>
        </p:nvSpPr>
        <p:spPr>
          <a:xfrm>
            <a:off x="8520446" y="265561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32" name="TextBox 231"/>
          <p:cNvSpPr txBox="1"/>
          <p:nvPr/>
        </p:nvSpPr>
        <p:spPr>
          <a:xfrm>
            <a:off x="8515531" y="314232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33" name="TextBox 232"/>
          <p:cNvSpPr txBox="1"/>
          <p:nvPr/>
        </p:nvSpPr>
        <p:spPr>
          <a:xfrm>
            <a:off x="8520448" y="340287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34" name="TextBox 233"/>
          <p:cNvSpPr txBox="1"/>
          <p:nvPr/>
        </p:nvSpPr>
        <p:spPr>
          <a:xfrm>
            <a:off x="8515532" y="388956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35" name="TextBox 234"/>
          <p:cNvSpPr txBox="1"/>
          <p:nvPr/>
        </p:nvSpPr>
        <p:spPr>
          <a:xfrm>
            <a:off x="8515532" y="498094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36" name="TextBox 235"/>
          <p:cNvSpPr txBox="1"/>
          <p:nvPr/>
        </p:nvSpPr>
        <p:spPr>
          <a:xfrm>
            <a:off x="8520449" y="546764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237" name="TextBox 236"/>
          <p:cNvSpPr txBox="1"/>
          <p:nvPr/>
        </p:nvSpPr>
        <p:spPr>
          <a:xfrm>
            <a:off x="8618957" y="225382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pic>
        <p:nvPicPr>
          <p:cNvPr id="238" name="Рисунок 23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5771" y="2699868"/>
            <a:ext cx="203628" cy="288000"/>
          </a:xfrm>
          <a:prstGeom prst="rect">
            <a:avLst/>
          </a:prstGeom>
        </p:spPr>
      </p:pic>
      <p:pic>
        <p:nvPicPr>
          <p:cNvPr id="239" name="Рисунок 23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0689" y="3186566"/>
            <a:ext cx="203628" cy="288000"/>
          </a:xfrm>
          <a:prstGeom prst="rect">
            <a:avLst/>
          </a:prstGeom>
        </p:spPr>
      </p:pic>
      <p:pic>
        <p:nvPicPr>
          <p:cNvPr id="240" name="Рисунок 23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9820" y="3442206"/>
            <a:ext cx="203628" cy="288000"/>
          </a:xfrm>
          <a:prstGeom prst="rect">
            <a:avLst/>
          </a:prstGeom>
        </p:spPr>
      </p:pic>
      <p:pic>
        <p:nvPicPr>
          <p:cNvPr id="241" name="Рисунок 24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957" y="3933819"/>
            <a:ext cx="203628" cy="288000"/>
          </a:xfrm>
          <a:prstGeom prst="rect">
            <a:avLst/>
          </a:prstGeom>
        </p:spPr>
      </p:pic>
      <p:pic>
        <p:nvPicPr>
          <p:cNvPr id="242" name="Рисунок 24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854" y="5015371"/>
            <a:ext cx="203628" cy="288000"/>
          </a:xfrm>
          <a:prstGeom prst="rect">
            <a:avLst/>
          </a:prstGeom>
        </p:spPr>
      </p:pic>
      <p:pic>
        <p:nvPicPr>
          <p:cNvPr id="243" name="Рисунок 24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1022" y="5516814"/>
            <a:ext cx="203628" cy="288000"/>
          </a:xfrm>
          <a:prstGeom prst="rect">
            <a:avLst/>
          </a:prstGeom>
        </p:spPr>
      </p:pic>
      <p:cxnSp>
        <p:nvCxnSpPr>
          <p:cNvPr id="244" name="Прямая со стрелкой 243"/>
          <p:cNvCxnSpPr/>
          <p:nvPr/>
        </p:nvCxnSpPr>
        <p:spPr>
          <a:xfrm>
            <a:off x="7800584" y="2839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5" name="Прямая со стрелкой 244"/>
          <p:cNvCxnSpPr/>
          <p:nvPr/>
        </p:nvCxnSpPr>
        <p:spPr>
          <a:xfrm>
            <a:off x="7800584" y="330708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Прямая со стрелкой 245"/>
          <p:cNvCxnSpPr/>
          <p:nvPr/>
        </p:nvCxnSpPr>
        <p:spPr>
          <a:xfrm>
            <a:off x="7800584" y="358367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Прямая со стрелкой 246"/>
          <p:cNvCxnSpPr/>
          <p:nvPr/>
        </p:nvCxnSpPr>
        <p:spPr>
          <a:xfrm>
            <a:off x="7800584" y="40796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Прямая со стрелкой 247"/>
          <p:cNvCxnSpPr/>
          <p:nvPr/>
        </p:nvCxnSpPr>
        <p:spPr>
          <a:xfrm>
            <a:off x="7800584" y="5156238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Прямая со стрелкой 248"/>
          <p:cNvCxnSpPr/>
          <p:nvPr/>
        </p:nvCxnSpPr>
        <p:spPr>
          <a:xfrm>
            <a:off x="7800584" y="5652765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Рисунок 2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4680" y="2498069"/>
            <a:ext cx="763603" cy="1080000"/>
          </a:xfrm>
          <a:prstGeom prst="rect">
            <a:avLst/>
          </a:prstGeom>
        </p:spPr>
      </p:pic>
      <p:pic>
        <p:nvPicPr>
          <p:cNvPr id="251" name="Рисунок 2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3220743"/>
            <a:ext cx="763603" cy="1080000"/>
          </a:xfrm>
          <a:prstGeom prst="rect">
            <a:avLst/>
          </a:prstGeom>
        </p:spPr>
      </p:pic>
      <p:pic>
        <p:nvPicPr>
          <p:cNvPr id="252" name="Рисунок 25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9764" y="4813569"/>
            <a:ext cx="763603" cy="1080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82461" y="2871232"/>
            <a:ext cx="540000" cy="763753"/>
          </a:xfrm>
          <a:prstGeom prst="rect">
            <a:avLst/>
          </a:prstGeom>
        </p:spPr>
      </p:pic>
      <p:pic>
        <p:nvPicPr>
          <p:cNvPr id="253" name="Рисунок 25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7" y="2876149"/>
            <a:ext cx="540000" cy="763753"/>
          </a:xfrm>
          <a:prstGeom prst="rect">
            <a:avLst/>
          </a:prstGeom>
        </p:spPr>
      </p:pic>
      <p:pic>
        <p:nvPicPr>
          <p:cNvPr id="254" name="Рисунок 25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10" y="3603736"/>
            <a:ext cx="540000" cy="763753"/>
          </a:xfrm>
          <a:prstGeom prst="rect">
            <a:avLst/>
          </a:prstGeom>
        </p:spPr>
      </p:pic>
      <p:pic>
        <p:nvPicPr>
          <p:cNvPr id="255" name="Рисунок 25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5" y="3603734"/>
            <a:ext cx="540000" cy="763753"/>
          </a:xfrm>
          <a:prstGeom prst="rect">
            <a:avLst/>
          </a:prstGeom>
        </p:spPr>
      </p:pic>
      <p:pic>
        <p:nvPicPr>
          <p:cNvPr id="256" name="Рисунок 25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09" y="5176902"/>
            <a:ext cx="540000" cy="763753"/>
          </a:xfrm>
          <a:prstGeom prst="rect">
            <a:avLst/>
          </a:prstGeom>
        </p:spPr>
      </p:pic>
      <p:pic>
        <p:nvPicPr>
          <p:cNvPr id="257" name="Рисунок 25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4966" y="5176903"/>
            <a:ext cx="540000" cy="763753"/>
          </a:xfrm>
          <a:prstGeom prst="rect">
            <a:avLst/>
          </a:prstGeom>
        </p:spPr>
      </p:pic>
      <p:pic>
        <p:nvPicPr>
          <p:cNvPr id="258" name="Рисунок 257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2591010"/>
            <a:ext cx="381800" cy="540000"/>
          </a:xfrm>
          <a:prstGeom prst="rect">
            <a:avLst/>
          </a:prstGeom>
        </p:spPr>
      </p:pic>
      <p:pic>
        <p:nvPicPr>
          <p:cNvPr id="260" name="Рисунок 25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1412" y="3087538"/>
            <a:ext cx="381800" cy="540000"/>
          </a:xfrm>
          <a:prstGeom prst="rect">
            <a:avLst/>
          </a:prstGeom>
        </p:spPr>
      </p:pic>
      <p:pic>
        <p:nvPicPr>
          <p:cNvPr id="261" name="Рисунок 26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328429"/>
            <a:ext cx="381800" cy="540000"/>
          </a:xfrm>
          <a:prstGeom prst="rect">
            <a:avLst/>
          </a:prstGeom>
        </p:spPr>
      </p:pic>
      <p:pic>
        <p:nvPicPr>
          <p:cNvPr id="262" name="Рисунок 26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3829874"/>
            <a:ext cx="381800" cy="540000"/>
          </a:xfrm>
          <a:prstGeom prst="rect">
            <a:avLst/>
          </a:prstGeom>
        </p:spPr>
      </p:pic>
      <p:pic>
        <p:nvPicPr>
          <p:cNvPr id="263" name="Рисунок 26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4911425"/>
            <a:ext cx="381800" cy="540000"/>
          </a:xfrm>
          <a:prstGeom prst="rect">
            <a:avLst/>
          </a:prstGeom>
        </p:spPr>
      </p:pic>
      <p:pic>
        <p:nvPicPr>
          <p:cNvPr id="264" name="Рисунок 26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6329" y="5412871"/>
            <a:ext cx="381800" cy="540000"/>
          </a:xfrm>
          <a:prstGeom prst="rect">
            <a:avLst/>
          </a:prstGeom>
        </p:spPr>
      </p:pic>
      <p:sp>
        <p:nvSpPr>
          <p:cNvPr id="265" name="TextBox 264"/>
          <p:cNvSpPr txBox="1"/>
          <p:nvPr/>
        </p:nvSpPr>
        <p:spPr>
          <a:xfrm>
            <a:off x="-35978" y="4735940"/>
            <a:ext cx="16087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путей 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650934" y="4769086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контейнер документов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833575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12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97024789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4739392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964504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чтение текстовых файлов</a:t>
            </a:r>
            <a:r>
              <a:rPr lang="en-US" sz="2400" dirty="0"/>
              <a:t> </a:t>
            </a:r>
            <a:r>
              <a:rPr lang="ru-RU" sz="2400" dirty="0" smtClean="0"/>
              <a:t>в дополнительных потоках </a:t>
            </a:r>
            <a:r>
              <a:rPr lang="en-US" sz="2400" dirty="0" smtClean="0"/>
              <a:t>(</a:t>
            </a:r>
            <a:r>
              <a:rPr lang="ru-RU" sz="2400" dirty="0"/>
              <a:t>общий объём: 415МБ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чтения большого количества файлов</a:t>
            </a:r>
            <a:endParaRPr lang="ru-RU" sz="4000" dirty="0"/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5543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13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индексация документов в одном потоке </a:t>
            </a:r>
            <a:r>
              <a:rPr lang="en-US" sz="2400" dirty="0" smtClean="0"/>
              <a:t>(</a:t>
            </a:r>
            <a:r>
              <a:rPr lang="ru-RU" sz="2400" dirty="0" smtClean="0"/>
              <a:t>разный объём баз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индексации большого количества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5700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Рисунок 11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9890" y="3389258"/>
            <a:ext cx="1980000" cy="1399933"/>
          </a:xfrm>
          <a:prstGeom prst="rect">
            <a:avLst/>
          </a:prstGeom>
        </p:spPr>
      </p:pic>
      <p:pic>
        <p:nvPicPr>
          <p:cNvPr id="110" name="Рисунок 10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06" y="3110158"/>
            <a:ext cx="1399930" cy="1980000"/>
          </a:xfrm>
          <a:prstGeom prst="rect">
            <a:avLst/>
          </a:prstGeom>
        </p:spPr>
      </p:pic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14</a:t>
            </a:fld>
            <a:endParaRPr lang="ru-RU"/>
          </a:p>
        </p:txBody>
      </p:sp>
      <p:sp>
        <p:nvSpPr>
          <p:cNvPr id="17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cxnSp>
        <p:nvCxnSpPr>
          <p:cNvPr id="176" name="Прямая соединительная линия 17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7" name="Скругленный прямоугольник 216"/>
          <p:cNvSpPr/>
          <p:nvPr/>
        </p:nvSpPr>
        <p:spPr>
          <a:xfrm>
            <a:off x="2483950" y="1974410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218" name="Стрелка вправо 217"/>
          <p:cNvSpPr/>
          <p:nvPr/>
        </p:nvSpPr>
        <p:spPr>
          <a:xfrm>
            <a:off x="4666023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9" name="Овал 218"/>
          <p:cNvSpPr/>
          <p:nvPr/>
        </p:nvSpPr>
        <p:spPr>
          <a:xfrm>
            <a:off x="5253752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0" name="Овал 219"/>
          <p:cNvSpPr/>
          <p:nvPr/>
        </p:nvSpPr>
        <p:spPr>
          <a:xfrm>
            <a:off x="5253752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1" name="Овал 220"/>
          <p:cNvSpPr/>
          <p:nvPr/>
        </p:nvSpPr>
        <p:spPr>
          <a:xfrm>
            <a:off x="5253752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2" name="TextBox 221"/>
          <p:cNvSpPr txBox="1"/>
          <p:nvPr/>
        </p:nvSpPr>
        <p:spPr>
          <a:xfrm>
            <a:off x="5392251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223" name="TextBox 222"/>
          <p:cNvSpPr txBox="1"/>
          <p:nvPr/>
        </p:nvSpPr>
        <p:spPr>
          <a:xfrm>
            <a:off x="5729488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d-1]</a:t>
            </a:r>
            <a:endParaRPr lang="ru-RU" dirty="0"/>
          </a:p>
        </p:txBody>
      </p:sp>
      <p:pic>
        <p:nvPicPr>
          <p:cNvPr id="225" name="Рисунок 22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2516667"/>
            <a:ext cx="763599" cy="1080000"/>
          </a:xfrm>
          <a:prstGeom prst="rect">
            <a:avLst/>
          </a:prstGeom>
        </p:spPr>
      </p:pic>
      <p:pic>
        <p:nvPicPr>
          <p:cNvPr id="226" name="Рисунок 2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3256142"/>
            <a:ext cx="763598" cy="1080000"/>
          </a:xfrm>
          <a:prstGeom prst="rect">
            <a:avLst/>
          </a:prstGeom>
        </p:spPr>
      </p:pic>
      <p:pic>
        <p:nvPicPr>
          <p:cNvPr id="227" name="Рисунок 22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5752" y="4843583"/>
            <a:ext cx="763598" cy="1080000"/>
          </a:xfrm>
          <a:prstGeom prst="rect">
            <a:avLst/>
          </a:prstGeom>
        </p:spPr>
      </p:pic>
      <p:sp>
        <p:nvSpPr>
          <p:cNvPr id="228" name="TextBox 227"/>
          <p:cNvSpPr txBox="1"/>
          <p:nvPr/>
        </p:nvSpPr>
        <p:spPr>
          <a:xfrm>
            <a:off x="2921589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229" name="Прямая со стрелкой 228"/>
          <p:cNvCxnSpPr/>
          <p:nvPr/>
        </p:nvCxnSpPr>
        <p:spPr>
          <a:xfrm>
            <a:off x="3921752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рямая со стрелкой 229"/>
          <p:cNvCxnSpPr/>
          <p:nvPr/>
        </p:nvCxnSpPr>
        <p:spPr>
          <a:xfrm>
            <a:off x="3921752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рямая со стрелкой 230"/>
          <p:cNvCxnSpPr/>
          <p:nvPr/>
        </p:nvCxnSpPr>
        <p:spPr>
          <a:xfrm>
            <a:off x="3921752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рямая со стрелкой 231"/>
          <p:cNvCxnSpPr/>
          <p:nvPr/>
        </p:nvCxnSpPr>
        <p:spPr>
          <a:xfrm>
            <a:off x="3921752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/>
          <p:cNvSpPr txBox="1"/>
          <p:nvPr/>
        </p:nvSpPr>
        <p:spPr>
          <a:xfrm>
            <a:off x="3053576" y="5848368"/>
            <a:ext cx="4443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 – </a:t>
            </a:r>
            <a:r>
              <a:rPr lang="ru-RU" dirty="0" smtClean="0"/>
              <a:t>количество документов в одном потоке</a:t>
            </a:r>
            <a:endParaRPr lang="ru-RU" dirty="0"/>
          </a:p>
        </p:txBody>
      </p:sp>
      <p:sp>
        <p:nvSpPr>
          <p:cNvPr id="235" name="Стрелка вправо 234"/>
          <p:cNvSpPr/>
          <p:nvPr/>
        </p:nvSpPr>
        <p:spPr>
          <a:xfrm>
            <a:off x="4675773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8" name="Стрелка вправо 237"/>
          <p:cNvSpPr/>
          <p:nvPr/>
        </p:nvSpPr>
        <p:spPr>
          <a:xfrm>
            <a:off x="4679430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9" name="TextBox 238"/>
          <p:cNvSpPr txBox="1"/>
          <p:nvPr/>
        </p:nvSpPr>
        <p:spPr>
          <a:xfrm>
            <a:off x="5730531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[d, d+d-1]</a:t>
            </a:r>
            <a:endParaRPr lang="ru-RU" dirty="0"/>
          </a:p>
        </p:txBody>
      </p:sp>
      <p:grpSp>
        <p:nvGrpSpPr>
          <p:cNvPr id="240" name="Группа 239"/>
          <p:cNvGrpSpPr/>
          <p:nvPr/>
        </p:nvGrpSpPr>
        <p:grpSpPr>
          <a:xfrm>
            <a:off x="2900302" y="2710165"/>
            <a:ext cx="979647" cy="3068187"/>
            <a:chOff x="2192841" y="1913158"/>
            <a:chExt cx="914273" cy="3068187"/>
          </a:xfrm>
        </p:grpSpPr>
        <p:sp>
          <p:nvSpPr>
            <p:cNvPr id="241" name="Прямоугольник 240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2" name="Прямоугольник 241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3" name="Прямоугольник 242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4" name="Группа 243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270" name="Овал 269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1" name="Овал 270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72" name="Овал 271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7" name="Прямоугольник 246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48" name="Группа 247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267" name="Овал 26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8" name="Овал 26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9" name="Овал 26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49" name="Прямоугольник 248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0" name="Прямоугольник 249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3" name="Прямоугольник 252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54" name="Группа 253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264" name="Овал 263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5" name="Овал 264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6" name="Овал 265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255" name="Прямоугольник 254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6" name="Прямоугольник 255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9" name="Прямоугольник 258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260" name="Группа 259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261" name="Овал 2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2" name="Овал 261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263" name="Овал 262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273" name="Прямая со стрелкой 272"/>
          <p:cNvCxnSpPr/>
          <p:nvPr/>
        </p:nvCxnSpPr>
        <p:spPr>
          <a:xfrm>
            <a:off x="3921752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4" name="Прямая со стрелкой 273"/>
          <p:cNvCxnSpPr/>
          <p:nvPr/>
        </p:nvCxnSpPr>
        <p:spPr>
          <a:xfrm>
            <a:off x="3921752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extBox 276"/>
          <p:cNvSpPr txBox="1"/>
          <p:nvPr/>
        </p:nvSpPr>
        <p:spPr>
          <a:xfrm>
            <a:off x="5733552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[n+1-d, n]</a:t>
            </a:r>
            <a:endParaRPr lang="ru-RU" dirty="0"/>
          </a:p>
        </p:txBody>
      </p:sp>
      <p:cxnSp>
        <p:nvCxnSpPr>
          <p:cNvPr id="290" name="Прямая со стрелкой 289"/>
          <p:cNvCxnSpPr/>
          <p:nvPr/>
        </p:nvCxnSpPr>
        <p:spPr>
          <a:xfrm>
            <a:off x="7917752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Прямая со стрелкой 290"/>
          <p:cNvCxnSpPr/>
          <p:nvPr/>
        </p:nvCxnSpPr>
        <p:spPr>
          <a:xfrm flipV="1">
            <a:off x="7917752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Прямая со стрелкой 291"/>
          <p:cNvCxnSpPr/>
          <p:nvPr/>
        </p:nvCxnSpPr>
        <p:spPr>
          <a:xfrm flipV="1">
            <a:off x="7917752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TextBox 292"/>
          <p:cNvSpPr txBox="1"/>
          <p:nvPr/>
        </p:nvSpPr>
        <p:spPr>
          <a:xfrm>
            <a:off x="2852130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294" name="TextBox 293"/>
          <p:cNvSpPr txBox="1"/>
          <p:nvPr/>
        </p:nvSpPr>
        <p:spPr>
          <a:xfrm>
            <a:off x="2847215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r>
              <a:rPr lang="en-US" dirty="0" smtClean="0"/>
              <a:t>-1</a:t>
            </a:r>
            <a:endParaRPr lang="ru-RU" dirty="0"/>
          </a:p>
        </p:txBody>
      </p:sp>
      <p:sp>
        <p:nvSpPr>
          <p:cNvPr id="295" name="TextBox 294"/>
          <p:cNvSpPr txBox="1"/>
          <p:nvPr/>
        </p:nvSpPr>
        <p:spPr>
          <a:xfrm>
            <a:off x="2852132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d</a:t>
            </a:r>
            <a:endParaRPr lang="ru-RU" dirty="0"/>
          </a:p>
        </p:txBody>
      </p:sp>
      <p:sp>
        <p:nvSpPr>
          <p:cNvPr id="296" name="TextBox 295"/>
          <p:cNvSpPr txBox="1"/>
          <p:nvPr/>
        </p:nvSpPr>
        <p:spPr>
          <a:xfrm>
            <a:off x="2847216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d+d-1</a:t>
            </a:r>
            <a:endParaRPr lang="ru-RU" dirty="0"/>
          </a:p>
        </p:txBody>
      </p:sp>
      <p:sp>
        <p:nvSpPr>
          <p:cNvPr id="297" name="TextBox 296"/>
          <p:cNvSpPr txBox="1"/>
          <p:nvPr/>
        </p:nvSpPr>
        <p:spPr>
          <a:xfrm>
            <a:off x="2847216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n+1-d</a:t>
            </a:r>
            <a:endParaRPr lang="ru-RU" dirty="0"/>
          </a:p>
        </p:txBody>
      </p:sp>
      <p:sp>
        <p:nvSpPr>
          <p:cNvPr id="298" name="TextBox 297"/>
          <p:cNvSpPr txBox="1"/>
          <p:nvPr/>
        </p:nvSpPr>
        <p:spPr>
          <a:xfrm>
            <a:off x="2852133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grpSp>
        <p:nvGrpSpPr>
          <p:cNvPr id="302" name="Группа 301"/>
          <p:cNvGrpSpPr/>
          <p:nvPr/>
        </p:nvGrpSpPr>
        <p:grpSpPr>
          <a:xfrm>
            <a:off x="5073752" y="3204000"/>
            <a:ext cx="293148" cy="72000"/>
            <a:chOff x="4356000" y="3204000"/>
            <a:chExt cx="293148" cy="72000"/>
          </a:xfrm>
        </p:grpSpPr>
        <p:sp>
          <p:nvSpPr>
            <p:cNvPr id="303" name="Овал 30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4" name="Овал 303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5" name="Овал 304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06" name="Группа 305"/>
          <p:cNvGrpSpPr/>
          <p:nvPr/>
        </p:nvGrpSpPr>
        <p:grpSpPr>
          <a:xfrm>
            <a:off x="5068836" y="3916838"/>
            <a:ext cx="293148" cy="72000"/>
            <a:chOff x="4356000" y="3204000"/>
            <a:chExt cx="293148" cy="72000"/>
          </a:xfrm>
        </p:grpSpPr>
        <p:sp>
          <p:nvSpPr>
            <p:cNvPr id="307" name="Овал 306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8" name="Овал 307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9" name="Овал 308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310" name="Группа 309"/>
          <p:cNvGrpSpPr/>
          <p:nvPr/>
        </p:nvGrpSpPr>
        <p:grpSpPr>
          <a:xfrm>
            <a:off x="5073752" y="5504751"/>
            <a:ext cx="293148" cy="72000"/>
            <a:chOff x="4356000" y="3204000"/>
            <a:chExt cx="293148" cy="72000"/>
          </a:xfrm>
        </p:grpSpPr>
        <p:sp>
          <p:nvSpPr>
            <p:cNvPr id="311" name="Овал 310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2" name="Овал 311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3" name="Овал 312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57" name="TextBox 156"/>
          <p:cNvSpPr txBox="1"/>
          <p:nvPr/>
        </p:nvSpPr>
        <p:spPr>
          <a:xfrm>
            <a:off x="2950641" y="2248900"/>
            <a:ext cx="83869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</a:t>
            </a:r>
          </a:p>
          <a:p>
            <a:r>
              <a:rPr lang="ru-RU" sz="1000" dirty="0" smtClean="0"/>
              <a:t>документов</a:t>
            </a:r>
            <a:endParaRPr lang="ru-RU" sz="1000" dirty="0"/>
          </a:p>
        </p:txBody>
      </p:sp>
      <p:sp>
        <p:nvSpPr>
          <p:cNvPr id="316" name="Стрелка вправо 315"/>
          <p:cNvSpPr/>
          <p:nvPr/>
        </p:nvSpPr>
        <p:spPr>
          <a:xfrm>
            <a:off x="1548244" y="3907217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7" name="Стрелка вправо 316"/>
          <p:cNvSpPr/>
          <p:nvPr/>
        </p:nvSpPr>
        <p:spPr>
          <a:xfrm>
            <a:off x="9893740" y="391216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18" name="Группа 317"/>
          <p:cNvGrpSpPr/>
          <p:nvPr/>
        </p:nvGrpSpPr>
        <p:grpSpPr>
          <a:xfrm>
            <a:off x="8709207" y="3437206"/>
            <a:ext cx="975389" cy="1625451"/>
            <a:chOff x="8276594" y="2286832"/>
            <a:chExt cx="975389" cy="1625451"/>
          </a:xfrm>
        </p:grpSpPr>
        <p:sp>
          <p:nvSpPr>
            <p:cNvPr id="319" name="Прямоугольник 318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0" name="Прямоугольник 319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321" name="Группа 320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327" name="Овал 32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8" name="Овал 32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329" name="Овал 32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322" name="Рисунок 32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323" name="Прямоугольник 322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4" name="Прямоугольник 323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325" name="Рисунок 3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326" name="Рисунок 32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sp>
        <p:nvSpPr>
          <p:cNvPr id="330" name="TextBox 329"/>
          <p:cNvSpPr txBox="1"/>
          <p:nvPr/>
        </p:nvSpPr>
        <p:spPr>
          <a:xfrm>
            <a:off x="8658101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331" name="TextBox 330"/>
          <p:cNvSpPr txBox="1"/>
          <p:nvPr/>
        </p:nvSpPr>
        <p:spPr>
          <a:xfrm>
            <a:off x="8663019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332" name="TextBox 331"/>
          <p:cNvSpPr txBox="1"/>
          <p:nvPr/>
        </p:nvSpPr>
        <p:spPr>
          <a:xfrm>
            <a:off x="8657916" y="47143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ɾ(n+1)/</a:t>
            </a:r>
            <a:r>
              <a:rPr lang="en-US" dirty="0" err="1" smtClean="0"/>
              <a:t>dɿ</a:t>
            </a:r>
            <a:endParaRPr lang="ru-RU" dirty="0"/>
          </a:p>
        </p:txBody>
      </p:sp>
      <p:sp>
        <p:nvSpPr>
          <p:cNvPr id="333" name="TextBox 332"/>
          <p:cNvSpPr txBox="1"/>
          <p:nvPr/>
        </p:nvSpPr>
        <p:spPr>
          <a:xfrm>
            <a:off x="8659077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7455" y="2694948"/>
            <a:ext cx="203628" cy="288000"/>
          </a:xfrm>
          <a:prstGeom prst="rect">
            <a:avLst/>
          </a:prstGeom>
        </p:spPr>
      </p:pic>
      <p:pic>
        <p:nvPicPr>
          <p:cNvPr id="334" name="Рисунок 33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2756249"/>
            <a:ext cx="509076" cy="720000"/>
          </a:xfrm>
          <a:prstGeom prst="rect">
            <a:avLst/>
          </a:prstGeom>
        </p:spPr>
      </p:pic>
      <p:pic>
        <p:nvPicPr>
          <p:cNvPr id="335" name="Рисунок 33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749" y="2751334"/>
            <a:ext cx="509076" cy="720000"/>
          </a:xfrm>
          <a:prstGeom prst="rect">
            <a:avLst/>
          </a:prstGeom>
        </p:spPr>
      </p:pic>
      <p:pic>
        <p:nvPicPr>
          <p:cNvPr id="336" name="Рисунок 335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3483840"/>
            <a:ext cx="509076" cy="720000"/>
          </a:xfrm>
          <a:prstGeom prst="rect">
            <a:avLst/>
          </a:prstGeom>
        </p:spPr>
      </p:pic>
      <p:pic>
        <p:nvPicPr>
          <p:cNvPr id="337" name="Рисунок 33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7" y="3483836"/>
            <a:ext cx="509076" cy="720000"/>
          </a:xfrm>
          <a:prstGeom prst="rect">
            <a:avLst/>
          </a:prstGeom>
        </p:spPr>
      </p:pic>
      <p:pic>
        <p:nvPicPr>
          <p:cNvPr id="338" name="Рисунок 33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909" y="5066833"/>
            <a:ext cx="509076" cy="720000"/>
          </a:xfrm>
          <a:prstGeom prst="rect">
            <a:avLst/>
          </a:prstGeom>
        </p:spPr>
      </p:pic>
      <p:pic>
        <p:nvPicPr>
          <p:cNvPr id="339" name="Рисунок 33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665" y="5066831"/>
            <a:ext cx="509076" cy="720000"/>
          </a:xfrm>
          <a:prstGeom prst="rect">
            <a:avLst/>
          </a:prstGeom>
        </p:spPr>
      </p:pic>
      <p:pic>
        <p:nvPicPr>
          <p:cNvPr id="340" name="Рисунок 339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2373" y="3181646"/>
            <a:ext cx="203628" cy="288000"/>
          </a:xfrm>
          <a:prstGeom prst="rect">
            <a:avLst/>
          </a:prstGeom>
        </p:spPr>
      </p:pic>
      <p:pic>
        <p:nvPicPr>
          <p:cNvPr id="341" name="Рисунок 34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1504" y="3437286"/>
            <a:ext cx="203628" cy="288000"/>
          </a:xfrm>
          <a:prstGeom prst="rect">
            <a:avLst/>
          </a:prstGeom>
        </p:spPr>
      </p:pic>
      <p:pic>
        <p:nvPicPr>
          <p:cNvPr id="342" name="Рисунок 34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20641" y="3928899"/>
            <a:ext cx="203628" cy="288000"/>
          </a:xfrm>
          <a:prstGeom prst="rect">
            <a:avLst/>
          </a:prstGeom>
        </p:spPr>
      </p:pic>
      <p:pic>
        <p:nvPicPr>
          <p:cNvPr id="343" name="Рисунок 34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2538" y="5010451"/>
            <a:ext cx="203628" cy="288000"/>
          </a:xfrm>
          <a:prstGeom prst="rect">
            <a:avLst/>
          </a:prstGeom>
        </p:spPr>
      </p:pic>
      <p:pic>
        <p:nvPicPr>
          <p:cNvPr id="344" name="Рисунок 34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2706" y="5511894"/>
            <a:ext cx="203628" cy="2880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Формирование промежуточных индексных баз</a:t>
            </a:r>
            <a:endParaRPr lang="ru-RU" sz="2400" dirty="0"/>
          </a:p>
        </p:txBody>
      </p:sp>
      <p:sp>
        <p:nvSpPr>
          <p:cNvPr id="109" name="TextBox 108"/>
          <p:cNvSpPr txBox="1"/>
          <p:nvPr/>
        </p:nvSpPr>
        <p:spPr>
          <a:xfrm>
            <a:off x="71384" y="4759251"/>
            <a:ext cx="14875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документов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642183" y="4623304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270209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Скругленный прямоугольник 37"/>
          <p:cNvSpPr/>
          <p:nvPr/>
        </p:nvSpPr>
        <p:spPr>
          <a:xfrm>
            <a:off x="2223719" y="1974411"/>
            <a:ext cx="7360630" cy="4243290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15</a:t>
            </a:fld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 idx="4294967295"/>
          </p:nvPr>
        </p:nvSpPr>
        <p:spPr>
          <a:xfrm>
            <a:off x="0" y="-14615"/>
            <a:ext cx="12192000" cy="922287"/>
          </a:xfrm>
        </p:spPr>
        <p:txBody>
          <a:bodyPr anchor="ctr" anchorCtr="1">
            <a:normAutofit/>
          </a:bodyPr>
          <a:lstStyle/>
          <a:p>
            <a:r>
              <a:rPr lang="ru-RU" sz="4000" dirty="0" smtClean="0"/>
              <a:t>Индексация документов в дополнительных</a:t>
            </a:r>
            <a:r>
              <a:rPr lang="en-US" sz="4000" dirty="0" smtClean="0"/>
              <a:t> </a:t>
            </a:r>
            <a:r>
              <a:rPr lang="ru-RU" sz="4000" dirty="0" smtClean="0"/>
              <a:t>потоках</a:t>
            </a:r>
            <a:endParaRPr lang="ru-RU" sz="4000" dirty="0"/>
          </a:p>
        </p:txBody>
      </p:sp>
      <p:sp>
        <p:nvSpPr>
          <p:cNvPr id="21" name="Стрелка вправо 20"/>
          <p:cNvSpPr/>
          <p:nvPr/>
        </p:nvSpPr>
        <p:spPr>
          <a:xfrm>
            <a:off x="4390720" y="277614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Овал 28"/>
          <p:cNvSpPr/>
          <p:nvPr/>
        </p:nvSpPr>
        <p:spPr>
          <a:xfrm>
            <a:off x="4978449" y="4248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0" name="Овал 29"/>
          <p:cNvSpPr/>
          <p:nvPr/>
        </p:nvSpPr>
        <p:spPr>
          <a:xfrm>
            <a:off x="4978449" y="4824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Овал 30"/>
          <p:cNvSpPr/>
          <p:nvPr/>
        </p:nvSpPr>
        <p:spPr>
          <a:xfrm>
            <a:off x="4978449" y="4536000"/>
            <a:ext cx="180000" cy="18000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TextBox 31"/>
          <p:cNvSpPr txBox="1"/>
          <p:nvPr/>
        </p:nvSpPr>
        <p:spPr>
          <a:xfrm>
            <a:off x="5116948" y="2280403"/>
            <a:ext cx="8905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Потоки</a:t>
            </a:r>
            <a:endParaRPr lang="ru-RU" dirty="0"/>
          </a:p>
        </p:txBody>
      </p:sp>
      <p:sp>
        <p:nvSpPr>
          <p:cNvPr id="40" name="TextBox 39"/>
          <p:cNvSpPr txBox="1"/>
          <p:nvPr/>
        </p:nvSpPr>
        <p:spPr>
          <a:xfrm>
            <a:off x="5454185" y="2896289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[0, b-1]</a:t>
            </a:r>
            <a:endParaRPr lang="ru-RU" dirty="0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0449" y="2772000"/>
            <a:ext cx="509064" cy="720000"/>
          </a:xfrm>
          <a:prstGeom prst="rect">
            <a:avLst/>
          </a:prstGeom>
        </p:spPr>
      </p:pic>
      <p:pic>
        <p:nvPicPr>
          <p:cNvPr id="45" name="Рисунок 4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2516667"/>
            <a:ext cx="763599" cy="10800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3256142"/>
            <a:ext cx="763598" cy="1080000"/>
          </a:xfrm>
          <a:prstGeom prst="rect">
            <a:avLst/>
          </a:prstGeom>
        </p:spPr>
      </p:pic>
      <p:pic>
        <p:nvPicPr>
          <p:cNvPr id="47" name="Рисунок 4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0449" y="4843583"/>
            <a:ext cx="763598" cy="1080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646286" y="5639377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 </a:t>
            </a:r>
            <a:endParaRPr lang="ru-RU" dirty="0"/>
          </a:p>
        </p:txBody>
      </p:sp>
      <p:cxnSp>
        <p:nvCxnSpPr>
          <p:cNvPr id="71" name="Прямая со стрелкой 70"/>
          <p:cNvCxnSpPr/>
          <p:nvPr/>
        </p:nvCxnSpPr>
        <p:spPr>
          <a:xfrm>
            <a:off x="3646449" y="2844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Прямая со стрелкой 72"/>
          <p:cNvCxnSpPr/>
          <p:nvPr/>
        </p:nvCxnSpPr>
        <p:spPr>
          <a:xfrm>
            <a:off x="3646449" y="331200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Прямая со стрелкой 73"/>
          <p:cNvCxnSpPr/>
          <p:nvPr/>
        </p:nvCxnSpPr>
        <p:spPr>
          <a:xfrm>
            <a:off x="3646449" y="358859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Прямая со стрелкой 74"/>
          <p:cNvCxnSpPr/>
          <p:nvPr/>
        </p:nvCxnSpPr>
        <p:spPr>
          <a:xfrm>
            <a:off x="3646449" y="4084512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Рисунок 7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1128" y="2772000"/>
            <a:ext cx="509064" cy="7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78273" y="5848368"/>
            <a:ext cx="360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 – </a:t>
            </a:r>
            <a:r>
              <a:rPr lang="ru-RU" dirty="0" smtClean="0"/>
              <a:t>количество баз в одном потоке</a:t>
            </a:r>
            <a:endParaRPr lang="ru-RU" dirty="0"/>
          </a:p>
        </p:txBody>
      </p:sp>
      <p:sp>
        <p:nvSpPr>
          <p:cNvPr id="124" name="Стрелка вправо 123"/>
          <p:cNvSpPr/>
          <p:nvPr/>
        </p:nvSpPr>
        <p:spPr>
          <a:xfrm>
            <a:off x="1282761" y="3897385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5" name="Стрелка вправо 124"/>
          <p:cNvSpPr/>
          <p:nvPr/>
        </p:nvSpPr>
        <p:spPr>
          <a:xfrm>
            <a:off x="9641981" y="3906324"/>
            <a:ext cx="90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Соединительная линия уступом 19"/>
          <p:cNvCxnSpPr/>
          <p:nvPr/>
        </p:nvCxnSpPr>
        <p:spPr>
          <a:xfrm rot="10800000">
            <a:off x="5373800" y="1693507"/>
            <a:ext cx="4419593" cy="2446194"/>
          </a:xfrm>
          <a:prstGeom prst="bentConnector3">
            <a:avLst>
              <a:gd name="adj1" fmla="val -56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Соединительная линия уступом 150"/>
          <p:cNvCxnSpPr/>
          <p:nvPr/>
        </p:nvCxnSpPr>
        <p:spPr>
          <a:xfrm rot="10800000" flipV="1">
            <a:off x="1689078" y="1693500"/>
            <a:ext cx="4543866" cy="2456851"/>
          </a:xfrm>
          <a:prstGeom prst="bentConnector3">
            <a:avLst>
              <a:gd name="adj1" fmla="val 99769"/>
            </a:avLst>
          </a:prstGeom>
          <a:ln w="1270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8" name="Рисунок 15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5428" y="2554124"/>
            <a:ext cx="1980000" cy="28004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9824934" y="3944280"/>
            <a:ext cx="566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</a:t>
            </a:r>
            <a:r>
              <a:rPr lang="ru-RU" dirty="0" smtClean="0"/>
              <a:t>=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05" name="Стрелка вправо 104"/>
          <p:cNvSpPr/>
          <p:nvPr/>
        </p:nvSpPr>
        <p:spPr>
          <a:xfrm>
            <a:off x="4400470" y="3521035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1" name="Рисунок 8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3492000"/>
            <a:ext cx="509064" cy="720000"/>
          </a:xfrm>
          <a:prstGeom prst="rect">
            <a:avLst/>
          </a:prstGeom>
        </p:spPr>
      </p:pic>
      <p:pic>
        <p:nvPicPr>
          <p:cNvPr id="43" name="Рисунок 4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2616" y="3492000"/>
            <a:ext cx="509064" cy="720000"/>
          </a:xfrm>
          <a:prstGeom prst="rect">
            <a:avLst/>
          </a:prstGeom>
        </p:spPr>
      </p:pic>
      <p:sp>
        <p:nvSpPr>
          <p:cNvPr id="149" name="Стрелка вправо 148"/>
          <p:cNvSpPr/>
          <p:nvPr/>
        </p:nvSpPr>
        <p:spPr>
          <a:xfrm>
            <a:off x="4404127" y="5098177"/>
            <a:ext cx="2520000" cy="612000"/>
          </a:xfrm>
          <a:prstGeom prst="rightArrow">
            <a:avLst>
              <a:gd name="adj1" fmla="val 100000"/>
              <a:gd name="adj2" fmla="val 50910"/>
            </a:avLst>
          </a:prstGeom>
          <a:solidFill>
            <a:schemeClr val="accent1">
              <a:alpha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455228" y="3638759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[b, b+b</a:t>
            </a:r>
            <a:r>
              <a:rPr lang="ru-RU" dirty="0" smtClean="0"/>
              <a:t>-</a:t>
            </a:r>
            <a:r>
              <a:rPr lang="en-US" dirty="0" smtClean="0"/>
              <a:t>1]</a:t>
            </a:r>
            <a:endParaRPr lang="ru-RU" dirty="0"/>
          </a:p>
        </p:txBody>
      </p:sp>
      <p:grpSp>
        <p:nvGrpSpPr>
          <p:cNvPr id="17" name="Группа 16"/>
          <p:cNvGrpSpPr/>
          <p:nvPr/>
        </p:nvGrpSpPr>
        <p:grpSpPr>
          <a:xfrm>
            <a:off x="2624999" y="2689726"/>
            <a:ext cx="979647" cy="3115052"/>
            <a:chOff x="2192841" y="1892719"/>
            <a:chExt cx="914273" cy="3115052"/>
          </a:xfrm>
        </p:grpSpPr>
        <p:sp>
          <p:nvSpPr>
            <p:cNvPr id="48" name="Прямоугольник 47"/>
            <p:cNvSpPr/>
            <p:nvPr/>
          </p:nvSpPr>
          <p:spPr>
            <a:xfrm>
              <a:off x="2196589" y="1915677"/>
              <a:ext cx="907136" cy="3060567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/>
            <p:cNvSpPr/>
            <p:nvPr/>
          </p:nvSpPr>
          <p:spPr>
            <a:xfrm>
              <a:off x="2199978" y="19131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/>
            <p:cNvSpPr/>
            <p:nvPr/>
          </p:nvSpPr>
          <p:spPr>
            <a:xfrm>
              <a:off x="2199977" y="2408658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6" name="Группа 15"/>
            <p:cNvGrpSpPr/>
            <p:nvPr/>
          </p:nvGrpSpPr>
          <p:grpSpPr>
            <a:xfrm>
              <a:off x="2299661" y="3638733"/>
              <a:ext cx="72000" cy="360000"/>
              <a:chOff x="1404000" y="4356000"/>
              <a:chExt cx="72000" cy="360000"/>
            </a:xfrm>
          </p:grpSpPr>
          <p:sp>
            <p:nvSpPr>
              <p:cNvPr id="67" name="Овал 66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8" name="Овал 67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9" name="Овал 68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99" name="Рисунок 9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2926" y="1892719"/>
              <a:ext cx="203626" cy="288000"/>
            </a:xfrm>
            <a:prstGeom prst="rect">
              <a:avLst/>
            </a:prstGeom>
          </p:spPr>
        </p:pic>
        <p:pic>
          <p:nvPicPr>
            <p:cNvPr id="102" name="Рисунок 101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8011" y="2399089"/>
              <a:ext cx="208539" cy="288000"/>
            </a:xfrm>
            <a:prstGeom prst="rect">
              <a:avLst/>
            </a:prstGeom>
          </p:spPr>
        </p:pic>
        <p:sp>
          <p:nvSpPr>
            <p:cNvPr id="103" name="Прямоугольник 102"/>
            <p:cNvSpPr/>
            <p:nvPr/>
          </p:nvSpPr>
          <p:spPr>
            <a:xfrm>
              <a:off x="2198812" y="215963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" name="Группа 14"/>
            <p:cNvGrpSpPr/>
            <p:nvPr/>
          </p:nvGrpSpPr>
          <p:grpSpPr>
            <a:xfrm>
              <a:off x="2307160" y="2252520"/>
              <a:ext cx="360000" cy="74369"/>
              <a:chOff x="1224000" y="2173076"/>
              <a:chExt cx="360000" cy="74369"/>
            </a:xfrm>
          </p:grpSpPr>
          <p:sp>
            <p:nvSpPr>
              <p:cNvPr id="61" name="Овал 60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63" name="Овал 62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00" name="Овал 99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31" name="Прямоугольник 130"/>
            <p:cNvSpPr/>
            <p:nvPr/>
          </p:nvSpPr>
          <p:spPr>
            <a:xfrm>
              <a:off x="2198921" y="42338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2" name="Прямоугольник 131"/>
            <p:cNvSpPr/>
            <p:nvPr/>
          </p:nvSpPr>
          <p:spPr>
            <a:xfrm>
              <a:off x="2198921" y="4729345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3" name="Рисунок 13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4223234"/>
              <a:ext cx="203626" cy="288000"/>
            </a:xfrm>
            <a:prstGeom prst="rect">
              <a:avLst/>
            </a:prstGeom>
          </p:spPr>
        </p:pic>
        <p:pic>
          <p:nvPicPr>
            <p:cNvPr id="134" name="Рисунок 13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26957" y="4719771"/>
              <a:ext cx="208539" cy="288000"/>
            </a:xfrm>
            <a:prstGeom prst="rect">
              <a:avLst/>
            </a:prstGeom>
          </p:spPr>
        </p:pic>
        <p:sp>
          <p:nvSpPr>
            <p:cNvPr id="135" name="Прямоугольник 134"/>
            <p:cNvSpPr/>
            <p:nvPr/>
          </p:nvSpPr>
          <p:spPr>
            <a:xfrm>
              <a:off x="2197757" y="4480322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36" name="Группа 135"/>
            <p:cNvGrpSpPr/>
            <p:nvPr/>
          </p:nvGrpSpPr>
          <p:grpSpPr>
            <a:xfrm>
              <a:off x="2310552" y="4572484"/>
              <a:ext cx="360000" cy="74369"/>
              <a:chOff x="1224000" y="2173076"/>
              <a:chExt cx="360000" cy="74369"/>
            </a:xfrm>
          </p:grpSpPr>
          <p:sp>
            <p:nvSpPr>
              <p:cNvPr id="137" name="Овал 136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8" name="Овал 137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9" name="Овал 138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140" name="Прямоугольник 139"/>
            <p:cNvSpPr/>
            <p:nvPr/>
          </p:nvSpPr>
          <p:spPr>
            <a:xfrm>
              <a:off x="2194006" y="26557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1" name="Прямоугольник 140"/>
            <p:cNvSpPr/>
            <p:nvPr/>
          </p:nvSpPr>
          <p:spPr>
            <a:xfrm>
              <a:off x="2194007" y="3151267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2" name="Рисунок 141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6784" y="2645156"/>
              <a:ext cx="203626" cy="288000"/>
            </a:xfrm>
            <a:prstGeom prst="rect">
              <a:avLst/>
            </a:prstGeom>
          </p:spPr>
        </p:pic>
        <p:pic>
          <p:nvPicPr>
            <p:cNvPr id="143" name="Рисунок 142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31873" y="3141693"/>
              <a:ext cx="208539" cy="288000"/>
            </a:xfrm>
            <a:prstGeom prst="rect">
              <a:avLst/>
            </a:prstGeom>
          </p:spPr>
        </p:pic>
        <p:sp>
          <p:nvSpPr>
            <p:cNvPr id="144" name="Прямоугольник 143"/>
            <p:cNvSpPr/>
            <p:nvPr/>
          </p:nvSpPr>
          <p:spPr>
            <a:xfrm>
              <a:off x="2192841" y="2902244"/>
              <a:ext cx="907136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45" name="Группа 144"/>
            <p:cNvGrpSpPr/>
            <p:nvPr/>
          </p:nvGrpSpPr>
          <p:grpSpPr>
            <a:xfrm>
              <a:off x="2305637" y="2994406"/>
              <a:ext cx="360000" cy="74369"/>
              <a:chOff x="1224000" y="2173076"/>
              <a:chExt cx="360000" cy="74369"/>
            </a:xfrm>
          </p:grpSpPr>
          <p:sp>
            <p:nvSpPr>
              <p:cNvPr id="146" name="Овал 145"/>
              <p:cNvSpPr/>
              <p:nvPr/>
            </p:nvSpPr>
            <p:spPr>
              <a:xfrm>
                <a:off x="1512000" y="2174477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7" name="Овал 146"/>
              <p:cNvSpPr/>
              <p:nvPr/>
            </p:nvSpPr>
            <p:spPr>
              <a:xfrm>
                <a:off x="1224000" y="2175445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48" name="Овал 147"/>
              <p:cNvSpPr/>
              <p:nvPr/>
            </p:nvSpPr>
            <p:spPr>
              <a:xfrm>
                <a:off x="1368000" y="2173076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</p:grpSp>
      <p:cxnSp>
        <p:nvCxnSpPr>
          <p:cNvPr id="150" name="Прямая со стрелкой 149"/>
          <p:cNvCxnSpPr/>
          <p:nvPr/>
        </p:nvCxnSpPr>
        <p:spPr>
          <a:xfrm>
            <a:off x="3646449" y="5161150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Прямая со стрелкой 151"/>
          <p:cNvCxnSpPr/>
          <p:nvPr/>
        </p:nvCxnSpPr>
        <p:spPr>
          <a:xfrm>
            <a:off x="3646449" y="5657677"/>
            <a:ext cx="720000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Рисунок 4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5464" y="5076000"/>
            <a:ext cx="509064" cy="720000"/>
          </a:xfrm>
          <a:prstGeom prst="rect">
            <a:avLst/>
          </a:prstGeom>
        </p:spPr>
      </p:pic>
      <p:pic>
        <p:nvPicPr>
          <p:cNvPr id="82" name="Рисунок 8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0449" y="5076000"/>
            <a:ext cx="509064" cy="7200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458249" y="5215832"/>
            <a:ext cx="1420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ID: [n+1-b, n]</a:t>
            </a:r>
            <a:endParaRPr lang="ru-RU" dirty="0"/>
          </a:p>
        </p:txBody>
      </p:sp>
      <p:grpSp>
        <p:nvGrpSpPr>
          <p:cNvPr id="18" name="Группа 17"/>
          <p:cNvGrpSpPr/>
          <p:nvPr/>
        </p:nvGrpSpPr>
        <p:grpSpPr>
          <a:xfrm>
            <a:off x="8433904" y="3437206"/>
            <a:ext cx="975389" cy="1625451"/>
            <a:chOff x="8276594" y="2286832"/>
            <a:chExt cx="975389" cy="1625451"/>
          </a:xfrm>
        </p:grpSpPr>
        <p:sp>
          <p:nvSpPr>
            <p:cNvPr id="154" name="Прямоугольник 153"/>
            <p:cNvSpPr/>
            <p:nvPr/>
          </p:nvSpPr>
          <p:spPr>
            <a:xfrm>
              <a:off x="8276594" y="2305201"/>
              <a:ext cx="972000" cy="158169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5" name="Прямоугольник 154"/>
            <p:cNvSpPr/>
            <p:nvPr/>
          </p:nvSpPr>
          <p:spPr>
            <a:xfrm>
              <a:off x="8279983" y="2297437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grpSp>
          <p:nvGrpSpPr>
            <p:cNvPr id="157" name="Группа 156"/>
            <p:cNvGrpSpPr/>
            <p:nvPr/>
          </p:nvGrpSpPr>
          <p:grpSpPr>
            <a:xfrm>
              <a:off x="8379666" y="3029952"/>
              <a:ext cx="72000" cy="360000"/>
              <a:chOff x="1404000" y="4356000"/>
              <a:chExt cx="72000" cy="360000"/>
            </a:xfrm>
          </p:grpSpPr>
          <p:sp>
            <p:nvSpPr>
              <p:cNvPr id="184" name="Овал 183"/>
              <p:cNvSpPr/>
              <p:nvPr/>
            </p:nvSpPr>
            <p:spPr>
              <a:xfrm>
                <a:off x="1404000" y="4356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5" name="Овал 184"/>
              <p:cNvSpPr/>
              <p:nvPr/>
            </p:nvSpPr>
            <p:spPr>
              <a:xfrm>
                <a:off x="1404000" y="4644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86" name="Овал 185"/>
              <p:cNvSpPr/>
              <p:nvPr/>
            </p:nvSpPr>
            <p:spPr>
              <a:xfrm>
                <a:off x="1404000" y="4500000"/>
                <a:ext cx="72000" cy="72000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pic>
          <p:nvPicPr>
            <p:cNvPr id="159" name="Рисунок 15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1590" y="2286832"/>
              <a:ext cx="203626" cy="288000"/>
            </a:xfrm>
            <a:prstGeom prst="rect">
              <a:avLst/>
            </a:prstGeom>
          </p:spPr>
        </p:pic>
        <p:sp>
          <p:nvSpPr>
            <p:cNvPr id="161" name="Прямоугольник 160"/>
            <p:cNvSpPr/>
            <p:nvPr/>
          </p:nvSpPr>
          <p:spPr>
            <a:xfrm>
              <a:off x="8278818" y="2543914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3" name="Прямоугольник 162"/>
            <p:cNvSpPr/>
            <p:nvPr/>
          </p:nvSpPr>
          <p:spPr>
            <a:xfrm>
              <a:off x="8278927" y="3634892"/>
              <a:ext cx="972000" cy="2520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65" name="Рисунок 16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536" y="3624283"/>
              <a:ext cx="203626" cy="288000"/>
            </a:xfrm>
            <a:prstGeom prst="rect">
              <a:avLst/>
            </a:prstGeom>
          </p:spPr>
        </p:pic>
        <p:pic>
          <p:nvPicPr>
            <p:cNvPr id="160" name="Рисунок 15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6672" y="2527733"/>
              <a:ext cx="208539" cy="288000"/>
            </a:xfrm>
            <a:prstGeom prst="rect">
              <a:avLst/>
            </a:prstGeom>
          </p:spPr>
        </p:pic>
      </p:grpSp>
      <p:cxnSp>
        <p:nvCxnSpPr>
          <p:cNvPr id="187" name="Прямая со стрелкой 186"/>
          <p:cNvCxnSpPr/>
          <p:nvPr/>
        </p:nvCxnSpPr>
        <p:spPr>
          <a:xfrm>
            <a:off x="7642449" y="3041232"/>
            <a:ext cx="630182" cy="539974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 стрелкой 187"/>
          <p:cNvCxnSpPr/>
          <p:nvPr/>
        </p:nvCxnSpPr>
        <p:spPr>
          <a:xfrm flipV="1">
            <a:off x="7642449" y="3827035"/>
            <a:ext cx="648000" cy="2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Прямая со стрелкой 188"/>
          <p:cNvCxnSpPr/>
          <p:nvPr/>
        </p:nvCxnSpPr>
        <p:spPr>
          <a:xfrm flipV="1">
            <a:off x="7642449" y="4918657"/>
            <a:ext cx="648000" cy="46736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2576827" y="265069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28" name="TextBox 127"/>
          <p:cNvSpPr txBox="1"/>
          <p:nvPr/>
        </p:nvSpPr>
        <p:spPr>
          <a:xfrm>
            <a:off x="2571912" y="3137400"/>
            <a:ext cx="49404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b-1</a:t>
            </a:r>
            <a:endParaRPr lang="ru-RU" dirty="0"/>
          </a:p>
        </p:txBody>
      </p:sp>
      <p:sp>
        <p:nvSpPr>
          <p:cNvPr id="129" name="TextBox 128"/>
          <p:cNvSpPr txBox="1"/>
          <p:nvPr/>
        </p:nvSpPr>
        <p:spPr>
          <a:xfrm>
            <a:off x="2576829" y="3397950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130" name="TextBox 129"/>
          <p:cNvSpPr txBox="1"/>
          <p:nvPr/>
        </p:nvSpPr>
        <p:spPr>
          <a:xfrm>
            <a:off x="2571913" y="3884643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b+b</a:t>
            </a:r>
            <a:r>
              <a:rPr lang="ru-RU" dirty="0" smtClean="0"/>
              <a:t>-</a:t>
            </a:r>
            <a:r>
              <a:rPr lang="en-US" dirty="0" smtClean="0"/>
              <a:t>1</a:t>
            </a:r>
            <a:endParaRPr lang="ru-RU" dirty="0"/>
          </a:p>
        </p:txBody>
      </p:sp>
      <p:sp>
        <p:nvSpPr>
          <p:cNvPr id="153" name="TextBox 152"/>
          <p:cNvSpPr txBox="1"/>
          <p:nvPr/>
        </p:nvSpPr>
        <p:spPr>
          <a:xfrm>
            <a:off x="2571913" y="4976024"/>
            <a:ext cx="731290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n+1-b</a:t>
            </a:r>
            <a:endParaRPr lang="ru-RU" dirty="0"/>
          </a:p>
        </p:txBody>
      </p:sp>
      <p:sp>
        <p:nvSpPr>
          <p:cNvPr id="162" name="TextBox 161"/>
          <p:cNvSpPr txBox="1"/>
          <p:nvPr/>
        </p:nvSpPr>
        <p:spPr>
          <a:xfrm>
            <a:off x="2576830" y="5462721"/>
            <a:ext cx="306494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n</a:t>
            </a:r>
            <a:endParaRPr lang="ru-RU" dirty="0"/>
          </a:p>
        </p:txBody>
      </p:sp>
      <p:sp>
        <p:nvSpPr>
          <p:cNvPr id="181" name="TextBox 180"/>
          <p:cNvSpPr txBox="1"/>
          <p:nvPr/>
        </p:nvSpPr>
        <p:spPr>
          <a:xfrm>
            <a:off x="8382798" y="3393039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 smtClean="0"/>
              <a:t>0</a:t>
            </a:r>
            <a:endParaRPr lang="ru-RU" dirty="0"/>
          </a:p>
        </p:txBody>
      </p:sp>
      <p:sp>
        <p:nvSpPr>
          <p:cNvPr id="182" name="TextBox 181"/>
          <p:cNvSpPr txBox="1"/>
          <p:nvPr/>
        </p:nvSpPr>
        <p:spPr>
          <a:xfrm>
            <a:off x="8387716" y="3643760"/>
            <a:ext cx="301686" cy="369332"/>
          </a:xfrm>
          <a:prstGeom prst="rect">
            <a:avLst/>
          </a:prstGeom>
          <a:noFill/>
        </p:spPr>
        <p:txBody>
          <a:bodyPr wrap="none" rtlCol="0" anchor="ctr" anchorCtr="0">
            <a:spAutoFit/>
          </a:bodyPr>
          <a:lstStyle/>
          <a:p>
            <a:r>
              <a:rPr lang="en-US" dirty="0"/>
              <a:t>1</a:t>
            </a:r>
            <a:endParaRPr lang="ru-RU" dirty="0"/>
          </a:p>
        </p:txBody>
      </p:sp>
      <p:sp>
        <p:nvSpPr>
          <p:cNvPr id="91" name="TextBox 90"/>
          <p:cNvSpPr txBox="1"/>
          <p:nvPr/>
        </p:nvSpPr>
        <p:spPr>
          <a:xfrm>
            <a:off x="8382613" y="4714385"/>
            <a:ext cx="10390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ɾ</a:t>
            </a:r>
            <a:r>
              <a:rPr lang="ru-RU" dirty="0" smtClean="0"/>
              <a:t>(</a:t>
            </a:r>
            <a:r>
              <a:rPr lang="en-US" dirty="0" smtClean="0"/>
              <a:t>n+1</a:t>
            </a:r>
            <a:r>
              <a:rPr lang="ru-RU" dirty="0" smtClean="0"/>
              <a:t>)</a:t>
            </a:r>
            <a:r>
              <a:rPr lang="en-US" dirty="0" smtClean="0"/>
              <a:t>/bɿ</a:t>
            </a:r>
            <a:endParaRPr lang="ru-RU" dirty="0"/>
          </a:p>
          <a:p>
            <a:endParaRPr lang="ru-RU" dirty="0"/>
          </a:p>
        </p:txBody>
      </p:sp>
      <p:sp>
        <p:nvSpPr>
          <p:cNvPr id="3" name="TextBox 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Слияние промежуточных индексных баз</a:t>
            </a:r>
            <a:endParaRPr lang="ru-RU" sz="2400" dirty="0"/>
          </a:p>
        </p:txBody>
      </p:sp>
      <p:cxnSp>
        <p:nvCxnSpPr>
          <p:cNvPr id="10" name="Прямая соединительная линия 9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" name="Группа 10"/>
          <p:cNvGrpSpPr/>
          <p:nvPr/>
        </p:nvGrpSpPr>
        <p:grpSpPr>
          <a:xfrm>
            <a:off x="4798449" y="3204000"/>
            <a:ext cx="293148" cy="72000"/>
            <a:chOff x="4356000" y="3204000"/>
            <a:chExt cx="293148" cy="72000"/>
          </a:xfrm>
        </p:grpSpPr>
        <p:sp>
          <p:nvSpPr>
            <p:cNvPr id="183" name="Овал 182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1" name="Овал 190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2" name="Овал 191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3" name="Группа 192"/>
          <p:cNvGrpSpPr/>
          <p:nvPr/>
        </p:nvGrpSpPr>
        <p:grpSpPr>
          <a:xfrm>
            <a:off x="4793533" y="3916838"/>
            <a:ext cx="293148" cy="72000"/>
            <a:chOff x="4356000" y="3204000"/>
            <a:chExt cx="293148" cy="72000"/>
          </a:xfrm>
        </p:grpSpPr>
        <p:sp>
          <p:nvSpPr>
            <p:cNvPr id="194" name="Овал 193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5" name="Овал 194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6" name="Овал 195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97" name="Группа 196"/>
          <p:cNvGrpSpPr/>
          <p:nvPr/>
        </p:nvGrpSpPr>
        <p:grpSpPr>
          <a:xfrm>
            <a:off x="4798449" y="5504751"/>
            <a:ext cx="293148" cy="72000"/>
            <a:chOff x="4356000" y="3204000"/>
            <a:chExt cx="293148" cy="72000"/>
          </a:xfrm>
        </p:grpSpPr>
        <p:sp>
          <p:nvSpPr>
            <p:cNvPr id="198" name="Овал 197"/>
            <p:cNvSpPr/>
            <p:nvPr/>
          </p:nvSpPr>
          <p:spPr>
            <a:xfrm>
              <a:off x="4356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9" name="Овал 198"/>
            <p:cNvSpPr/>
            <p:nvPr/>
          </p:nvSpPr>
          <p:spPr>
            <a:xfrm>
              <a:off x="4572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0" name="Овал 199"/>
            <p:cNvSpPr/>
            <p:nvPr/>
          </p:nvSpPr>
          <p:spPr>
            <a:xfrm>
              <a:off x="4464000" y="3204000"/>
              <a:ext cx="77148" cy="72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01" name="TextBox 200"/>
          <p:cNvSpPr txBox="1"/>
          <p:nvPr/>
        </p:nvSpPr>
        <p:spPr>
          <a:xfrm>
            <a:off x="2596965" y="2239974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383774" y="2983200"/>
            <a:ext cx="10064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</a:p>
        </p:txBody>
      </p:sp>
      <p:pic>
        <p:nvPicPr>
          <p:cNvPr id="12" name="Рисунок 1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7806" y="3389258"/>
            <a:ext cx="1980000" cy="1399933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-75009" y="4623305"/>
            <a:ext cx="163815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индексных баз</a:t>
            </a:r>
            <a:endParaRPr lang="ru-RU" sz="1000" dirty="0"/>
          </a:p>
        </p:txBody>
      </p:sp>
      <p:sp>
        <p:nvSpPr>
          <p:cNvPr id="116" name="TextBox 115"/>
          <p:cNvSpPr txBox="1"/>
          <p:nvPr/>
        </p:nvSpPr>
        <p:spPr>
          <a:xfrm>
            <a:off x="10797640" y="4815859"/>
            <a:ext cx="90762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б</a:t>
            </a:r>
            <a:r>
              <a:rPr lang="ru-RU" sz="1000" dirty="0" smtClean="0"/>
              <a:t>аза индекса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2217447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16</a:t>
            </a:fld>
            <a:endParaRPr lang="ru-RU"/>
          </a:p>
        </p:txBody>
      </p:sp>
      <p:graphicFrame>
        <p:nvGraphicFramePr>
          <p:cNvPr id="5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97024789"/>
              </p:ext>
            </p:extLst>
          </p:nvPr>
        </p:nvGraphicFramePr>
        <p:xfrm>
          <a:off x="342901" y="1981507"/>
          <a:ext cx="3600450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67063" y="4873723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7,1 раза</a:t>
            </a:r>
            <a:endParaRPr lang="ru-RU" dirty="0"/>
          </a:p>
        </p:txBody>
      </p:sp>
      <p:graphicFrame>
        <p:nvGraphicFramePr>
          <p:cNvPr id="7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24739392"/>
              </p:ext>
            </p:extLst>
          </p:nvPr>
        </p:nvGraphicFramePr>
        <p:xfrm>
          <a:off x="4302124" y="1981507"/>
          <a:ext cx="3590925" cy="27704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925865" y="4875768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7,5 раза</a:t>
            </a:r>
            <a:endParaRPr lang="ru-RU" dirty="0"/>
          </a:p>
        </p:txBody>
      </p:sp>
      <p:graphicFrame>
        <p:nvGraphicFramePr>
          <p:cNvPr id="9" name="Объект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964504"/>
              </p:ext>
            </p:extLst>
          </p:nvPr>
        </p:nvGraphicFramePr>
        <p:xfrm>
          <a:off x="8251822" y="2002452"/>
          <a:ext cx="3615087" cy="2749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887244" y="4877107"/>
            <a:ext cx="2343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7,2 раза</a:t>
            </a:r>
            <a:endParaRPr lang="ru-RU" dirty="0"/>
          </a:p>
        </p:txBody>
      </p:sp>
      <p:sp>
        <p:nvSpPr>
          <p:cNvPr id="11" name="TextBox 10"/>
          <p:cNvSpPr txBox="1"/>
          <p:nvPr/>
        </p:nvSpPr>
        <p:spPr>
          <a:xfrm>
            <a:off x="0" y="892359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индексация </a:t>
            </a:r>
            <a:r>
              <a:rPr lang="ru-RU" sz="2400" dirty="0" smtClean="0"/>
              <a:t>документов в дополнительных потоках </a:t>
            </a:r>
            <a:r>
              <a:rPr lang="en-US" sz="2400" dirty="0"/>
              <a:t>(</a:t>
            </a:r>
            <a:r>
              <a:rPr lang="ru-RU" sz="2400" dirty="0"/>
              <a:t>разный объём </a:t>
            </a:r>
            <a:r>
              <a:rPr lang="ru-RU" sz="2400" dirty="0" smtClean="0"/>
              <a:t>баз</a:t>
            </a:r>
            <a:r>
              <a:rPr lang="en-US" sz="2400" dirty="0" smtClean="0"/>
              <a:t>)</a:t>
            </a:r>
            <a:endParaRPr lang="ru-RU" sz="2400" dirty="0"/>
          </a:p>
        </p:txBody>
      </p:sp>
      <p:sp>
        <p:nvSpPr>
          <p:cNvPr id="12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3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Проблема индексации большого количества документов</a:t>
            </a:r>
          </a:p>
        </p:txBody>
      </p:sp>
      <p:cxnSp>
        <p:nvCxnSpPr>
          <p:cNvPr id="14" name="Прямая соединительная линия 13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45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17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7081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18</a:t>
            </a:fld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Формирование базы индекса напрямую чтением файлов документов</a:t>
            </a:r>
            <a:endParaRPr lang="ru-RU" sz="2400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8" name="Прямая соединительная линия 7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Стрелка вправо 8"/>
          <p:cNvSpPr/>
          <p:nvPr/>
        </p:nvSpPr>
        <p:spPr>
          <a:xfrm>
            <a:off x="2542440" y="2977268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Стрелка вправо 9"/>
          <p:cNvSpPr/>
          <p:nvPr/>
        </p:nvSpPr>
        <p:spPr>
          <a:xfrm>
            <a:off x="4486392" y="2980482"/>
            <a:ext cx="5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8" name="Группа 17"/>
          <p:cNvGrpSpPr/>
          <p:nvPr/>
        </p:nvGrpSpPr>
        <p:grpSpPr>
          <a:xfrm>
            <a:off x="700954" y="1628446"/>
            <a:ext cx="1800000" cy="1800000"/>
            <a:chOff x="6093193" y="1986699"/>
            <a:chExt cx="1440000" cy="1442301"/>
          </a:xfrm>
        </p:grpSpPr>
        <p:grpSp>
          <p:nvGrpSpPr>
            <p:cNvPr id="19" name="Группа 1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21" name="Скругленный прямоугольник 2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2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/>
                  <a:t>ConverterJSON</a:t>
                </a:r>
                <a:endParaRPr lang="ru-RU" b="1" kern="1200" dirty="0"/>
              </a:p>
            </p:txBody>
          </p:sp>
        </p:grpSp>
        <p:sp>
          <p:nvSpPr>
            <p:cNvPr id="20" name="Прямоугольник 1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Получить </a:t>
              </a:r>
              <a:r>
                <a:rPr lang="ru-RU" sz="1100" dirty="0" smtClean="0">
                  <a:solidFill>
                    <a:schemeClr val="tx1"/>
                  </a:solidFill>
                </a:rPr>
                <a:t>список путей </a:t>
              </a:r>
              <a:r>
                <a:rPr lang="ru-RU" sz="1100" dirty="0">
                  <a:solidFill>
                    <a:schemeClr val="tx1"/>
                  </a:solidFill>
                </a:rPr>
                <a:t>файлов документов</a:t>
              </a:r>
            </a:p>
          </p:txBody>
        </p:sp>
      </p:grpSp>
      <p:grpSp>
        <p:nvGrpSpPr>
          <p:cNvPr id="28" name="Группа 27"/>
          <p:cNvGrpSpPr/>
          <p:nvPr/>
        </p:nvGrpSpPr>
        <p:grpSpPr>
          <a:xfrm>
            <a:off x="693173" y="4148013"/>
            <a:ext cx="1800000" cy="1800000"/>
            <a:chOff x="6093193" y="1986699"/>
            <a:chExt cx="1440000" cy="1442301"/>
          </a:xfrm>
        </p:grpSpPr>
        <p:grpSp>
          <p:nvGrpSpPr>
            <p:cNvPr id="29" name="Группа 28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1" name="Скругленный прямоугольник 30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32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lvl="0" algn="ctr" defTabSz="75565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dirty="0" smtClean="0"/>
                  <a:t>InvertedIndex</a:t>
                </a:r>
                <a:endParaRPr lang="ru-RU" dirty="0"/>
              </a:p>
              <a:p>
                <a:pPr lvl="0"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b="1" kern="1200" dirty="0"/>
              </a:p>
            </p:txBody>
          </p:sp>
        </p:grpSp>
        <p:sp>
          <p:nvSpPr>
            <p:cNvPr id="30" name="Прямоугольник 29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r>
                <a:rPr lang="ru-RU" sz="1100" dirty="0">
                  <a:solidFill>
                    <a:schemeClr val="tx1"/>
                  </a:solidFill>
                </a:rPr>
                <a:t>Обновить базу инвертированных индексов</a:t>
              </a:r>
            </a:p>
          </p:txBody>
        </p:sp>
      </p:grpSp>
      <p:sp>
        <p:nvSpPr>
          <p:cNvPr id="33" name="Полилиния 32"/>
          <p:cNvSpPr/>
          <p:nvPr/>
        </p:nvSpPr>
        <p:spPr>
          <a:xfrm>
            <a:off x="9727717" y="4431218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</a:t>
            </a:r>
            <a:r>
              <a:rPr lang="ru-RU" sz="800" dirty="0" smtClean="0">
                <a:solidFill>
                  <a:schemeClr val="tx1"/>
                </a:solidFill>
              </a:rPr>
              <a:t>путей файлов документов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4" name="Полилиния 33"/>
          <p:cNvSpPr/>
          <p:nvPr/>
        </p:nvSpPr>
        <p:spPr>
          <a:xfrm>
            <a:off x="9727717" y="4736150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инвертированных индексов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5" name="Овал 34"/>
          <p:cNvSpPr/>
          <p:nvPr/>
        </p:nvSpPr>
        <p:spPr>
          <a:xfrm>
            <a:off x="9610301" y="4736151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6" name="Полилиния 35"/>
          <p:cNvSpPr/>
          <p:nvPr/>
        </p:nvSpPr>
        <p:spPr>
          <a:xfrm>
            <a:off x="9727717" y="5041081"/>
            <a:ext cx="2334217" cy="234834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1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Обновить базу запросов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7" name="Овал 36"/>
          <p:cNvSpPr/>
          <p:nvPr/>
        </p:nvSpPr>
        <p:spPr>
          <a:xfrm>
            <a:off x="9610301" y="5041082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38" name="Полилиния 37"/>
          <p:cNvSpPr/>
          <p:nvPr/>
        </p:nvSpPr>
        <p:spPr>
          <a:xfrm>
            <a:off x="9727717" y="5346013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Рассчитать релевантность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39" name="Овал 38"/>
          <p:cNvSpPr/>
          <p:nvPr/>
        </p:nvSpPr>
        <p:spPr>
          <a:xfrm>
            <a:off x="9610301" y="5346014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0" name="Полилиния 39"/>
          <p:cNvSpPr/>
          <p:nvPr/>
        </p:nvSpPr>
        <p:spPr>
          <a:xfrm>
            <a:off x="9727717" y="5650944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Сформировать </a:t>
            </a:r>
            <a:r>
              <a:rPr lang="en-US" sz="800" kern="1200" dirty="0" smtClean="0">
                <a:solidFill>
                  <a:schemeClr val="tx1"/>
                </a:solidFill>
              </a:rPr>
              <a:t>JSON-</a:t>
            </a:r>
            <a:r>
              <a:rPr lang="ru-RU" sz="800" kern="1200" dirty="0" smtClean="0">
                <a:solidFill>
                  <a:schemeClr val="tx1"/>
                </a:solidFill>
              </a:rPr>
              <a:t>объект результатов поиска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1" name="Овал 40"/>
          <p:cNvSpPr/>
          <p:nvPr/>
        </p:nvSpPr>
        <p:spPr>
          <a:xfrm>
            <a:off x="9610301" y="5650945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sp>
        <p:nvSpPr>
          <p:cNvPr id="42" name="Полилиния 41"/>
          <p:cNvSpPr/>
          <p:nvPr/>
        </p:nvSpPr>
        <p:spPr>
          <a:xfrm>
            <a:off x="9727717" y="5955876"/>
            <a:ext cx="2334217" cy="234833"/>
          </a:xfrm>
          <a:custGeom>
            <a:avLst/>
            <a:gdLst>
              <a:gd name="connsiteX0" fmla="*/ 0 w 2334217"/>
              <a:gd name="connsiteY0" fmla="*/ 0 h 234832"/>
              <a:gd name="connsiteX1" fmla="*/ 2216801 w 2334217"/>
              <a:gd name="connsiteY1" fmla="*/ 0 h 234832"/>
              <a:gd name="connsiteX2" fmla="*/ 2334217 w 2334217"/>
              <a:gd name="connsiteY2" fmla="*/ 117416 h 234832"/>
              <a:gd name="connsiteX3" fmla="*/ 2216801 w 2334217"/>
              <a:gd name="connsiteY3" fmla="*/ 234832 h 234832"/>
              <a:gd name="connsiteX4" fmla="*/ 0 w 2334217"/>
              <a:gd name="connsiteY4" fmla="*/ 234832 h 234832"/>
              <a:gd name="connsiteX5" fmla="*/ 0 w 2334217"/>
              <a:gd name="connsiteY5" fmla="*/ 0 h 234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334217" h="234832">
                <a:moveTo>
                  <a:pt x="2334217" y="234831"/>
                </a:moveTo>
                <a:lnTo>
                  <a:pt x="117416" y="234831"/>
                </a:lnTo>
                <a:lnTo>
                  <a:pt x="0" y="117416"/>
                </a:lnTo>
                <a:lnTo>
                  <a:pt x="117416" y="1"/>
                </a:lnTo>
                <a:lnTo>
                  <a:pt x="2334217" y="1"/>
                </a:lnTo>
                <a:lnTo>
                  <a:pt x="2334217" y="234831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62263" tIns="30481" rIns="56896" bIns="30480" numCol="1" spcCol="1270" anchor="ctr" anchorCtr="0">
            <a:noAutofit/>
          </a:bodyPr>
          <a:lstStyle/>
          <a:p>
            <a:pPr lvl="0" algn="ctr" defTabSz="3556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ru-RU" sz="800" kern="1200" dirty="0" smtClean="0">
                <a:solidFill>
                  <a:schemeClr val="tx1"/>
                </a:solidFill>
              </a:rPr>
              <a:t>Записать файл ответов</a:t>
            </a:r>
            <a:endParaRPr lang="ru-RU" sz="800" kern="1200" dirty="0">
              <a:solidFill>
                <a:schemeClr val="tx1"/>
              </a:solidFill>
            </a:endParaRPr>
          </a:p>
        </p:txBody>
      </p:sp>
      <p:sp>
        <p:nvSpPr>
          <p:cNvPr id="43" name="Овал 42"/>
          <p:cNvSpPr/>
          <p:nvPr/>
        </p:nvSpPr>
        <p:spPr>
          <a:xfrm>
            <a:off x="9610301" y="5955877"/>
            <a:ext cx="234832" cy="234832"/>
          </a:xfrm>
          <a:prstGeom prst="ellipse">
            <a:avLst/>
          </a:pr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</p:sp>
      <p:grpSp>
        <p:nvGrpSpPr>
          <p:cNvPr id="44" name="Группа 43"/>
          <p:cNvGrpSpPr/>
          <p:nvPr/>
        </p:nvGrpSpPr>
        <p:grpSpPr>
          <a:xfrm>
            <a:off x="9590382" y="4369278"/>
            <a:ext cx="254751" cy="360000"/>
            <a:chOff x="9590382" y="4369278"/>
            <a:chExt cx="254751" cy="360000"/>
          </a:xfrm>
        </p:grpSpPr>
        <p:sp>
          <p:nvSpPr>
            <p:cNvPr id="45" name="Овал 44"/>
            <p:cNvSpPr/>
            <p:nvPr/>
          </p:nvSpPr>
          <p:spPr>
            <a:xfrm>
              <a:off x="9610301" y="4438272"/>
              <a:ext cx="234832" cy="234832"/>
            </a:xfrm>
            <a:prstGeom prst="ellipse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tint val="5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90382" y="4369278"/>
              <a:ext cx="254532" cy="360000"/>
            </a:xfrm>
            <a:prstGeom prst="rect">
              <a:avLst/>
            </a:prstGeom>
          </p:spPr>
        </p:pic>
      </p:grpSp>
      <p:pic>
        <p:nvPicPr>
          <p:cNvPr id="47" name="Рисунок 46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991" y="4665014"/>
            <a:ext cx="254532" cy="360000"/>
          </a:xfrm>
          <a:prstGeom prst="rect">
            <a:avLst/>
          </a:prstGeom>
        </p:spPr>
      </p:pic>
      <p:pic>
        <p:nvPicPr>
          <p:cNvPr id="49" name="Рисунок 4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848" y="1886719"/>
            <a:ext cx="1399929" cy="1980000"/>
          </a:xfrm>
          <a:prstGeom prst="rect">
            <a:avLst/>
          </a:prstGeom>
        </p:spPr>
      </p:pic>
      <p:grpSp>
        <p:nvGrpSpPr>
          <p:cNvPr id="70" name="Группа 69"/>
          <p:cNvGrpSpPr/>
          <p:nvPr/>
        </p:nvGrpSpPr>
        <p:grpSpPr>
          <a:xfrm>
            <a:off x="5078220" y="1628446"/>
            <a:ext cx="1803288" cy="1800000"/>
            <a:chOff x="9409488" y="1632400"/>
            <a:chExt cx="1803288" cy="1800000"/>
          </a:xfrm>
        </p:grpSpPr>
        <p:grpSp>
          <p:nvGrpSpPr>
            <p:cNvPr id="23" name="Группа 22"/>
            <p:cNvGrpSpPr/>
            <p:nvPr/>
          </p:nvGrpSpPr>
          <p:grpSpPr>
            <a:xfrm>
              <a:off x="9409488" y="1632400"/>
              <a:ext cx="1800000" cy="1800000"/>
              <a:chOff x="6093193" y="1986699"/>
              <a:chExt cx="1440000" cy="1442301"/>
            </a:xfrm>
          </p:grpSpPr>
          <p:grpSp>
            <p:nvGrpSpPr>
              <p:cNvPr id="24" name="Группа 2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26" name="Скругленный прямоугольник 2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2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dirty="0"/>
                    <a:t>Documents</a:t>
                  </a:r>
                  <a:endParaRPr lang="ru-RU" b="1" kern="1200" dirty="0"/>
                </a:p>
              </p:txBody>
            </p:sp>
          </p:grpSp>
          <p:sp>
            <p:nvSpPr>
              <p:cNvPr id="25" name="Прямоугольник 2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>
                    <a:solidFill>
                      <a:schemeClr val="tx1"/>
                    </a:solidFill>
                  </a:rPr>
                  <a:t>Обновить базу </a:t>
                </a:r>
                <a:r>
                  <a:rPr lang="ru-RU" sz="1100" dirty="0" smtClean="0">
                    <a:solidFill>
                      <a:schemeClr val="tx1"/>
                    </a:solidFill>
                  </a:rPr>
                  <a:t>путей файлов документов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0" name="Рисунок 4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49179" y="1995341"/>
              <a:ext cx="763597" cy="1080000"/>
            </a:xfrm>
            <a:prstGeom prst="rect">
              <a:avLst/>
            </a:prstGeom>
          </p:spPr>
        </p:pic>
      </p:grpSp>
      <p:pic>
        <p:nvPicPr>
          <p:cNvPr id="51" name="Рисунок 50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161" y="4931933"/>
            <a:ext cx="381799" cy="540000"/>
          </a:xfrm>
          <a:prstGeom prst="rect">
            <a:avLst/>
          </a:prstGeom>
        </p:spPr>
      </p:pic>
      <p:pic>
        <p:nvPicPr>
          <p:cNvPr id="52" name="Рисунок 5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7978" y="4504101"/>
            <a:ext cx="763598" cy="1080000"/>
          </a:xfrm>
          <a:prstGeom prst="rect">
            <a:avLst/>
          </a:prstGeom>
        </p:spPr>
      </p:pic>
      <p:sp>
        <p:nvSpPr>
          <p:cNvPr id="53" name="Прямоугольник 52"/>
          <p:cNvSpPr/>
          <p:nvPr/>
        </p:nvSpPr>
        <p:spPr>
          <a:xfrm>
            <a:off x="66587" y="250323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4" name="Прямоугольник 53"/>
          <p:cNvSpPr/>
          <p:nvPr/>
        </p:nvSpPr>
        <p:spPr>
          <a:xfrm>
            <a:off x="71753" y="5028826"/>
            <a:ext cx="53572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5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ru-RU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56" name="Рисунок 55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4426" y="3068312"/>
            <a:ext cx="509064" cy="720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3178605" y="3438056"/>
            <a:ext cx="127150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путей </a:t>
            </a:r>
            <a:endParaRPr lang="en-US" sz="1000" dirty="0" smtClean="0"/>
          </a:p>
          <a:p>
            <a:r>
              <a:rPr lang="ru-RU" sz="1000" dirty="0" smtClean="0"/>
              <a:t>файлов </a:t>
            </a:r>
            <a:r>
              <a:rPr lang="ru-RU" sz="1000" dirty="0"/>
              <a:t>документов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79114" y="4069357"/>
            <a:ext cx="1782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Шаги алгоритма</a:t>
            </a:r>
            <a:endParaRPr lang="ru-RU" dirty="0"/>
          </a:p>
        </p:txBody>
      </p:sp>
      <p:pic>
        <p:nvPicPr>
          <p:cNvPr id="62" name="Рисунок 61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876" y="2134142"/>
            <a:ext cx="636331" cy="900000"/>
          </a:xfrm>
          <a:prstGeom prst="rect">
            <a:avLst/>
          </a:prstGeom>
        </p:spPr>
      </p:pic>
      <p:pic>
        <p:nvPicPr>
          <p:cNvPr id="63" name="Рисунок 62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6" y="2136925"/>
            <a:ext cx="636331" cy="900000"/>
          </a:xfrm>
          <a:prstGeom prst="rect">
            <a:avLst/>
          </a:prstGeom>
        </p:spPr>
      </p:pic>
      <p:pic>
        <p:nvPicPr>
          <p:cNvPr id="64" name="Рисунок 63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878" y="2497942"/>
            <a:ext cx="381803" cy="540000"/>
          </a:xfrm>
          <a:prstGeom prst="rect">
            <a:avLst/>
          </a:prstGeom>
        </p:spPr>
      </p:pic>
      <p:pic>
        <p:nvPicPr>
          <p:cNvPr id="65" name="Рисунок 6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425" y="2496793"/>
            <a:ext cx="381803" cy="540000"/>
          </a:xfrm>
          <a:prstGeom prst="rect">
            <a:avLst/>
          </a:prstGeom>
        </p:spPr>
      </p:pic>
      <p:pic>
        <p:nvPicPr>
          <p:cNvPr id="66" name="Рисунок 65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1420" y="2134142"/>
            <a:ext cx="636331" cy="900000"/>
          </a:xfrm>
          <a:prstGeom prst="rect">
            <a:avLst/>
          </a:prstGeom>
        </p:spPr>
      </p:pic>
      <p:pic>
        <p:nvPicPr>
          <p:cNvPr id="67" name="Рисунок 66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658" y="3182860"/>
            <a:ext cx="720000" cy="509067"/>
          </a:xfrm>
          <a:prstGeom prst="rect">
            <a:avLst/>
          </a:prstGeom>
        </p:spPr>
      </p:pic>
      <p:grpSp>
        <p:nvGrpSpPr>
          <p:cNvPr id="69" name="Группа 68"/>
          <p:cNvGrpSpPr/>
          <p:nvPr/>
        </p:nvGrpSpPr>
        <p:grpSpPr>
          <a:xfrm>
            <a:off x="4731830" y="4148013"/>
            <a:ext cx="2063149" cy="1987889"/>
            <a:chOff x="5084901" y="1635410"/>
            <a:chExt cx="2063149" cy="1987889"/>
          </a:xfrm>
        </p:grpSpPr>
        <p:grpSp>
          <p:nvGrpSpPr>
            <p:cNvPr id="13" name="Группа 12"/>
            <p:cNvGrpSpPr/>
            <p:nvPr/>
          </p:nvGrpSpPr>
          <p:grpSpPr>
            <a:xfrm>
              <a:off x="5084901" y="1635410"/>
              <a:ext cx="1800000" cy="1800000"/>
              <a:chOff x="6093193" y="1986699"/>
              <a:chExt cx="1440000" cy="1442301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6093193" y="1986699"/>
                <a:ext cx="1440000" cy="1440000"/>
                <a:chOff x="8438075" y="2424393"/>
                <a:chExt cx="1620003" cy="1620003"/>
              </a:xfrm>
            </p:grpSpPr>
            <p:sp>
              <p:nvSpPr>
                <p:cNvPr id="16" name="Скругленный прямоугольник 15"/>
                <p:cNvSpPr/>
                <p:nvPr/>
              </p:nvSpPr>
              <p:spPr>
                <a:xfrm>
                  <a:off x="8438075" y="2424393"/>
                  <a:ext cx="1620003" cy="1620003"/>
                </a:xfrm>
                <a:prstGeom prst="roundRect">
                  <a:avLst/>
                </a:prstGeom>
              </p:spPr>
              <p:style>
                <a:lnRef idx="2">
                  <a:schemeClr val="lt1">
                    <a:hueOff val="0"/>
                    <a:satOff val="0"/>
                    <a:lumOff val="0"/>
                    <a:alphaOff val="0"/>
                  </a:schemeClr>
                </a:lnRef>
                <a:fillRef idx="1">
                  <a:schemeClr val="accent1">
                    <a:hueOff val="0"/>
                    <a:satOff val="0"/>
                    <a:lumOff val="0"/>
                    <a:alphaOff val="0"/>
                  </a:schemeClr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</p:sp>
            <p:sp>
              <p:nvSpPr>
                <p:cNvPr id="17" name="Скругленный прямоугольник 4"/>
                <p:cNvSpPr/>
                <p:nvPr/>
              </p:nvSpPr>
              <p:spPr>
                <a:xfrm>
                  <a:off x="8517157" y="2503475"/>
                  <a:ext cx="1461839" cy="1461839"/>
                </a:xfrm>
                <a:prstGeom prst="rect">
                  <a:avLst/>
                </a:prstGeom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spcFirstLastPara="0" vert="horz" wrap="square" lIns="50800" tIns="50800" rIns="50800" bIns="50800" numCol="1" spcCol="1270" anchor="t" anchorCtr="0">
                  <a:noAutofit/>
                </a:bodyPr>
                <a:lstStyle/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Dispatcher</a:t>
                  </a:r>
                  <a:endParaRPr lang="ru-RU" b="1" kern="1200" dirty="0" smtClean="0"/>
                </a:p>
                <a:p>
                  <a:pPr lvl="0" algn="ctr" defTabSz="889000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35000"/>
                    </a:spcAft>
                  </a:pPr>
                  <a:r>
                    <a:rPr lang="en-US" b="1" kern="1200" dirty="0" smtClean="0"/>
                    <a:t>Operations</a:t>
                  </a:r>
                  <a:endParaRPr lang="ru-RU" b="1" kern="1200" dirty="0"/>
                </a:p>
              </p:txBody>
            </p:sp>
          </p:grpSp>
          <p:sp>
            <p:nvSpPr>
              <p:cNvPr id="15" name="Прямоугольник 14"/>
              <p:cNvSpPr/>
              <p:nvPr/>
            </p:nvSpPr>
            <p:spPr>
              <a:xfrm>
                <a:off x="6096000" y="3067050"/>
                <a:ext cx="1437193" cy="36195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r>
                  <a:rPr lang="ru-RU" sz="1100" dirty="0" smtClean="0">
                    <a:solidFill>
                      <a:schemeClr val="tx1"/>
                    </a:solidFill>
                  </a:rPr>
                  <a:t>прочитать текстовый файл</a:t>
                </a:r>
                <a:endParaRPr lang="ru-RU" sz="1100" dirty="0">
                  <a:solidFill>
                    <a:schemeClr val="tx1"/>
                  </a:solidFill>
                </a:endParaRPr>
              </a:p>
            </p:txBody>
          </p:sp>
        </p:grpSp>
        <p:pic>
          <p:nvPicPr>
            <p:cNvPr id="55" name="Рисунок 54"/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08050" y="3241501"/>
              <a:ext cx="540000" cy="381798"/>
            </a:xfrm>
            <a:prstGeom prst="rect">
              <a:avLst/>
            </a:prstGeom>
          </p:spPr>
        </p:pic>
        <p:pic>
          <p:nvPicPr>
            <p:cNvPr id="68" name="Рисунок 67"/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20550" y="2038374"/>
              <a:ext cx="763598" cy="1080000"/>
            </a:xfrm>
            <a:prstGeom prst="rect">
              <a:avLst/>
            </a:prstGeom>
          </p:spPr>
        </p:pic>
      </p:grpSp>
      <p:sp>
        <p:nvSpPr>
          <p:cNvPr id="71" name="Стрелка вправо 70"/>
          <p:cNvSpPr/>
          <p:nvPr/>
        </p:nvSpPr>
        <p:spPr>
          <a:xfrm>
            <a:off x="2714132" y="5400525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72" name="Рисунок 71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1347" y="5326262"/>
            <a:ext cx="763598" cy="1080000"/>
          </a:xfrm>
          <a:prstGeom prst="rect">
            <a:avLst/>
          </a:prstGeom>
        </p:spPr>
      </p:pic>
      <p:pic>
        <p:nvPicPr>
          <p:cNvPr id="73" name="Рисунок 72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5303" y="4589382"/>
            <a:ext cx="1080000" cy="1527503"/>
          </a:xfrm>
          <a:prstGeom prst="rect">
            <a:avLst/>
          </a:prstGeom>
        </p:spPr>
      </p:pic>
      <p:sp>
        <p:nvSpPr>
          <p:cNvPr id="74" name="Стрелка вправо 73"/>
          <p:cNvSpPr/>
          <p:nvPr/>
        </p:nvSpPr>
        <p:spPr>
          <a:xfrm>
            <a:off x="4072255" y="540714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5" name="Стрелка вправо 74"/>
          <p:cNvSpPr/>
          <p:nvPr/>
        </p:nvSpPr>
        <p:spPr>
          <a:xfrm rot="10800000">
            <a:off x="2717603" y="5860030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6" name="Стрелка вправо 75"/>
          <p:cNvSpPr/>
          <p:nvPr/>
        </p:nvSpPr>
        <p:spPr>
          <a:xfrm rot="10800000">
            <a:off x="4068710" y="5863362"/>
            <a:ext cx="576000" cy="17952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8" name="TextBox 77"/>
          <p:cNvSpPr txBox="1"/>
          <p:nvPr/>
        </p:nvSpPr>
        <p:spPr>
          <a:xfrm>
            <a:off x="2956372" y="4887941"/>
            <a:ext cx="140134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п</a:t>
            </a:r>
            <a:r>
              <a:rPr lang="ru-RU" sz="1000" dirty="0" smtClean="0"/>
              <a:t>уть файла документа</a:t>
            </a:r>
            <a:endParaRPr lang="ru-RU" sz="1000" dirty="0"/>
          </a:p>
        </p:txBody>
      </p:sp>
      <p:sp>
        <p:nvSpPr>
          <p:cNvPr id="79" name="TextBox 78"/>
          <p:cNvSpPr txBox="1"/>
          <p:nvPr/>
        </p:nvSpPr>
        <p:spPr>
          <a:xfrm>
            <a:off x="3197267" y="6141555"/>
            <a:ext cx="71045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документ</a:t>
            </a:r>
            <a:endParaRPr lang="ru-RU" sz="1000" dirty="0"/>
          </a:p>
        </p:txBody>
      </p:sp>
      <p:pic>
        <p:nvPicPr>
          <p:cNvPr id="80" name="Рисунок 79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1653" y="5585766"/>
            <a:ext cx="50906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514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19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/>
              <a:t>о</a:t>
            </a:r>
            <a:r>
              <a:rPr lang="ru-RU" sz="2400" dirty="0" smtClean="0"/>
              <a:t>бъёмы баз путей файлов документов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42014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20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579512303"/>
              </p:ext>
            </p:extLst>
          </p:nvPr>
        </p:nvGraphicFramePr>
        <p:xfrm>
          <a:off x="1771650" y="2029224"/>
          <a:ext cx="8648700" cy="3561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>
              <a:defRPr sz="1862" b="0" i="0" u="none" strike="noStrike" kern="1200" spc="0" baseline="0">
                <a:solidFill>
                  <a:prstClr val="black">
                    <a:lumMod val="65000"/>
                    <a:lumOff val="35000"/>
                  </a:prstClr>
                </a:solidFill>
                <a:latin typeface="+mn-lt"/>
                <a:ea typeface="+mn-ea"/>
                <a:cs typeface="+mn-cs"/>
              </a:defRPr>
            </a:pPr>
            <a:r>
              <a:rPr lang="ru-RU" sz="2400" dirty="0" smtClean="0"/>
              <a:t>общее время формирования базы индекса</a:t>
            </a:r>
            <a:endParaRPr lang="ru-RU" sz="2400" dirty="0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Проблема объёма базы документов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1279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568" y="1351000"/>
            <a:ext cx="2102065" cy="2973072"/>
          </a:xfrm>
          <a:prstGeom prst="rect">
            <a:avLst/>
          </a:prstGeom>
        </p:spPr>
      </p:pic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21</a:t>
            </a:fld>
            <a:endParaRPr lang="ru-RU"/>
          </a:p>
        </p:txBody>
      </p:sp>
      <p:grpSp>
        <p:nvGrpSpPr>
          <p:cNvPr id="12" name="Группа 11"/>
          <p:cNvGrpSpPr/>
          <p:nvPr/>
        </p:nvGrpSpPr>
        <p:grpSpPr>
          <a:xfrm>
            <a:off x="2278438" y="1709870"/>
            <a:ext cx="719484" cy="994242"/>
            <a:chOff x="1944462" y="1704692"/>
            <a:chExt cx="719484" cy="994242"/>
          </a:xfrm>
        </p:grpSpPr>
        <p:pic>
          <p:nvPicPr>
            <p:cNvPr id="10" name="Рисунок 9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9" name="Рисунок 8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aphicFrame>
        <p:nvGraphicFramePr>
          <p:cNvPr id="19" name="Таблица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109161"/>
              </p:ext>
            </p:extLst>
          </p:nvPr>
        </p:nvGraphicFramePr>
        <p:xfrm>
          <a:off x="1266143" y="4922866"/>
          <a:ext cx="335931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9655"/>
                <a:gridCol w="1679655"/>
              </a:tblGrid>
              <a:tr h="686599">
                <a:tc>
                  <a:txBody>
                    <a:bodyPr/>
                    <a:lstStyle/>
                    <a:p>
                      <a:r>
                        <a:rPr lang="ru-RU" dirty="0" smtClean="0"/>
                        <a:t>Имя вызывающей функции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Уровень логирования (</a:t>
                      </a:r>
                      <a:r>
                        <a:rPr lang="en-US" dirty="0" smtClean="0"/>
                        <a:t>debug…fatal</a:t>
                      </a:r>
                      <a:r>
                        <a:rPr lang="ru-RU" dirty="0" smtClean="0"/>
                        <a:t>)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3" name="Рисунок 3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4221" y="1840969"/>
            <a:ext cx="720000" cy="10183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978693" y="3775789"/>
            <a:ext cx="238418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100" dirty="0"/>
              <a:t>о</a:t>
            </a:r>
            <a:r>
              <a:rPr lang="ru-RU" sz="1100" dirty="0" smtClean="0"/>
              <a:t>перации с файлами и</a:t>
            </a:r>
            <a:r>
              <a:rPr lang="en-US" sz="1100" dirty="0" smtClean="0"/>
              <a:t> </a:t>
            </a:r>
            <a:r>
              <a:rPr lang="ru-RU" sz="1100" dirty="0" smtClean="0"/>
              <a:t>документами</a:t>
            </a:r>
            <a:endParaRPr lang="ru-RU" sz="1100" dirty="0"/>
          </a:p>
        </p:txBody>
      </p:sp>
      <p:sp>
        <p:nvSpPr>
          <p:cNvPr id="6" name="Стрелка вправо 5"/>
          <p:cNvSpPr/>
          <p:nvPr/>
        </p:nvSpPr>
        <p:spPr>
          <a:xfrm>
            <a:off x="2402793" y="261819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7" name="Рисунок 4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3904" y="3546809"/>
            <a:ext cx="720000" cy="1018337"/>
          </a:xfrm>
          <a:prstGeom prst="rect">
            <a:avLst/>
          </a:prstGeom>
        </p:spPr>
      </p:pic>
      <p:pic>
        <p:nvPicPr>
          <p:cNvPr id="48" name="Рисунок 4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8979" y="2548131"/>
            <a:ext cx="1118671" cy="15822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3093" y="4635118"/>
            <a:ext cx="418896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100" dirty="0" smtClean="0"/>
              <a:t>Таблица соответствия вызывающей функции уровню логирования</a:t>
            </a:r>
            <a:endParaRPr lang="ru-RU" sz="1100" dirty="0"/>
          </a:p>
        </p:txBody>
      </p:sp>
      <p:sp>
        <p:nvSpPr>
          <p:cNvPr id="3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Класс </a:t>
            </a:r>
            <a:r>
              <a:rPr lang="en-US" sz="4000" dirty="0" smtClean="0"/>
              <a:t>DispatcherOperations</a:t>
            </a:r>
            <a:endParaRPr lang="ru-RU" sz="4000" dirty="0"/>
          </a:p>
        </p:txBody>
      </p:sp>
      <p:sp>
        <p:nvSpPr>
          <p:cNvPr id="32" name="TextBox 31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Удобство использования класса</a:t>
            </a:r>
            <a:endParaRPr lang="ru-RU" sz="2400" dirty="0"/>
          </a:p>
        </p:txBody>
      </p:sp>
      <p:cxnSp>
        <p:nvCxnSpPr>
          <p:cNvPr id="37" name="Прямая соединительная линия 3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Полилиния 93"/>
          <p:cNvSpPr/>
          <p:nvPr/>
        </p:nvSpPr>
        <p:spPr>
          <a:xfrm>
            <a:off x="5233764" y="2741123"/>
            <a:ext cx="1158956" cy="234000"/>
          </a:xfrm>
          <a:custGeom>
            <a:avLst/>
            <a:gdLst>
              <a:gd name="connsiteX0" fmla="*/ 0 w 1158956"/>
              <a:gd name="connsiteY0" fmla="*/ 0 h 234000"/>
              <a:gd name="connsiteX1" fmla="*/ 1028772 w 1158956"/>
              <a:gd name="connsiteY1" fmla="*/ 0 h 234000"/>
              <a:gd name="connsiteX2" fmla="*/ 1039434 w 1158956"/>
              <a:gd name="connsiteY2" fmla="*/ 37573 h 234000"/>
              <a:gd name="connsiteX3" fmla="*/ 1089715 w 1158956"/>
              <a:gd name="connsiteY3" fmla="*/ 87069 h 234000"/>
              <a:gd name="connsiteX4" fmla="*/ 1155241 w 1158956"/>
              <a:gd name="connsiteY4" fmla="*/ 190289 h 234000"/>
              <a:gd name="connsiteX5" fmla="*/ 1158956 w 1158956"/>
              <a:gd name="connsiteY5" fmla="*/ 234000 h 234000"/>
              <a:gd name="connsiteX6" fmla="*/ 0 w 1158956"/>
              <a:gd name="connsiteY6" fmla="*/ 234000 h 23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58956" h="234000">
                <a:moveTo>
                  <a:pt x="0" y="0"/>
                </a:moveTo>
                <a:lnTo>
                  <a:pt x="1028772" y="0"/>
                </a:lnTo>
                <a:lnTo>
                  <a:pt x="1039434" y="37573"/>
                </a:lnTo>
                <a:cubicBezTo>
                  <a:pt x="1052307" y="68156"/>
                  <a:pt x="1070086" y="87069"/>
                  <a:pt x="1089715" y="87069"/>
                </a:cubicBezTo>
                <a:cubicBezTo>
                  <a:pt x="1119158" y="87069"/>
                  <a:pt x="1144440" y="129623"/>
                  <a:pt x="1155241" y="190289"/>
                </a:cubicBezTo>
                <a:lnTo>
                  <a:pt x="1158956" y="234000"/>
                </a:lnTo>
                <a:lnTo>
                  <a:pt x="0" y="234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41" name="TextBox 40"/>
          <p:cNvSpPr txBox="1"/>
          <p:nvPr/>
        </p:nvSpPr>
        <p:spPr>
          <a:xfrm>
            <a:off x="5068941" y="3110076"/>
            <a:ext cx="193835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11" name="Группа 10"/>
          <p:cNvGrpSpPr/>
          <p:nvPr/>
        </p:nvGrpSpPr>
        <p:grpSpPr>
          <a:xfrm>
            <a:off x="430866" y="2294698"/>
            <a:ext cx="1682567" cy="1127409"/>
            <a:chOff x="373625" y="2284386"/>
            <a:chExt cx="1682567" cy="1127409"/>
          </a:xfrm>
        </p:grpSpPr>
        <p:sp>
          <p:nvSpPr>
            <p:cNvPr id="5" name="Блок-схема: типовой процесс 4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sp>
        <p:nvSpPr>
          <p:cNvPr id="99" name="Полилиния 98"/>
          <p:cNvSpPr/>
          <p:nvPr/>
        </p:nvSpPr>
        <p:spPr>
          <a:xfrm>
            <a:off x="638764" y="5146066"/>
            <a:ext cx="393956" cy="468000"/>
          </a:xfrm>
          <a:custGeom>
            <a:avLst/>
            <a:gdLst>
              <a:gd name="connsiteX0" fmla="*/ 159956 w 393956"/>
              <a:gd name="connsiteY0" fmla="*/ 0 h 468000"/>
              <a:gd name="connsiteX1" fmla="*/ 393956 w 393956"/>
              <a:gd name="connsiteY1" fmla="*/ 234000 h 468000"/>
              <a:gd name="connsiteX2" fmla="*/ 159956 w 393956"/>
              <a:gd name="connsiteY2" fmla="*/ 468000 h 468000"/>
              <a:gd name="connsiteX3" fmla="*/ 159956 w 393956"/>
              <a:gd name="connsiteY3" fmla="*/ 351000 h 468000"/>
              <a:gd name="connsiteX4" fmla="*/ 120277 w 393956"/>
              <a:gd name="connsiteY4" fmla="*/ 351000 h 468000"/>
              <a:gd name="connsiteX5" fmla="*/ 120425 w 393956"/>
              <a:gd name="connsiteY5" fmla="*/ 349466 h 468000"/>
              <a:gd name="connsiteX6" fmla="*/ 59051 w 393956"/>
              <a:gd name="connsiteY6" fmla="*/ 221212 h 468000"/>
              <a:gd name="connsiteX7" fmla="*/ 2502 w 393956"/>
              <a:gd name="connsiteY7" fmla="*/ 142886 h 468000"/>
              <a:gd name="connsiteX8" fmla="*/ 0 w 393956"/>
              <a:gd name="connsiteY8" fmla="*/ 117000 h 468000"/>
              <a:gd name="connsiteX9" fmla="*/ 159956 w 393956"/>
              <a:gd name="connsiteY9" fmla="*/ 117000 h 46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393956" h="468000">
                <a:moveTo>
                  <a:pt x="159956" y="0"/>
                </a:moveTo>
                <a:lnTo>
                  <a:pt x="393956" y="234000"/>
                </a:lnTo>
                <a:lnTo>
                  <a:pt x="159956" y="468000"/>
                </a:lnTo>
                <a:lnTo>
                  <a:pt x="159956" y="351000"/>
                </a:lnTo>
                <a:lnTo>
                  <a:pt x="120277" y="351000"/>
                </a:lnTo>
                <a:lnTo>
                  <a:pt x="120425" y="349466"/>
                </a:lnTo>
                <a:cubicBezTo>
                  <a:pt x="120425" y="278618"/>
                  <a:pt x="92929" y="221212"/>
                  <a:pt x="59051" y="221212"/>
                </a:cubicBezTo>
                <a:cubicBezTo>
                  <a:pt x="33642" y="221212"/>
                  <a:pt x="11823" y="188920"/>
                  <a:pt x="2502" y="142886"/>
                </a:cubicBezTo>
                <a:lnTo>
                  <a:pt x="0" y="117000"/>
                </a:lnTo>
                <a:lnTo>
                  <a:pt x="159956" y="11700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grpSp>
        <p:nvGrpSpPr>
          <p:cNvPr id="58" name="Группа 57"/>
          <p:cNvGrpSpPr/>
          <p:nvPr/>
        </p:nvGrpSpPr>
        <p:grpSpPr>
          <a:xfrm>
            <a:off x="5134716" y="1704958"/>
            <a:ext cx="719484" cy="994242"/>
            <a:chOff x="1944462" y="1704692"/>
            <a:chExt cx="719484" cy="994242"/>
          </a:xfrm>
        </p:grpSpPr>
        <p:pic>
          <p:nvPicPr>
            <p:cNvPr id="59" name="Рисунок 5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60" name="Рисунок 5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pic>
        <p:nvPicPr>
          <p:cNvPr id="64" name="Рисунок 6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1565" y="4356113"/>
            <a:ext cx="720000" cy="1018336"/>
          </a:xfrm>
          <a:prstGeom prst="rect">
            <a:avLst/>
          </a:prstGeom>
        </p:spPr>
      </p:pic>
      <p:sp>
        <p:nvSpPr>
          <p:cNvPr id="66" name="Стрелка вправо 65"/>
          <p:cNvSpPr/>
          <p:nvPr/>
        </p:nvSpPr>
        <p:spPr>
          <a:xfrm>
            <a:off x="4916763" y="5151091"/>
            <a:ext cx="234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7" name="TextBox 66"/>
          <p:cNvSpPr txBox="1"/>
          <p:nvPr/>
        </p:nvSpPr>
        <p:spPr>
          <a:xfrm>
            <a:off x="4754304" y="5636977"/>
            <a:ext cx="2215671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boost:source_location</a:t>
            </a:r>
            <a:r>
              <a:rPr lang="ru-RU" sz="1100" dirty="0"/>
              <a:t> </a:t>
            </a:r>
          </a:p>
          <a:p>
            <a:r>
              <a:rPr lang="en-US" sz="1100" dirty="0"/>
              <a:t>“</a:t>
            </a:r>
            <a:r>
              <a:rPr lang="ru-RU" sz="1100" dirty="0"/>
              <a:t>имя вызывающей функции</a:t>
            </a:r>
            <a:r>
              <a:rPr lang="en-US" sz="1100" dirty="0"/>
              <a:t>”, </a:t>
            </a:r>
          </a:p>
          <a:p>
            <a:r>
              <a:rPr lang="en-US" sz="1100" dirty="0"/>
              <a:t>ErrorLevel </a:t>
            </a:r>
            <a:r>
              <a:rPr lang="en-US" sz="1100" dirty="0" smtClean="0"/>
              <a:t>“</a:t>
            </a:r>
            <a:r>
              <a:rPr lang="ru-RU" sz="1100" dirty="0" smtClean="0"/>
              <a:t>уровень логирования</a:t>
            </a:r>
            <a:r>
              <a:rPr lang="en-US" sz="1100" dirty="0" smtClean="0"/>
              <a:t>”</a:t>
            </a:r>
            <a:endParaRPr lang="ru-RU" sz="1100" dirty="0"/>
          </a:p>
        </p:txBody>
      </p:sp>
      <p:grpSp>
        <p:nvGrpSpPr>
          <p:cNvPr id="68" name="Группа 67"/>
          <p:cNvGrpSpPr/>
          <p:nvPr/>
        </p:nvGrpSpPr>
        <p:grpSpPr>
          <a:xfrm>
            <a:off x="4888902" y="4222022"/>
            <a:ext cx="719484" cy="994242"/>
            <a:chOff x="1944462" y="1704692"/>
            <a:chExt cx="719484" cy="994242"/>
          </a:xfrm>
        </p:grpSpPr>
        <p:pic>
          <p:nvPicPr>
            <p:cNvPr id="69" name="Рисунок 6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70" name="Рисунок 6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grpSp>
        <p:nvGrpSpPr>
          <p:cNvPr id="21" name="Группа 20"/>
          <p:cNvGrpSpPr/>
          <p:nvPr/>
        </p:nvGrpSpPr>
        <p:grpSpPr>
          <a:xfrm>
            <a:off x="7389080" y="4837471"/>
            <a:ext cx="1080000" cy="1080000"/>
            <a:chOff x="8913090" y="4837471"/>
            <a:chExt cx="1080000" cy="1080000"/>
          </a:xfrm>
        </p:grpSpPr>
        <p:sp>
          <p:nvSpPr>
            <p:cNvPr id="18" name="Блок-схема: решение 17"/>
            <p:cNvSpPr>
              <a:spLocks noChangeAspect="1"/>
            </p:cNvSpPr>
            <p:nvPr/>
          </p:nvSpPr>
          <p:spPr>
            <a:xfrm>
              <a:off x="8913090" y="4837471"/>
              <a:ext cx="1080000" cy="1080000"/>
            </a:xfrm>
            <a:prstGeom prst="flowChartDecision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161719" y="5188446"/>
              <a:ext cx="5968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smtClean="0"/>
                <a:t>fatal</a:t>
              </a:r>
              <a:endParaRPr lang="ru-RU" dirty="0"/>
            </a:p>
          </p:txBody>
        </p:sp>
      </p:grpSp>
      <p:sp>
        <p:nvSpPr>
          <p:cNvPr id="71" name="Стрелка вправо 70"/>
          <p:cNvSpPr/>
          <p:nvPr/>
        </p:nvSpPr>
        <p:spPr>
          <a:xfrm rot="16200000">
            <a:off x="6233736" y="4674433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/>
          <p:cNvCxnSpPr>
            <a:stCxn id="18" idx="3"/>
            <a:endCxn id="18" idx="3"/>
          </p:cNvCxnSpPr>
          <p:nvPr/>
        </p:nvCxnSpPr>
        <p:spPr>
          <a:xfrm>
            <a:off x="8469080" y="5377471"/>
            <a:ext cx="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Группа 84"/>
          <p:cNvGrpSpPr/>
          <p:nvPr/>
        </p:nvGrpSpPr>
        <p:grpSpPr>
          <a:xfrm>
            <a:off x="8605509" y="4231848"/>
            <a:ext cx="719484" cy="994242"/>
            <a:chOff x="1944462" y="1704692"/>
            <a:chExt cx="719484" cy="994242"/>
          </a:xfrm>
        </p:grpSpPr>
        <p:pic>
          <p:nvPicPr>
            <p:cNvPr id="86" name="Рисунок 8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44462" y="1704692"/>
              <a:ext cx="608483" cy="860612"/>
            </a:xfrm>
            <a:prstGeom prst="rect">
              <a:avLst/>
            </a:prstGeom>
          </p:spPr>
        </p:pic>
        <p:pic>
          <p:nvPicPr>
            <p:cNvPr id="87" name="Рисунок 8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96607" y="1755078"/>
              <a:ext cx="667339" cy="943856"/>
            </a:xfrm>
            <a:prstGeom prst="rect">
              <a:avLst/>
            </a:prstGeom>
          </p:spPr>
        </p:pic>
      </p:grpSp>
      <p:sp>
        <p:nvSpPr>
          <p:cNvPr id="88" name="Стрелка вправо 87"/>
          <p:cNvSpPr/>
          <p:nvPr/>
        </p:nvSpPr>
        <p:spPr>
          <a:xfrm>
            <a:off x="8918132" y="5140177"/>
            <a:ext cx="126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9" name="Стрелка вправо 88"/>
          <p:cNvSpPr/>
          <p:nvPr/>
        </p:nvSpPr>
        <p:spPr>
          <a:xfrm rot="16200000">
            <a:off x="7564739" y="3984889"/>
            <a:ext cx="720000" cy="4680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90" name="Группа 89"/>
          <p:cNvGrpSpPr/>
          <p:nvPr/>
        </p:nvGrpSpPr>
        <p:grpSpPr>
          <a:xfrm>
            <a:off x="10322157" y="4757677"/>
            <a:ext cx="1682567" cy="1127409"/>
            <a:chOff x="373625" y="2284386"/>
            <a:chExt cx="1682567" cy="1127409"/>
          </a:xfrm>
        </p:grpSpPr>
        <p:sp>
          <p:nvSpPr>
            <p:cNvPr id="91" name="Блок-схема: типовой процесс 90"/>
            <p:cNvSpPr/>
            <p:nvPr/>
          </p:nvSpPr>
          <p:spPr>
            <a:xfrm>
              <a:off x="373625" y="2284386"/>
              <a:ext cx="1682567" cy="1127409"/>
            </a:xfrm>
            <a:prstGeom prst="flowChartPredefinedProcess">
              <a:avLst/>
            </a:prstGeom>
            <a:noFill/>
            <a:ln w="25400">
              <a:solidFill>
                <a:schemeClr val="accent1">
                  <a:lumMod val="75000"/>
                </a:schemeClr>
              </a:solidFill>
              <a:prstDash val="dash"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550750" y="2555675"/>
              <a:ext cx="1334020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 anchor="ctr" anchorCtr="1">
              <a:spAutoFit/>
            </a:bodyPr>
            <a:lstStyle/>
            <a:p>
              <a:pPr algn="ctr"/>
              <a:r>
                <a:rPr lang="ru-RU" sz="1600" dirty="0" smtClean="0"/>
                <a:t>вызывающая</a:t>
              </a:r>
            </a:p>
            <a:p>
              <a:pPr algn="ctr"/>
              <a:r>
                <a:rPr lang="ru-RU" sz="1600" dirty="0" smtClean="0"/>
                <a:t>функция</a:t>
              </a:r>
              <a:endParaRPr lang="ru-RU" sz="1600" dirty="0"/>
            </a:p>
          </p:txBody>
        </p:sp>
      </p:grpSp>
      <p:pic>
        <p:nvPicPr>
          <p:cNvPr id="49" name="Рисунок 48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6995" y="3920494"/>
            <a:ext cx="720000" cy="1018336"/>
          </a:xfrm>
          <a:prstGeom prst="rect">
            <a:avLst/>
          </a:prstGeom>
        </p:spPr>
      </p:pic>
      <p:pic>
        <p:nvPicPr>
          <p:cNvPr id="50" name="Рисунок 49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3256" y="4361030"/>
            <a:ext cx="720000" cy="10183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18614" y="4515629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Да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8396402" y="5188446"/>
            <a:ext cx="533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Нет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53182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31.12.2025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22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464063031"/>
              </p:ext>
            </p:extLst>
          </p:nvPr>
        </p:nvGraphicFramePr>
        <p:xfrm>
          <a:off x="3219523" y="2002381"/>
          <a:ext cx="7920000" cy="3901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Рисунок 7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4254" y="4474712"/>
            <a:ext cx="432706" cy="612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5704" y="4862529"/>
            <a:ext cx="432717" cy="61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3292" y="3698890"/>
            <a:ext cx="432705" cy="612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4834" y="4079959"/>
            <a:ext cx="432706" cy="612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61543" y="2437954"/>
            <a:ext cx="135505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debug</a:t>
            </a:r>
            <a:r>
              <a:rPr lang="en-US" dirty="0" smtClean="0"/>
              <a:t>, </a:t>
            </a:r>
            <a:r>
              <a:rPr lang="en-US" dirty="0" smtClean="0">
                <a:solidFill>
                  <a:schemeClr val="bg1"/>
                </a:solidFill>
              </a:rPr>
              <a:t>info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FFFF00"/>
                </a:solidFill>
              </a:rPr>
              <a:t>warning</a:t>
            </a:r>
            <a:r>
              <a:rPr lang="en-US" dirty="0" smtClean="0"/>
              <a:t>, </a:t>
            </a:r>
          </a:p>
          <a:p>
            <a:r>
              <a:rPr lang="en-US" dirty="0" smtClean="0">
                <a:solidFill>
                  <a:srgbClr val="C00000"/>
                </a:solidFill>
              </a:rPr>
              <a:t>error</a:t>
            </a:r>
            <a:r>
              <a:rPr lang="en-US" dirty="0" smtClean="0"/>
              <a:t>,</a:t>
            </a:r>
            <a:r>
              <a:rPr lang="en-US" dirty="0" smtClean="0">
                <a:solidFill>
                  <a:srgbClr val="C00000"/>
                </a:solidFill>
              </a:rPr>
              <a:t> </a:t>
            </a:r>
            <a:r>
              <a:rPr lang="en-US" dirty="0" smtClean="0">
                <a:solidFill>
                  <a:srgbClr val="FF0000"/>
                </a:solidFill>
              </a:rPr>
              <a:t>fatal</a:t>
            </a:r>
            <a:r>
              <a:rPr lang="en-US" dirty="0" smtClean="0"/>
              <a:t>,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14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5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83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Межпроцессное взаимодействие</a:t>
            </a:r>
            <a:endParaRPr lang="ru-RU" sz="2400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2D743-4282-4860-9AE2-FAD442C19B6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23</a:t>
            </a:fld>
            <a:endParaRPr lang="ru-RU"/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cxnSp>
        <p:nvCxnSpPr>
          <p:cNvPr id="18" name="Прямая соединительная линия 17"/>
          <p:cNvCxnSpPr/>
          <p:nvPr/>
        </p:nvCxnSpPr>
        <p:spPr>
          <a:xfrm>
            <a:off x="342900" y="1514536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/>
          <p:cNvCxnSpPr/>
          <p:nvPr/>
        </p:nvCxnSpPr>
        <p:spPr>
          <a:xfrm>
            <a:off x="6169256" y="1522152"/>
            <a:ext cx="762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/>
          <p:cNvCxnSpPr/>
          <p:nvPr/>
        </p:nvCxnSpPr>
        <p:spPr>
          <a:xfrm flipV="1">
            <a:off x="342900" y="1531989"/>
            <a:ext cx="5826356" cy="6021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единительная линия 21"/>
          <p:cNvCxnSpPr/>
          <p:nvPr/>
        </p:nvCxnSpPr>
        <p:spPr>
          <a:xfrm>
            <a:off x="342901" y="6203868"/>
            <a:ext cx="5826355" cy="11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единительная линия 22"/>
          <p:cNvCxnSpPr/>
          <p:nvPr/>
        </p:nvCxnSpPr>
        <p:spPr>
          <a:xfrm flipH="1">
            <a:off x="8250747" y="1524369"/>
            <a:ext cx="1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/>
          <p:cNvCxnSpPr/>
          <p:nvPr/>
        </p:nvCxnSpPr>
        <p:spPr>
          <a:xfrm>
            <a:off x="11855008" y="1524369"/>
            <a:ext cx="0" cy="468000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/>
          <p:cNvCxnSpPr/>
          <p:nvPr/>
        </p:nvCxnSpPr>
        <p:spPr>
          <a:xfrm>
            <a:off x="8250748" y="1538009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/>
          <p:cNvCxnSpPr/>
          <p:nvPr/>
        </p:nvCxnSpPr>
        <p:spPr>
          <a:xfrm>
            <a:off x="8277013" y="6215605"/>
            <a:ext cx="3604260" cy="0"/>
          </a:xfrm>
          <a:prstGeom prst="line">
            <a:avLst/>
          </a:prstGeom>
          <a:ln w="63500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Стрелка вправо 26"/>
          <p:cNvSpPr/>
          <p:nvPr/>
        </p:nvSpPr>
        <p:spPr>
          <a:xfrm>
            <a:off x="6176877" y="5463993"/>
            <a:ext cx="2094858" cy="484632"/>
          </a:xfrm>
          <a:prstGeom prst="rightArrow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8" name="TextBox 27"/>
          <p:cNvSpPr txBox="1"/>
          <p:nvPr/>
        </p:nvSpPr>
        <p:spPr>
          <a:xfrm>
            <a:off x="6038212" y="5250629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 smtClean="0"/>
              <a:t>boost::interprocess::</a:t>
            </a:r>
            <a:endParaRPr lang="ru-RU" sz="1600" b="1" dirty="0"/>
          </a:p>
        </p:txBody>
      </p:sp>
      <p:sp>
        <p:nvSpPr>
          <p:cNvPr id="34" name="TextBox 33"/>
          <p:cNvSpPr txBox="1"/>
          <p:nvPr/>
        </p:nvSpPr>
        <p:spPr>
          <a:xfrm>
            <a:off x="1864159" y="1541817"/>
            <a:ext cx="2755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search-engine.exe</a:t>
            </a:r>
            <a:endParaRPr lang="ru-RU" dirty="0"/>
          </a:p>
        </p:txBody>
      </p:sp>
      <p:sp>
        <p:nvSpPr>
          <p:cNvPr id="35" name="TextBox 34"/>
          <p:cNvSpPr txBox="1"/>
          <p:nvPr/>
        </p:nvSpPr>
        <p:spPr>
          <a:xfrm>
            <a:off x="8645527" y="1538919"/>
            <a:ext cx="28299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Процесс </a:t>
            </a:r>
            <a:r>
              <a:rPr lang="en-US" dirty="0" smtClean="0"/>
              <a:t>logger-monitor.exe</a:t>
            </a:r>
            <a:endParaRPr lang="ru-RU" dirty="0"/>
          </a:p>
        </p:txBody>
      </p:sp>
      <p:grpSp>
        <p:nvGrpSpPr>
          <p:cNvPr id="36" name="Группа 35"/>
          <p:cNvGrpSpPr>
            <a:grpSpLocks noChangeAspect="1"/>
          </p:cNvGrpSpPr>
          <p:nvPr/>
        </p:nvGrpSpPr>
        <p:grpSpPr>
          <a:xfrm>
            <a:off x="4223776" y="4346837"/>
            <a:ext cx="1620000" cy="1620000"/>
            <a:chOff x="6093193" y="1986699"/>
            <a:chExt cx="1440000" cy="1442301"/>
          </a:xfrm>
        </p:grpSpPr>
        <p:grpSp>
          <p:nvGrpSpPr>
            <p:cNvPr id="37" name="Группа 36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39" name="Скругленный прямоугольник 38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0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MonitorSender</a:t>
                </a:r>
                <a:endParaRPr lang="ru-RU" sz="1400" b="1" kern="1200" dirty="0"/>
              </a:p>
            </p:txBody>
          </p:sp>
        </p:grpSp>
        <p:sp>
          <p:nvSpPr>
            <p:cNvPr id="38" name="Прямоугольник 37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Отправить сообщение в очередь сообщений</a:t>
              </a:r>
            </a:p>
          </p:txBody>
        </p:sp>
      </p:grpSp>
      <p:grpSp>
        <p:nvGrpSpPr>
          <p:cNvPr id="44" name="Группа 43"/>
          <p:cNvGrpSpPr>
            <a:grpSpLocks noChangeAspect="1"/>
          </p:cNvGrpSpPr>
          <p:nvPr/>
        </p:nvGrpSpPr>
        <p:grpSpPr>
          <a:xfrm>
            <a:off x="8368822" y="4346843"/>
            <a:ext cx="1620000" cy="1620000"/>
            <a:chOff x="6093193" y="1986699"/>
            <a:chExt cx="1440000" cy="1442301"/>
          </a:xfrm>
        </p:grpSpPr>
        <p:grpSp>
          <p:nvGrpSpPr>
            <p:cNvPr id="45" name="Группа 4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47" name="Скругленный прямоугольник 4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4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 smtClean="0"/>
                  <a:t>MonitorReceiver</a:t>
                </a:r>
                <a:endParaRPr lang="en-US" sz="1400" dirty="0"/>
              </a:p>
            </p:txBody>
          </p:sp>
        </p:grpSp>
        <p:sp>
          <p:nvSpPr>
            <p:cNvPr id="46" name="Прямоугольник 45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>
                  <a:solidFill>
                    <a:schemeClr val="tx1"/>
                  </a:solidFill>
                </a:rPr>
                <a:t>Получить сообщение из очереди </a:t>
              </a:r>
              <a:r>
                <a:rPr lang="ru-RU" sz="1100" dirty="0" smtClean="0">
                  <a:solidFill>
                    <a:schemeClr val="tx1"/>
                  </a:solidFill>
                </a:rPr>
                <a:t>сообщений</a:t>
              </a:r>
              <a:endParaRPr lang="ru-RU" sz="11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9" name="Группа 48"/>
          <p:cNvGrpSpPr/>
          <p:nvPr/>
        </p:nvGrpSpPr>
        <p:grpSpPr>
          <a:xfrm>
            <a:off x="9104548" y="2216725"/>
            <a:ext cx="1620000" cy="1620000"/>
            <a:chOff x="6093193" y="1986699"/>
            <a:chExt cx="1440000" cy="1442301"/>
          </a:xfrm>
        </p:grpSpPr>
        <p:grpSp>
          <p:nvGrpSpPr>
            <p:cNvPr id="50" name="Группа 49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2" name="Скругленный прямоугольник 51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3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LoggerMonitor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</p:txBody>
          </p:sp>
        </p:grpSp>
        <p:sp>
          <p:nvSpPr>
            <p:cNvPr id="51" name="Прямоугольник 50"/>
            <p:cNvSpPr/>
            <p:nvPr/>
          </p:nvSpPr>
          <p:spPr>
            <a:xfrm>
              <a:off x="6096000" y="3067050"/>
              <a:ext cx="1437193" cy="36195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Вывести сообщение </a:t>
              </a:r>
              <a:r>
                <a:rPr lang="ru-RU" sz="1100" dirty="0">
                  <a:solidFill>
                    <a:schemeClr val="tx1"/>
                  </a:solidFill>
                </a:rPr>
                <a:t>на консоль</a:t>
              </a:r>
            </a:p>
          </p:txBody>
        </p:sp>
      </p:grpSp>
      <p:grpSp>
        <p:nvGrpSpPr>
          <p:cNvPr id="54" name="Группа 53"/>
          <p:cNvGrpSpPr>
            <a:grpSpLocks noChangeAspect="1"/>
          </p:cNvGrpSpPr>
          <p:nvPr/>
        </p:nvGrpSpPr>
        <p:grpSpPr>
          <a:xfrm>
            <a:off x="3476175" y="2444048"/>
            <a:ext cx="1620000" cy="1620000"/>
            <a:chOff x="6093193" y="1986699"/>
            <a:chExt cx="1440000" cy="1442301"/>
          </a:xfrm>
        </p:grpSpPr>
        <p:grpSp>
          <p:nvGrpSpPr>
            <p:cNvPr id="55" name="Группа 54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57" name="Скругленный прямоугольник 56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58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WriterMessage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56" name="Прямоугольник 55"/>
            <p:cNvSpPr/>
            <p:nvPr/>
          </p:nvSpPr>
          <p:spPr>
            <a:xfrm>
              <a:off x="6096000" y="2857234"/>
              <a:ext cx="1437193" cy="571766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сообщение в лог-файл </a:t>
              </a:r>
              <a:r>
                <a:rPr lang="ru-RU" sz="1100" dirty="0">
                  <a:solidFill>
                    <a:schemeClr val="tx1"/>
                  </a:solidFill>
                </a:rPr>
                <a:t>и отправить в монитор</a:t>
              </a:r>
            </a:p>
          </p:txBody>
        </p:sp>
      </p:grpSp>
      <p:grpSp>
        <p:nvGrpSpPr>
          <p:cNvPr id="61" name="Группа 60"/>
          <p:cNvGrpSpPr/>
          <p:nvPr/>
        </p:nvGrpSpPr>
        <p:grpSpPr>
          <a:xfrm>
            <a:off x="582624" y="2444056"/>
            <a:ext cx="1020197" cy="2473143"/>
            <a:chOff x="6093193" y="1986699"/>
            <a:chExt cx="1440000" cy="1442302"/>
          </a:xfrm>
        </p:grpSpPr>
        <p:grpSp>
          <p:nvGrpSpPr>
            <p:cNvPr id="62" name="Группа 61"/>
            <p:cNvGrpSpPr/>
            <p:nvPr/>
          </p:nvGrpSpPr>
          <p:grpSpPr>
            <a:xfrm>
              <a:off x="6093193" y="1986699"/>
              <a:ext cx="1440000" cy="1440000"/>
              <a:chOff x="8438075" y="2424393"/>
              <a:chExt cx="1620003" cy="1620003"/>
            </a:xfrm>
          </p:grpSpPr>
          <p:sp>
            <p:nvSpPr>
              <p:cNvPr id="64" name="Скругленный прямоугольник 63"/>
              <p:cNvSpPr/>
              <p:nvPr/>
            </p:nvSpPr>
            <p:spPr>
              <a:xfrm>
                <a:off x="8438075" y="2424393"/>
                <a:ext cx="1620003" cy="1620003"/>
              </a:xfrm>
              <a:prstGeom prst="roundRect">
                <a:avLst/>
              </a:prstGeom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hemeClr val="accent1">
                  <a:hueOff val="0"/>
                  <a:satOff val="0"/>
                  <a:lumOff val="0"/>
                  <a:alphaOff val="0"/>
                </a:schemeClr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</p:sp>
          <p:sp>
            <p:nvSpPr>
              <p:cNvPr id="65" name="Скругленный прямоугольник 4"/>
              <p:cNvSpPr/>
              <p:nvPr/>
            </p:nvSpPr>
            <p:spPr>
              <a:xfrm>
                <a:off x="8517157" y="2503475"/>
                <a:ext cx="1461839" cy="1461839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50800" tIns="50800" rIns="50800" bIns="50800" numCol="1" spcCol="1270" anchor="t" anchorCtr="0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r>
                  <a:rPr lang="en-US" sz="1400" dirty="0"/>
                  <a:t>Logger</a:t>
                </a:r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en-US" sz="1100" dirty="0"/>
              </a:p>
              <a:p>
                <a:pPr algn="ctr" defTabSz="8890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</a:pPr>
                <a:endParaRPr lang="ru-RU" sz="1100" b="1" kern="1200" dirty="0"/>
              </a:p>
            </p:txBody>
          </p:sp>
        </p:grpSp>
        <p:sp>
          <p:nvSpPr>
            <p:cNvPr id="63" name="Прямоугольник 62"/>
            <p:cNvSpPr/>
            <p:nvPr/>
          </p:nvSpPr>
          <p:spPr>
            <a:xfrm>
              <a:off x="6096000" y="2608957"/>
              <a:ext cx="1437193" cy="820044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tint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  <p:txBody>
            <a:bodyPr rtlCol="0" anchor="ctr"/>
            <a:lstStyle/>
            <a:p>
              <a:r>
                <a:rPr lang="ru-RU" sz="1100" dirty="0" smtClean="0">
                  <a:solidFill>
                    <a:schemeClr val="tx1"/>
                  </a:solidFill>
                </a:rPr>
                <a:t>Записать (сформировать)  сообщение уровня </a:t>
              </a:r>
            </a:p>
            <a:p>
              <a:r>
                <a:rPr lang="ru-RU" sz="1100" dirty="0" smtClean="0">
                  <a:solidFill>
                    <a:schemeClr val="tx1"/>
                  </a:solidFill>
                </a:rPr>
                <a:t>debug </a:t>
              </a:r>
              <a:r>
                <a:rPr lang="ru-RU" sz="1100" dirty="0">
                  <a:solidFill>
                    <a:schemeClr val="tx1"/>
                  </a:solidFill>
                </a:rPr>
                <a:t>… fatal</a:t>
              </a:r>
            </a:p>
          </p:txBody>
        </p:sp>
      </p:grpSp>
      <p:pic>
        <p:nvPicPr>
          <p:cNvPr id="66" name="Рисунок 6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4680" y="4409041"/>
            <a:ext cx="1080000" cy="1527507"/>
          </a:xfrm>
          <a:prstGeom prst="rect">
            <a:avLst/>
          </a:prstGeom>
        </p:spPr>
      </p:pic>
      <p:cxnSp>
        <p:nvCxnSpPr>
          <p:cNvPr id="72" name="Прямая соединительная линия 71"/>
          <p:cNvCxnSpPr/>
          <p:nvPr/>
        </p:nvCxnSpPr>
        <p:spPr>
          <a:xfrm>
            <a:off x="2637315" y="1996817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Прямая соединительная линия 76"/>
          <p:cNvCxnSpPr/>
          <p:nvPr/>
        </p:nvCxnSpPr>
        <p:spPr>
          <a:xfrm>
            <a:off x="5936048" y="2001734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Прямая соединительная линия 77"/>
          <p:cNvCxnSpPr/>
          <p:nvPr/>
        </p:nvCxnSpPr>
        <p:spPr>
          <a:xfrm>
            <a:off x="2625399" y="1985686"/>
            <a:ext cx="3309719" cy="1112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Прямая соединительная линия 79"/>
          <p:cNvCxnSpPr/>
          <p:nvPr/>
        </p:nvCxnSpPr>
        <p:spPr>
          <a:xfrm>
            <a:off x="2661965" y="6073136"/>
            <a:ext cx="3309545" cy="6221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940434" y="2000005"/>
            <a:ext cx="2672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Поток записи сообщений</a:t>
            </a:r>
            <a:endParaRPr lang="ru-RU" dirty="0"/>
          </a:p>
        </p:txBody>
      </p:sp>
      <p:cxnSp>
        <p:nvCxnSpPr>
          <p:cNvPr id="89" name="Соединительная линия уступом 88"/>
          <p:cNvCxnSpPr>
            <a:endCxn id="38" idx="1"/>
          </p:cNvCxnSpPr>
          <p:nvPr/>
        </p:nvCxnSpPr>
        <p:spPr>
          <a:xfrm rot="5400000">
            <a:off x="3897664" y="4321113"/>
            <a:ext cx="1771722" cy="1113182"/>
          </a:xfrm>
          <a:prstGeom prst="bentConnector4">
            <a:avLst>
              <a:gd name="adj1" fmla="val 13185"/>
              <a:gd name="adj2" fmla="val 138201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/>
          <p:cNvSpPr txBox="1"/>
          <p:nvPr/>
        </p:nvSpPr>
        <p:spPr>
          <a:xfrm>
            <a:off x="6041328" y="5837190"/>
            <a:ext cx="22206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message_queue</a:t>
            </a:r>
          </a:p>
        </p:txBody>
      </p:sp>
      <p:cxnSp>
        <p:nvCxnSpPr>
          <p:cNvPr id="99" name="Соединительная линия уступом 98"/>
          <p:cNvCxnSpPr>
            <a:stCxn id="51" idx="3"/>
          </p:cNvCxnSpPr>
          <p:nvPr/>
        </p:nvCxnSpPr>
        <p:spPr>
          <a:xfrm>
            <a:off x="10724548" y="3633453"/>
            <a:ext cx="560132" cy="1240471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Соединительная линия уступом 101"/>
          <p:cNvCxnSpPr>
            <a:stCxn id="46" idx="3"/>
            <a:endCxn id="51" idx="1"/>
          </p:cNvCxnSpPr>
          <p:nvPr/>
        </p:nvCxnSpPr>
        <p:spPr>
          <a:xfrm flipH="1" flipV="1">
            <a:off x="9107706" y="3633453"/>
            <a:ext cx="881116" cy="2130118"/>
          </a:xfrm>
          <a:prstGeom prst="bentConnector5">
            <a:avLst>
              <a:gd name="adj1" fmla="val -25944"/>
              <a:gd name="adj2" fmla="val 78618"/>
              <a:gd name="adj3" fmla="val 14826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Прямая соединительная линия 116"/>
          <p:cNvCxnSpPr/>
          <p:nvPr/>
        </p:nvCxnSpPr>
        <p:spPr>
          <a:xfrm>
            <a:off x="2298107" y="1982066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Прямая соединительная линия 117"/>
          <p:cNvCxnSpPr/>
          <p:nvPr/>
        </p:nvCxnSpPr>
        <p:spPr>
          <a:xfrm>
            <a:off x="454557" y="1967320"/>
            <a:ext cx="17804" cy="406800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Прямая соединительная линия 118"/>
          <p:cNvCxnSpPr/>
          <p:nvPr/>
        </p:nvCxnSpPr>
        <p:spPr>
          <a:xfrm>
            <a:off x="453478" y="197598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Прямая соединительная линия 120"/>
          <p:cNvCxnSpPr/>
          <p:nvPr/>
        </p:nvCxnSpPr>
        <p:spPr>
          <a:xfrm>
            <a:off x="478056" y="6051463"/>
            <a:ext cx="1835278" cy="7170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/>
          <p:cNvSpPr txBox="1"/>
          <p:nvPr/>
        </p:nvSpPr>
        <p:spPr>
          <a:xfrm>
            <a:off x="487282" y="1995088"/>
            <a:ext cx="1770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Основной поток</a:t>
            </a:r>
            <a:endParaRPr lang="ru-RU" dirty="0"/>
          </a:p>
        </p:txBody>
      </p:sp>
      <p:pic>
        <p:nvPicPr>
          <p:cNvPr id="123" name="Рисунок 1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4" y="4982468"/>
            <a:ext cx="629776" cy="890728"/>
          </a:xfrm>
          <a:prstGeom prst="rect">
            <a:avLst/>
          </a:prstGeom>
        </p:spPr>
      </p:pic>
      <p:cxnSp>
        <p:nvCxnSpPr>
          <p:cNvPr id="125" name="Соединительная линия уступом 124"/>
          <p:cNvCxnSpPr>
            <a:stCxn id="63" idx="3"/>
            <a:endCxn id="123" idx="1"/>
          </p:cNvCxnSpPr>
          <p:nvPr/>
        </p:nvCxnSpPr>
        <p:spPr>
          <a:xfrm>
            <a:off x="1602821" y="4214127"/>
            <a:ext cx="556183" cy="1213705"/>
          </a:xfrm>
          <a:prstGeom prst="bentConnector3">
            <a:avLst>
              <a:gd name="adj1" fmla="val 32322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Соединительная линия уступом 128"/>
          <p:cNvCxnSpPr>
            <a:stCxn id="123" idx="3"/>
            <a:endCxn id="56" idx="1"/>
          </p:cNvCxnSpPr>
          <p:nvPr/>
        </p:nvCxnSpPr>
        <p:spPr>
          <a:xfrm flipV="1">
            <a:off x="2788780" y="3742943"/>
            <a:ext cx="690553" cy="1684889"/>
          </a:xfrm>
          <a:prstGeom prst="bentConnector3">
            <a:avLst>
              <a:gd name="adj1" fmla="val 50000"/>
            </a:avLst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/>
          <p:cNvSpPr txBox="1"/>
          <p:nvPr/>
        </p:nvSpPr>
        <p:spPr>
          <a:xfrm>
            <a:off x="1793934" y="5743610"/>
            <a:ext cx="1417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к</a:t>
            </a:r>
            <a:r>
              <a:rPr lang="ru-RU" sz="1000" dirty="0" smtClean="0"/>
              <a:t>онтейнер сообщений</a:t>
            </a:r>
            <a:endParaRPr lang="ru-RU" sz="1000" dirty="0"/>
          </a:p>
        </p:txBody>
      </p:sp>
      <p:pic>
        <p:nvPicPr>
          <p:cNvPr id="133" name="Рисунок 13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2886" y="2349087"/>
            <a:ext cx="763597" cy="1080000"/>
          </a:xfrm>
          <a:prstGeom prst="rect">
            <a:avLst/>
          </a:prstGeom>
        </p:spPr>
      </p:pic>
      <p:cxnSp>
        <p:nvCxnSpPr>
          <p:cNvPr id="136" name="Соединительная линия уступом 135"/>
          <p:cNvCxnSpPr/>
          <p:nvPr/>
        </p:nvCxnSpPr>
        <p:spPr>
          <a:xfrm flipV="1">
            <a:off x="5099194" y="3458363"/>
            <a:ext cx="564482" cy="487676"/>
          </a:xfrm>
          <a:prstGeom prst="bentConnector2">
            <a:avLst/>
          </a:prstGeom>
          <a:ln w="889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Рисунок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4977" y="3874057"/>
            <a:ext cx="1418509" cy="2006279"/>
          </a:xfrm>
          <a:prstGeom prst="rect">
            <a:avLst/>
          </a:prstGeom>
        </p:spPr>
      </p:pic>
      <p:sp>
        <p:nvSpPr>
          <p:cNvPr id="67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kav_logger</a:t>
            </a:r>
            <a:endParaRPr lang="ru-RU" sz="4000" dirty="0"/>
          </a:p>
        </p:txBody>
      </p:sp>
      <p:cxnSp>
        <p:nvCxnSpPr>
          <p:cNvPr id="69" name="Прямая соединительная линия 68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256114" y="3175817"/>
            <a:ext cx="6767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/>
              <a:t>л</a:t>
            </a:r>
            <a:r>
              <a:rPr lang="ru-RU" sz="1000" dirty="0" smtClean="0"/>
              <a:t>ог-файл</a:t>
            </a:r>
            <a:endParaRPr lang="ru-RU" sz="1000" dirty="0"/>
          </a:p>
        </p:txBody>
      </p:sp>
      <p:sp>
        <p:nvSpPr>
          <p:cNvPr id="90" name="TextBox 89"/>
          <p:cNvSpPr txBox="1"/>
          <p:nvPr/>
        </p:nvSpPr>
        <p:spPr>
          <a:xfrm>
            <a:off x="10973253" y="5491867"/>
            <a:ext cx="62869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консоль</a:t>
            </a:r>
            <a:endParaRPr lang="ru-RU" sz="1000" dirty="0"/>
          </a:p>
        </p:txBody>
      </p:sp>
      <p:sp>
        <p:nvSpPr>
          <p:cNvPr id="95" name="TextBox 94"/>
          <p:cNvSpPr txBox="1"/>
          <p:nvPr/>
        </p:nvSpPr>
        <p:spPr>
          <a:xfrm>
            <a:off x="6504471" y="6076886"/>
            <a:ext cx="129554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очередь сообщений</a:t>
            </a:r>
            <a:endParaRPr lang="ru-RU" sz="1000" dirty="0"/>
          </a:p>
        </p:txBody>
      </p:sp>
      <p:pic>
        <p:nvPicPr>
          <p:cNvPr id="75" name="Рисунок 7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8824" y="4227797"/>
            <a:ext cx="381798" cy="540000"/>
          </a:xfrm>
          <a:prstGeom prst="rect">
            <a:avLst/>
          </a:prstGeom>
        </p:spPr>
      </p:pic>
      <p:pic>
        <p:nvPicPr>
          <p:cNvPr id="98" name="Рисунок 9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0760" y="4232716"/>
            <a:ext cx="381798" cy="540000"/>
          </a:xfrm>
          <a:prstGeom prst="rect">
            <a:avLst/>
          </a:prstGeom>
        </p:spPr>
      </p:pic>
      <p:pic>
        <p:nvPicPr>
          <p:cNvPr id="101" name="Рисунок 100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8105" y="3677194"/>
            <a:ext cx="381798" cy="540000"/>
          </a:xfrm>
          <a:prstGeom prst="rect">
            <a:avLst/>
          </a:prstGeom>
        </p:spPr>
      </p:pic>
      <p:pic>
        <p:nvPicPr>
          <p:cNvPr id="103" name="Рисунок 102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0390" y="4603924"/>
            <a:ext cx="381798" cy="540000"/>
          </a:xfrm>
          <a:prstGeom prst="rect">
            <a:avLst/>
          </a:prstGeom>
        </p:spPr>
      </p:pic>
      <p:pic>
        <p:nvPicPr>
          <p:cNvPr id="104" name="Рисунок 10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7194" y="3871420"/>
            <a:ext cx="381798" cy="540000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383278" y="467317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6" name="TextBox 105"/>
          <p:cNvSpPr txBox="1"/>
          <p:nvPr/>
        </p:nvSpPr>
        <p:spPr>
          <a:xfrm>
            <a:off x="2729835" y="4673347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7" name="TextBox 106"/>
          <p:cNvSpPr txBox="1"/>
          <p:nvPr/>
        </p:nvSpPr>
        <p:spPr>
          <a:xfrm>
            <a:off x="4927104" y="4115385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8" name="TextBox 107"/>
          <p:cNvSpPr txBox="1"/>
          <p:nvPr/>
        </p:nvSpPr>
        <p:spPr>
          <a:xfrm>
            <a:off x="9802902" y="5054398"/>
            <a:ext cx="80596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sp>
        <p:nvSpPr>
          <p:cNvPr id="109" name="TextBox 108"/>
          <p:cNvSpPr txBox="1"/>
          <p:nvPr/>
        </p:nvSpPr>
        <p:spPr>
          <a:xfrm>
            <a:off x="10875499" y="4319641"/>
            <a:ext cx="80502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сообщение</a:t>
            </a:r>
            <a:endParaRPr lang="ru-RU" sz="1000" dirty="0"/>
          </a:p>
        </p:txBody>
      </p:sp>
      <p:pic>
        <p:nvPicPr>
          <p:cNvPr id="84" name="Рисунок 83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7548" y="4897164"/>
            <a:ext cx="381800" cy="540000"/>
          </a:xfrm>
          <a:prstGeom prst="rect">
            <a:avLst/>
          </a:prstGeom>
        </p:spPr>
      </p:pic>
      <p:pic>
        <p:nvPicPr>
          <p:cNvPr id="85" name="Рисунок 84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3907" y="4894226"/>
            <a:ext cx="381799" cy="540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12451" y="5287518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  <p:sp>
        <p:nvSpPr>
          <p:cNvPr id="113" name="TextBox 112"/>
          <p:cNvSpPr txBox="1"/>
          <p:nvPr/>
        </p:nvSpPr>
        <p:spPr>
          <a:xfrm>
            <a:off x="1460813" y="5293055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 smtClean="0"/>
              <a:t>мьютекс</a:t>
            </a: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622360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31.12.2025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24</a:t>
            </a:fld>
            <a:endParaRPr lang="ru-RU"/>
          </a:p>
        </p:txBody>
      </p:sp>
      <p:graphicFrame>
        <p:nvGraphicFramePr>
          <p:cNvPr id="6" name="Схема 5"/>
          <p:cNvGraphicFramePr/>
          <p:nvPr>
            <p:extLst>
              <p:ext uri="{D42A27DB-BD31-4B8C-83A1-F6EECF244321}">
                <p14:modId xmlns:p14="http://schemas.microsoft.com/office/powerpoint/2010/main" val="3186715135"/>
              </p:ext>
            </p:extLst>
          </p:nvPr>
        </p:nvGraphicFramePr>
        <p:xfrm>
          <a:off x="3222901" y="1993350"/>
          <a:ext cx="7920000" cy="398717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14" name="Рисунок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5197" y="2630317"/>
            <a:ext cx="611002" cy="432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9735" y="2985587"/>
            <a:ext cx="661918" cy="468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1200" y="3370352"/>
            <a:ext cx="330895" cy="468000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102" y="3735675"/>
            <a:ext cx="330895" cy="468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4" y="2630316"/>
            <a:ext cx="611002" cy="432000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203" y="3011257"/>
            <a:ext cx="611002" cy="43200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872" y="5493926"/>
            <a:ext cx="661919" cy="468000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2517" y="5589047"/>
            <a:ext cx="661919" cy="468000"/>
          </a:xfrm>
          <a:prstGeom prst="rect">
            <a:avLst/>
          </a:prstGeom>
        </p:spPr>
      </p:pic>
      <p:pic>
        <p:nvPicPr>
          <p:cNvPr id="11" name="Рисунок 10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752" y="5090286"/>
            <a:ext cx="362540" cy="512761"/>
          </a:xfrm>
          <a:prstGeom prst="rect">
            <a:avLst/>
          </a:prstGeom>
        </p:spPr>
      </p:pic>
      <p:pic>
        <p:nvPicPr>
          <p:cNvPr id="12" name="Рисунок 1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12" y="4750320"/>
            <a:ext cx="330894" cy="46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Общие возможности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/>
              <a:t>Б</a:t>
            </a:r>
            <a:r>
              <a:rPr lang="ru-RU" sz="4000" dirty="0" smtClean="0"/>
              <a:t>иблиотека </a:t>
            </a:r>
            <a:r>
              <a:rPr lang="en-US" sz="4000" dirty="0" smtClean="0"/>
              <a:t>kav</a:t>
            </a:r>
            <a:r>
              <a:rPr lang="ru-RU" sz="4000" dirty="0" smtClean="0"/>
              <a:t>_</a:t>
            </a:r>
            <a:r>
              <a:rPr lang="en-US" sz="4000" dirty="0" smtClean="0"/>
              <a:t>fileOperations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802929" y="2581156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3" name="TextBox 22"/>
          <p:cNvSpPr txBox="1"/>
          <p:nvPr/>
        </p:nvSpPr>
        <p:spPr>
          <a:xfrm>
            <a:off x="1798012" y="2949865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  <p:sp>
        <p:nvSpPr>
          <p:cNvPr id="24" name="TextBox 23"/>
          <p:cNvSpPr txBox="1"/>
          <p:nvPr/>
        </p:nvSpPr>
        <p:spPr>
          <a:xfrm>
            <a:off x="2043820" y="5565251"/>
            <a:ext cx="324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smtClean="0"/>
              <a:t>/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5436511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25</a:t>
            </a:fld>
            <a:endParaRPr lang="ru-RU"/>
          </a:p>
        </p:txBody>
      </p:sp>
      <p:sp>
        <p:nvSpPr>
          <p:cNvPr id="5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6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тестов</a:t>
            </a:r>
            <a:endParaRPr lang="ru-RU" sz="4000" dirty="0"/>
          </a:p>
        </p:txBody>
      </p:sp>
      <p:cxnSp>
        <p:nvCxnSpPr>
          <p:cNvPr id="7" name="Прямая соединительная линия 6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47609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31.12.2025</a:t>
            </a:fld>
            <a:endParaRPr lang="ru-RU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26</a:t>
            </a:fld>
            <a:endParaRPr lang="ru-RU" dirty="0"/>
          </a:p>
        </p:txBody>
      </p:sp>
      <p:sp>
        <p:nvSpPr>
          <p:cNvPr id="5" name="TextBox 4"/>
          <p:cNvSpPr txBox="1"/>
          <p:nvPr/>
        </p:nvSpPr>
        <p:spPr>
          <a:xfrm>
            <a:off x="1060728" y="4001372"/>
            <a:ext cx="5915209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ru-RU" dirty="0" smtClean="0"/>
              <a:t>Ключи запуска приложения: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пути файлов конфигурации, запросов и ответов;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в</a:t>
            </a:r>
            <a:r>
              <a:rPr lang="ru-RU" dirty="0" smtClean="0"/>
              <a:t>ыбор базы документов или путей файлов документов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ути файлов конфигурации логгера;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оказывать консоль сообщений;</a:t>
            </a:r>
          </a:p>
          <a:p>
            <a:pPr marL="285750" indent="-285750">
              <a:buFontTx/>
              <a:buChar char="-"/>
            </a:pPr>
            <a:r>
              <a:rPr lang="ru-RU" dirty="0"/>
              <a:t>ж</a:t>
            </a:r>
            <a:r>
              <a:rPr lang="ru-RU" dirty="0" smtClean="0"/>
              <a:t>елаемое количество потоков;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м</a:t>
            </a:r>
            <a:r>
              <a:rPr lang="ru-RU" dirty="0" smtClean="0"/>
              <a:t>аксимальное количество непрочитанных файлов;</a:t>
            </a:r>
          </a:p>
          <a:p>
            <a:pPr marL="285750" indent="-285750">
              <a:buFontTx/>
              <a:buChar char="-"/>
            </a:pPr>
            <a:r>
              <a:rPr lang="ru-RU" dirty="0"/>
              <a:t>п</a:t>
            </a:r>
            <a:r>
              <a:rPr lang="ru-RU" dirty="0" smtClean="0"/>
              <a:t>омощь;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3504523" y="246723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9133" y="891653"/>
            <a:ext cx="2567857" cy="3631868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6801297" y="2464745"/>
            <a:ext cx="252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342536" y="1717856"/>
            <a:ext cx="1399930" cy="1980000"/>
            <a:chOff x="9755496" y="1501547"/>
            <a:chExt cx="1399930" cy="1980000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55496" y="1501547"/>
              <a:ext cx="1399930" cy="1980000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>
              <a:off x="10004719" y="3083903"/>
              <a:ext cx="909223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ф</a:t>
              </a:r>
              <a:r>
                <a:rPr lang="ru-RU" sz="1000" dirty="0" smtClean="0"/>
                <a:t>айл ответов</a:t>
              </a:r>
              <a:endParaRPr lang="ru-RU" sz="1000" dirty="0"/>
            </a:p>
          </p:txBody>
        </p:sp>
      </p:grpSp>
      <p:sp>
        <p:nvSpPr>
          <p:cNvPr id="19" name="TextBox 18"/>
          <p:cNvSpPr txBox="1"/>
          <p:nvPr/>
        </p:nvSpPr>
        <p:spPr>
          <a:xfrm>
            <a:off x="372560" y="851056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 smtClean="0"/>
              <a:t>Общий итог</a:t>
            </a:r>
            <a:endParaRPr lang="ru-RU" sz="2400" dirty="0"/>
          </a:p>
        </p:txBody>
      </p:sp>
      <p:sp>
        <p:nvSpPr>
          <p:cNvPr id="20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 работы над проектом</a:t>
            </a:r>
            <a:endParaRPr lang="ru-RU" sz="4000" dirty="0"/>
          </a:p>
        </p:txBody>
      </p:sp>
      <p:cxnSp>
        <p:nvCxnSpPr>
          <p:cNvPr id="22" name="Прямая соединительная линия 2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Стрелка вправо 22"/>
          <p:cNvSpPr/>
          <p:nvPr/>
        </p:nvSpPr>
        <p:spPr>
          <a:xfrm rot="5400000">
            <a:off x="7127156" y="2849707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4" name="Стрелка вправо 23"/>
          <p:cNvSpPr/>
          <p:nvPr/>
        </p:nvSpPr>
        <p:spPr>
          <a:xfrm rot="5400000">
            <a:off x="8278536" y="2853339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33" name="Группа 32"/>
          <p:cNvGrpSpPr/>
          <p:nvPr/>
        </p:nvGrpSpPr>
        <p:grpSpPr>
          <a:xfrm>
            <a:off x="7002529" y="3342142"/>
            <a:ext cx="763597" cy="1080000"/>
            <a:chOff x="7543303" y="3686273"/>
            <a:chExt cx="763597" cy="1080000"/>
          </a:xfrm>
        </p:grpSpPr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43303" y="3686273"/>
              <a:ext cx="763597" cy="1080000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>
              <a:off x="7576531" y="4513003"/>
              <a:ext cx="67678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/>
                <a:t>л</a:t>
              </a:r>
              <a:r>
                <a:rPr lang="ru-RU" sz="1000" dirty="0" smtClean="0"/>
                <a:t>ог-файл</a:t>
              </a:r>
              <a:endParaRPr lang="ru-RU" sz="1000" dirty="0"/>
            </a:p>
          </p:txBody>
        </p:sp>
      </p:grpSp>
      <p:grpSp>
        <p:nvGrpSpPr>
          <p:cNvPr id="34" name="Группа 33"/>
          <p:cNvGrpSpPr/>
          <p:nvPr/>
        </p:nvGrpSpPr>
        <p:grpSpPr>
          <a:xfrm>
            <a:off x="7991072" y="3111117"/>
            <a:ext cx="1080000" cy="1527507"/>
            <a:chOff x="8787484" y="3514241"/>
            <a:chExt cx="1080000" cy="1527507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787484" y="3514241"/>
              <a:ext cx="1080000" cy="1527507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9016057" y="4597067"/>
              <a:ext cx="62869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ru-RU" sz="1000" dirty="0" smtClean="0"/>
                <a:t>консоль</a:t>
              </a:r>
              <a:endParaRPr lang="ru-RU" sz="1000" dirty="0"/>
            </a:p>
          </p:txBody>
        </p:sp>
      </p:grpSp>
      <p:grpSp>
        <p:nvGrpSpPr>
          <p:cNvPr id="32" name="Группа 31"/>
          <p:cNvGrpSpPr/>
          <p:nvPr/>
        </p:nvGrpSpPr>
        <p:grpSpPr>
          <a:xfrm>
            <a:off x="130291" y="1291353"/>
            <a:ext cx="3235152" cy="2691628"/>
            <a:chOff x="264344" y="758990"/>
            <a:chExt cx="3235152" cy="2691628"/>
          </a:xfrm>
        </p:grpSpPr>
        <p:pic>
          <p:nvPicPr>
            <p:cNvPr id="11" name="Рисунок 1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76341" y="1412076"/>
              <a:ext cx="1440000" cy="2036674"/>
            </a:xfrm>
            <a:prstGeom prst="rect">
              <a:avLst/>
            </a:prstGeom>
          </p:spPr>
        </p:pic>
        <p:pic>
          <p:nvPicPr>
            <p:cNvPr id="12" name="Рисунок 1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81308" y="1413944"/>
              <a:ext cx="1440000" cy="2036674"/>
            </a:xfrm>
            <a:prstGeom prst="rect">
              <a:avLst/>
            </a:prstGeom>
          </p:spPr>
        </p:pic>
        <p:grpSp>
          <p:nvGrpSpPr>
            <p:cNvPr id="31" name="Группа 30"/>
            <p:cNvGrpSpPr/>
            <p:nvPr/>
          </p:nvGrpSpPr>
          <p:grpSpPr>
            <a:xfrm>
              <a:off x="264344" y="758990"/>
              <a:ext cx="3235152" cy="2402111"/>
              <a:chOff x="282853" y="772716"/>
              <a:chExt cx="3235152" cy="2402111"/>
            </a:xfrm>
          </p:grpSpPr>
          <p:pic>
            <p:nvPicPr>
              <p:cNvPr id="8" name="Рисунок 7"/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2853" y="779361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9" name="Рисунок 8"/>
              <p:cNvPicPr>
                <a:picLocks noChangeAspect="1"/>
              </p:cNvPicPr>
              <p:nvPr/>
            </p:nvPicPr>
            <p:blipFill>
              <a:blip r:embed="rId10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78677" y="774489"/>
                <a:ext cx="1440000" cy="2036674"/>
              </a:xfrm>
              <a:prstGeom prst="rect">
                <a:avLst/>
              </a:prstGeom>
            </p:spPr>
          </p:pic>
          <p:pic>
            <p:nvPicPr>
              <p:cNvPr id="10" name="Рисунок 9"/>
              <p:cNvPicPr>
                <a:picLocks noChangeAspect="1"/>
              </p:cNvPicPr>
              <p:nvPr/>
            </p:nvPicPr>
            <p:blipFill>
              <a:blip r:embed="rId11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078005" y="772716"/>
                <a:ext cx="1440000" cy="2036675"/>
              </a:xfrm>
              <a:prstGeom prst="rect">
                <a:avLst/>
              </a:prstGeom>
            </p:spPr>
          </p:pic>
          <p:sp>
            <p:nvSpPr>
              <p:cNvPr id="6" name="Прямоугольник 5"/>
              <p:cNvSpPr/>
              <p:nvPr/>
            </p:nvSpPr>
            <p:spPr>
              <a:xfrm>
                <a:off x="466818" y="1368296"/>
                <a:ext cx="2880000" cy="1548000"/>
              </a:xfrm>
              <a:prstGeom prst="rect">
                <a:avLst/>
              </a:prstGeom>
              <a:noFill/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5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>
                  <a:hueOff val="0"/>
                  <a:satOff val="0"/>
                  <a:lumOff val="0"/>
                  <a:alphaOff val="0"/>
                </a:schemeClr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1466053" y="2928606"/>
                <a:ext cx="8611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ru-RU" sz="1000" dirty="0" smtClean="0"/>
                  <a:t>пути файлов</a:t>
                </a:r>
                <a:endParaRPr lang="ru-RU" sz="1000" dirty="0"/>
              </a:p>
            </p:txBody>
          </p:sp>
        </p:grpSp>
      </p:grpSp>
      <p:sp>
        <p:nvSpPr>
          <p:cNvPr id="7" name="TextBox 6"/>
          <p:cNvSpPr txBox="1"/>
          <p:nvPr/>
        </p:nvSpPr>
        <p:spPr>
          <a:xfrm>
            <a:off x="3993143" y="3483303"/>
            <a:ext cx="2831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  <a:r>
              <a:rPr lang="en-US" dirty="0" smtClean="0"/>
              <a:t>earch_engine.exe /… /… /…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18080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AB0DF-01E8-4782-A602-314B3FF37A29}" type="datetime1">
              <a:rPr lang="ru-RU" smtClean="0"/>
              <a:t>31.12.2025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3135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Заголовок 2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C4FDAF-C654-4288-9437-917D77737F5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28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165" y="1884268"/>
            <a:ext cx="2452061" cy="3468091"/>
          </a:xfrm>
          <a:prstGeom prst="rect">
            <a:avLst/>
          </a:prstGeom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0637" y="2770900"/>
            <a:ext cx="1121068" cy="1585591"/>
          </a:xfrm>
          <a:prstGeom prst="rect">
            <a:avLst/>
          </a:prstGeom>
        </p:spPr>
      </p:pic>
      <p:sp>
        <p:nvSpPr>
          <p:cNvPr id="13" name="Стрелка вправо 12"/>
          <p:cNvSpPr/>
          <p:nvPr/>
        </p:nvSpPr>
        <p:spPr>
          <a:xfrm>
            <a:off x="3706269" y="3390245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4499" y="2363007"/>
            <a:ext cx="1726332" cy="2441651"/>
          </a:xfrm>
          <a:prstGeom prst="rect">
            <a:avLst/>
          </a:prstGeom>
        </p:spPr>
      </p:pic>
      <p:sp>
        <p:nvSpPr>
          <p:cNvPr id="16" name="Стрелка вправо 15"/>
          <p:cNvSpPr/>
          <p:nvPr/>
        </p:nvSpPr>
        <p:spPr>
          <a:xfrm>
            <a:off x="5330074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7" name="Рисунок 1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96479" y="2206531"/>
            <a:ext cx="1919123" cy="2714326"/>
          </a:xfrm>
          <a:prstGeom prst="rect">
            <a:avLst/>
          </a:prstGeom>
        </p:spPr>
      </p:pic>
      <p:sp>
        <p:nvSpPr>
          <p:cNvPr id="18" name="Стрелка вправо 17"/>
          <p:cNvSpPr/>
          <p:nvPr/>
        </p:nvSpPr>
        <p:spPr>
          <a:xfrm>
            <a:off x="853443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671535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Стрелка вправо 19"/>
          <p:cNvSpPr/>
          <p:nvPr/>
        </p:nvSpPr>
        <p:spPr>
          <a:xfrm>
            <a:off x="8466450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3753" y="2085149"/>
            <a:ext cx="2119244" cy="2997369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0297172" y="345351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3" name="Рисунок 22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694" y="2499352"/>
            <a:ext cx="1505053" cy="2128683"/>
          </a:xfrm>
          <a:prstGeom prst="rect">
            <a:avLst/>
          </a:prstGeom>
        </p:spPr>
      </p:pic>
      <p:sp>
        <p:nvSpPr>
          <p:cNvPr id="24" name="Стрелка вправо 23"/>
          <p:cNvSpPr/>
          <p:nvPr/>
        </p:nvSpPr>
        <p:spPr>
          <a:xfrm>
            <a:off x="2168509" y="3375996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0854" y="2675759"/>
            <a:ext cx="1255327" cy="1775482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0535" y="2522442"/>
            <a:ext cx="1424188" cy="201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5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29</a:t>
            </a:fld>
            <a:endParaRPr lang="ru-RU"/>
          </a:p>
        </p:txBody>
      </p:sp>
      <p:graphicFrame>
        <p:nvGraphicFramePr>
          <p:cNvPr id="10" name="Объект 9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612981151"/>
              </p:ext>
            </p:extLst>
          </p:nvPr>
        </p:nvGraphicFramePr>
        <p:xfrm>
          <a:off x="2074609" y="2020888"/>
          <a:ext cx="393290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3" name="Объект 12"/>
          <p:cNvGraphicFramePr>
            <a:graphicFrameLocks noGrp="1"/>
          </p:cNvGraphicFramePr>
          <p:nvPr>
            <p:ph sz="half" idx="4294967295"/>
            <p:extLst>
              <p:ext uri="{D42A27DB-BD31-4B8C-83A1-F6EECF244321}">
                <p14:modId xmlns:p14="http://schemas.microsoft.com/office/powerpoint/2010/main" val="2240014798"/>
              </p:ext>
            </p:extLst>
          </p:nvPr>
        </p:nvGraphicFramePr>
        <p:xfrm>
          <a:off x="6174660" y="2020888"/>
          <a:ext cx="4149213" cy="28749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0" y="892358"/>
            <a:ext cx="12181731" cy="461665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ru-RU" sz="2400" dirty="0"/>
              <a:t>?</a:t>
            </a:r>
          </a:p>
        </p:txBody>
      </p:sp>
      <p:sp>
        <p:nvSpPr>
          <p:cNvPr id="9" name="Заголовок 1"/>
          <p:cNvSpPr txBox="1">
            <a:spLocks/>
          </p:cNvSpPr>
          <p:nvPr/>
        </p:nvSpPr>
        <p:spPr>
          <a:xfrm>
            <a:off x="959629" y="114734"/>
            <a:ext cx="10058400" cy="588936"/>
          </a:xfrm>
          <a:prstGeom prst="rect">
            <a:avLst/>
          </a:prstGeom>
        </p:spPr>
        <p:txBody>
          <a:bodyPr>
            <a:normAutofit fontScale="90000" lnSpcReduction="1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ru-RU" dirty="0"/>
          </a:p>
        </p:txBody>
      </p:sp>
      <p:sp>
        <p:nvSpPr>
          <p:cNvPr id="11" name="Заголовок 1"/>
          <p:cNvSpPr txBox="1">
            <a:spLocks/>
          </p:cNvSpPr>
          <p:nvPr/>
        </p:nvSpPr>
        <p:spPr>
          <a:xfrm>
            <a:off x="0" y="-14615"/>
            <a:ext cx="12192000" cy="922287"/>
          </a:xfrm>
          <a:prstGeom prst="rect">
            <a:avLst/>
          </a:prstGeom>
        </p:spPr>
        <p:txBody>
          <a:bodyPr vert="horz" lIns="91440" tIns="45720" rIns="91440" bIns="45720" rtlCol="0" anchor="ctr" anchorCtr="1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800" kern="1200" spc="-50" baseline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 smtClean="0"/>
              <a:t>Результаты применения многопоточности</a:t>
            </a:r>
            <a:endParaRPr lang="ru-RU" sz="4000" dirty="0"/>
          </a:p>
        </p:txBody>
      </p:sp>
      <p:cxnSp>
        <p:nvCxnSpPr>
          <p:cNvPr id="12" name="Прямая соединительная линия 11"/>
          <p:cNvCxnSpPr/>
          <p:nvPr/>
        </p:nvCxnSpPr>
        <p:spPr>
          <a:xfrm>
            <a:off x="344129" y="904590"/>
            <a:ext cx="11513574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2919688" y="4905682"/>
            <a:ext cx="22214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4 раза</a:t>
            </a:r>
            <a:endParaRPr lang="ru-RU" dirty="0"/>
          </a:p>
        </p:txBody>
      </p:sp>
      <p:sp>
        <p:nvSpPr>
          <p:cNvPr id="14" name="TextBox 13"/>
          <p:cNvSpPr txBox="1"/>
          <p:nvPr/>
        </p:nvSpPr>
        <p:spPr>
          <a:xfrm>
            <a:off x="6574787" y="4905682"/>
            <a:ext cx="3359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увеличение в 3,9 раза и 4,1 раза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4110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31.12.2025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09565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31</a:t>
            </a:fld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1097280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4086274" y="2968884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7280" y="1884266"/>
            <a:ext cx="1908994" cy="270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036285" y="4633485"/>
            <a:ext cx="21909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</a:t>
            </a:r>
          </a:p>
          <a:p>
            <a:r>
              <a:rPr lang="ru-RU" dirty="0" smtClean="0"/>
              <a:t>ответов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4723435" y="4649008"/>
            <a:ext cx="28060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ответов: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с</a:t>
            </a:r>
            <a:r>
              <a:rPr lang="ru-RU" dirty="0" smtClean="0"/>
              <a:t>тепень релевантности </a:t>
            </a:r>
          </a:p>
          <a:p>
            <a:r>
              <a:rPr lang="ru-RU" dirty="0"/>
              <a:t>д</a:t>
            </a:r>
            <a:r>
              <a:rPr lang="ru-RU" dirty="0" smtClean="0"/>
              <a:t>окументов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1170" y="1834209"/>
            <a:ext cx="1947160" cy="275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3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32</a:t>
            </a:fld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9551" y="1805147"/>
            <a:ext cx="1908994" cy="2700000"/>
          </a:xfrm>
          <a:prstGeom prst="rect">
            <a:avLst/>
          </a:prstGeom>
        </p:spPr>
      </p:pic>
      <p:sp>
        <p:nvSpPr>
          <p:cNvPr id="10" name="Стрелка вправо 9"/>
          <p:cNvSpPr/>
          <p:nvPr/>
        </p:nvSpPr>
        <p:spPr>
          <a:xfrm>
            <a:off x="2537467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5478543" y="3015996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/>
          <p:cNvSpPr txBox="1"/>
          <p:nvPr/>
        </p:nvSpPr>
        <p:spPr>
          <a:xfrm>
            <a:off x="320303" y="4505147"/>
            <a:ext cx="262116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</a:t>
            </a:r>
            <a:r>
              <a:rPr lang="ru-RU" dirty="0"/>
              <a:t> </a:t>
            </a:r>
            <a:r>
              <a:rPr lang="ru-RU" dirty="0" smtClean="0"/>
              <a:t>конфигурации: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общая конфигурация;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массив имён файлов</a:t>
            </a:r>
            <a:endParaRPr lang="ru-RU" dirty="0"/>
          </a:p>
        </p:txBody>
      </p:sp>
      <p:sp>
        <p:nvSpPr>
          <p:cNvPr id="15" name="TextBox 14"/>
          <p:cNvSpPr txBox="1"/>
          <p:nvPr/>
        </p:nvSpPr>
        <p:spPr>
          <a:xfrm>
            <a:off x="3438205" y="4526811"/>
            <a:ext cx="23811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Текстовые  документы</a:t>
            </a:r>
            <a:endParaRPr lang="ru-RU" dirty="0"/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358" y="2133468"/>
            <a:ext cx="1590607" cy="224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730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147484"/>
            <a:ext cx="10058400" cy="894735"/>
          </a:xfrm>
        </p:spPr>
        <p:txBody>
          <a:bodyPr/>
          <a:lstStyle/>
          <a:p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33</a:t>
            </a:fld>
            <a:endParaRPr lang="ru-RU"/>
          </a:p>
        </p:txBody>
      </p:sp>
      <p:sp>
        <p:nvSpPr>
          <p:cNvPr id="13" name="Стрелка вправо 12"/>
          <p:cNvSpPr/>
          <p:nvPr/>
        </p:nvSpPr>
        <p:spPr>
          <a:xfrm>
            <a:off x="6856803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7809" y="1279335"/>
            <a:ext cx="1908994" cy="2700000"/>
          </a:xfrm>
          <a:prstGeom prst="rect">
            <a:avLst/>
          </a:prstGeom>
        </p:spPr>
      </p:pic>
      <p:sp>
        <p:nvSpPr>
          <p:cNvPr id="15" name="Стрелка вправо 14"/>
          <p:cNvSpPr/>
          <p:nvPr/>
        </p:nvSpPr>
        <p:spPr>
          <a:xfrm>
            <a:off x="3993312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4318" y="1279335"/>
            <a:ext cx="1908994" cy="2700000"/>
          </a:xfrm>
          <a:prstGeom prst="rect">
            <a:avLst/>
          </a:prstGeom>
        </p:spPr>
      </p:pic>
      <p:sp>
        <p:nvSpPr>
          <p:cNvPr id="17" name="Стрелка вправо 16"/>
          <p:cNvSpPr/>
          <p:nvPr/>
        </p:nvSpPr>
        <p:spPr>
          <a:xfrm>
            <a:off x="1129821" y="2387019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342406" y="3886845"/>
            <a:ext cx="13928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</a:t>
            </a:r>
          </a:p>
          <a:p>
            <a:r>
              <a:rPr lang="ru-RU" dirty="0" smtClean="0"/>
              <a:t>документам</a:t>
            </a:r>
            <a:endParaRPr lang="ru-RU" dirty="0"/>
          </a:p>
        </p:txBody>
      </p:sp>
      <p:sp>
        <p:nvSpPr>
          <p:cNvPr id="19" name="TextBox 18"/>
          <p:cNvSpPr txBox="1"/>
          <p:nvPr/>
        </p:nvSpPr>
        <p:spPr>
          <a:xfrm>
            <a:off x="4647796" y="3886845"/>
            <a:ext cx="2509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</a:t>
            </a:r>
          </a:p>
          <a:p>
            <a:r>
              <a:rPr lang="ru-RU" dirty="0" smtClean="0"/>
              <a:t>индексов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47523"/>
              </p:ext>
            </p:extLst>
          </p:nvPr>
        </p:nvGraphicFramePr>
        <p:xfrm>
          <a:off x="7802900" y="5585904"/>
          <a:ext cx="4044335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579"/>
                <a:gridCol w="3038756"/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 smtClean="0"/>
                        <a:t>Слово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 </a:t>
                      </a:r>
                      <a:r>
                        <a:rPr lang="ru-RU" dirty="0" smtClean="0"/>
                        <a:t>документа, количество вхождений слова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02900" y="5127149"/>
            <a:ext cx="3434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инвертированных индексов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34455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866520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F477-1E06-42B9-98CE-724D285F544D}" type="datetime1">
              <a:rPr lang="ru-RU" smtClean="0"/>
              <a:t>31.12.2025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34</a:t>
            </a:fld>
            <a:endParaRPr lang="ru-RU"/>
          </a:p>
        </p:txBody>
      </p:sp>
      <p:sp>
        <p:nvSpPr>
          <p:cNvPr id="12" name="Стрелка вправо 11"/>
          <p:cNvSpPr/>
          <p:nvPr/>
        </p:nvSpPr>
        <p:spPr>
          <a:xfrm>
            <a:off x="4235752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Стрелка вправо 17"/>
          <p:cNvSpPr/>
          <p:nvPr/>
        </p:nvSpPr>
        <p:spPr>
          <a:xfrm>
            <a:off x="7148898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Стрелка вправо 18"/>
          <p:cNvSpPr/>
          <p:nvPr/>
        </p:nvSpPr>
        <p:spPr>
          <a:xfrm>
            <a:off x="10012389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0" name="Рисунок 1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5752" y="1451099"/>
            <a:ext cx="1908994" cy="2700000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395" y="1451099"/>
            <a:ext cx="1908994" cy="2700000"/>
          </a:xfrm>
          <a:prstGeom prst="rect">
            <a:avLst/>
          </a:prstGeom>
        </p:spPr>
      </p:pic>
      <p:sp>
        <p:nvSpPr>
          <p:cNvPr id="22" name="Стрелка вправо 21"/>
          <p:cNvSpPr/>
          <p:nvPr/>
        </p:nvSpPr>
        <p:spPr>
          <a:xfrm>
            <a:off x="1372261" y="2558783"/>
            <a:ext cx="1080000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TextBox 22"/>
          <p:cNvSpPr txBox="1"/>
          <p:nvPr/>
        </p:nvSpPr>
        <p:spPr>
          <a:xfrm>
            <a:off x="2000095" y="4094057"/>
            <a:ext cx="27140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Файл запросов:</a:t>
            </a:r>
          </a:p>
          <a:p>
            <a:pPr marL="285750" indent="-285750">
              <a:buFontTx/>
              <a:buChar char="-"/>
            </a:pPr>
            <a:r>
              <a:rPr lang="ru-RU" dirty="0"/>
              <a:t>н</a:t>
            </a:r>
            <a:r>
              <a:rPr lang="ru-RU" dirty="0" smtClean="0"/>
              <a:t>абор слов для поиска</a:t>
            </a:r>
            <a:endParaRPr lang="ru-RU" dirty="0"/>
          </a:p>
        </p:txBody>
      </p:sp>
      <p:sp>
        <p:nvSpPr>
          <p:cNvPr id="24" name="TextBox 23"/>
          <p:cNvSpPr txBox="1"/>
          <p:nvPr/>
        </p:nvSpPr>
        <p:spPr>
          <a:xfrm>
            <a:off x="4966273" y="4094056"/>
            <a:ext cx="2884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Поиск по базе </a:t>
            </a:r>
          </a:p>
          <a:p>
            <a:r>
              <a:rPr lang="ru-RU" dirty="0" smtClean="0"/>
              <a:t>инвертированного индекса</a:t>
            </a:r>
            <a:endParaRPr lang="ru-RU" dirty="0"/>
          </a:p>
        </p:txBody>
      </p:sp>
      <p:sp>
        <p:nvSpPr>
          <p:cNvPr id="25" name="TextBox 24"/>
          <p:cNvSpPr txBox="1"/>
          <p:nvPr/>
        </p:nvSpPr>
        <p:spPr>
          <a:xfrm>
            <a:off x="7826390" y="4145521"/>
            <a:ext cx="2945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 ответов</a:t>
            </a:r>
            <a:endParaRPr lang="ru-RU" dirty="0"/>
          </a:p>
        </p:txBody>
      </p:sp>
      <p:graphicFrame>
        <p:nvGraphicFramePr>
          <p:cNvPr id="2" name="Таблица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259596"/>
              </p:ext>
            </p:extLst>
          </p:nvPr>
        </p:nvGraphicFramePr>
        <p:xfrm>
          <a:off x="6544370" y="5572828"/>
          <a:ext cx="5305486" cy="64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9032"/>
                <a:gridCol w="4076454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ID </a:t>
                      </a:r>
                      <a:r>
                        <a:rPr lang="ru-RU" dirty="0" smtClean="0"/>
                        <a:t>запроса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{ID</a:t>
                      </a:r>
                      <a:r>
                        <a:rPr lang="en-US" baseline="0" dirty="0" smtClean="0"/>
                        <a:t> </a:t>
                      </a:r>
                      <a:r>
                        <a:rPr lang="ru-RU" baseline="0" dirty="0" smtClean="0"/>
                        <a:t>документа, относительная релевантность</a:t>
                      </a:r>
                      <a:r>
                        <a:rPr lang="en-US" dirty="0" smtClean="0"/>
                        <a:t>}</a:t>
                      </a:r>
                      <a:r>
                        <a:rPr lang="ru-RU" dirty="0" smtClean="0"/>
                        <a:t>, …</a:t>
                      </a:r>
                      <a:endParaRPr lang="ru-RU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737837"/>
            <a:ext cx="750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6543458" y="5120992"/>
            <a:ext cx="2138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smtClean="0"/>
              <a:t>База релевантности</a:t>
            </a:r>
            <a:endParaRPr lang="ru-RU" dirty="0"/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7639" y="1729933"/>
            <a:ext cx="1497226" cy="2117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0069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15850B-FCCB-4950-8D75-8D81D52F3FBD}" type="datetime1">
              <a:rPr lang="ru-RU" smtClean="0"/>
              <a:t>31.12.2025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1231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Группа 16"/>
          <p:cNvGrpSpPr/>
          <p:nvPr/>
        </p:nvGrpSpPr>
        <p:grpSpPr>
          <a:xfrm>
            <a:off x="3213296" y="1949116"/>
            <a:ext cx="7844304" cy="4153736"/>
            <a:chOff x="3408461" y="590301"/>
            <a:chExt cx="1296590" cy="1296590"/>
          </a:xfrm>
          <a:solidFill>
            <a:schemeClr val="accent1">
              <a:hueOff val="0"/>
              <a:satOff val="0"/>
              <a:lumOff val="0"/>
            </a:schemeClr>
          </a:solidFill>
        </p:grpSpPr>
        <p:sp>
          <p:nvSpPr>
            <p:cNvPr id="18" name="Скругленный прямоугольник 17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  <a:grpFill/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9" name="Скругленный прямоугольник 4"/>
            <p:cNvSpPr/>
            <p:nvPr/>
          </p:nvSpPr>
          <p:spPr>
            <a:xfrm>
              <a:off x="3467347" y="649562"/>
              <a:ext cx="1170002" cy="1170002"/>
            </a:xfrm>
            <a:prstGeom prst="rect">
              <a:avLst/>
            </a:prstGeom>
            <a:grpFill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t" anchorCtr="1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SearchEngine</a:t>
              </a:r>
              <a:endParaRPr lang="ru-RU" sz="1900" kern="1200" dirty="0"/>
            </a:p>
          </p:txBody>
        </p:sp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8" name="Объект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74023417"/>
              </p:ext>
            </p:extLst>
          </p:nvPr>
        </p:nvGraphicFramePr>
        <p:xfrm>
          <a:off x="5021247" y="1949116"/>
          <a:ext cx="6036352" cy="41436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5719E-8A6A-457D-98CF-1B213C53F5CE}" type="datetime1">
              <a:rPr lang="ru-RU" smtClean="0"/>
              <a:t>31.12.2025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https://github.com/AVKazmirchuk/SearchEngine</a:t>
            </a:r>
            <a:endParaRPr lang="ru-RU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D715E-836E-42D1-BDDD-058C1EE5707C}" type="slidenum">
              <a:rPr lang="ru-RU" smtClean="0"/>
              <a:t>36</a:t>
            </a:fld>
            <a:endParaRPr lang="ru-RU"/>
          </a:p>
        </p:txBody>
      </p:sp>
      <p:sp>
        <p:nvSpPr>
          <p:cNvPr id="11" name="Стрелка вправо 10"/>
          <p:cNvSpPr/>
          <p:nvPr/>
        </p:nvSpPr>
        <p:spPr>
          <a:xfrm>
            <a:off x="2550696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TextBox 25"/>
          <p:cNvSpPr txBox="1"/>
          <p:nvPr/>
        </p:nvSpPr>
        <p:spPr>
          <a:xfrm>
            <a:off x="993954" y="5015622"/>
            <a:ext cx="31134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 smtClean="0"/>
              <a:t>пути к файлам документов</a:t>
            </a:r>
          </a:p>
          <a:p>
            <a:pPr marL="285750" indent="-285750">
              <a:buFontTx/>
              <a:buChar char="-"/>
            </a:pPr>
            <a:r>
              <a:rPr lang="ru-RU" dirty="0" smtClean="0"/>
              <a:t>запросы</a:t>
            </a:r>
          </a:p>
          <a:p>
            <a:pPr marL="285750" indent="-285750">
              <a:buFontTx/>
              <a:buChar char="-"/>
            </a:pPr>
            <a:endParaRPr lang="ru-RU" dirty="0"/>
          </a:p>
        </p:txBody>
      </p:sp>
      <p:sp>
        <p:nvSpPr>
          <p:cNvPr id="27" name="TextBox 26"/>
          <p:cNvSpPr txBox="1"/>
          <p:nvPr/>
        </p:nvSpPr>
        <p:spPr>
          <a:xfrm>
            <a:off x="4073529" y="2398917"/>
            <a:ext cx="1834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</a:t>
            </a:r>
            <a:r>
              <a:rPr lang="ru-RU" dirty="0" smtClean="0"/>
              <a:t>бъекты классов</a:t>
            </a:r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3270165" y="3317427"/>
            <a:ext cx="1296590" cy="1296590"/>
            <a:chOff x="3408461" y="590301"/>
            <a:chExt cx="1296590" cy="1296590"/>
          </a:xfrm>
        </p:grpSpPr>
        <p:sp>
          <p:nvSpPr>
            <p:cNvPr id="13" name="Скругленный прямоугольник 12"/>
            <p:cNvSpPr/>
            <p:nvPr/>
          </p:nvSpPr>
          <p:spPr>
            <a:xfrm>
              <a:off x="3408461" y="590301"/>
              <a:ext cx="1296590" cy="1296590"/>
            </a:xfrm>
            <a:prstGeom prst="round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1">
                <a:hueOff val="0"/>
                <a:satOff val="0"/>
                <a:lumOff val="0"/>
                <a:alphaOff val="0"/>
              </a:schemeClr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4" name="Скругленный прямоугольник 4"/>
            <p:cNvSpPr/>
            <p:nvPr/>
          </p:nvSpPr>
          <p:spPr>
            <a:xfrm>
              <a:off x="3471755" y="653595"/>
              <a:ext cx="1170002" cy="117000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065" tIns="12065" rIns="12065" bIns="12065" numCol="1" spcCol="1270" anchor="ctr" anchorCtr="0">
              <a:noAutofit/>
            </a:bodyPr>
            <a:lstStyle/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Dispatcher</a:t>
              </a:r>
              <a:endParaRPr lang="ru-RU" sz="1900" kern="1200" dirty="0" smtClean="0"/>
            </a:p>
            <a:p>
              <a:pPr lvl="0" algn="ctr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900" kern="1200" dirty="0" smtClean="0"/>
                <a:t>Operations</a:t>
              </a:r>
              <a:endParaRPr lang="ru-RU" sz="1900" kern="1200" dirty="0"/>
            </a:p>
          </p:txBody>
        </p:sp>
      </p:grpSp>
      <p:sp>
        <p:nvSpPr>
          <p:cNvPr id="15" name="Стрелка вправо 14"/>
          <p:cNvSpPr/>
          <p:nvPr/>
        </p:nvSpPr>
        <p:spPr>
          <a:xfrm>
            <a:off x="4544097" y="3778638"/>
            <a:ext cx="525014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38" y="1949116"/>
            <a:ext cx="1464861" cy="2071838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844" y="3364033"/>
            <a:ext cx="1417094" cy="2004277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434" y="1828276"/>
            <a:ext cx="1605413" cy="2270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2937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514949"/>
      </a:dk2>
      <a:lt2>
        <a:srgbClr val="E1E1DB"/>
      </a:lt2>
      <a:accent1>
        <a:srgbClr val="9DBFBE"/>
      </a:accent1>
      <a:accent2>
        <a:srgbClr val="DB8631"/>
      </a:accent2>
      <a:accent3>
        <a:srgbClr val="E3CC5A"/>
      </a:accent3>
      <a:accent4>
        <a:srgbClr val="ACADA8"/>
      </a:accent4>
      <a:accent5>
        <a:srgbClr val="927C61"/>
      </a:accent5>
      <a:accent6>
        <a:srgbClr val="B3B435"/>
      </a:accent6>
      <a:hlink>
        <a:srgbClr val="0000FF"/>
      </a:hlink>
      <a:folHlink>
        <a:srgbClr val="800080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>
    <a:spDef>
      <a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21000" b="-21000"/>
          </a:stretch>
        </a:blipFill>
      </a:spPr>
      <a:bodyPr/>
      <a:lstStyle/>
      <a:style>
        <a:lnRef idx="2">
          <a:schemeClr val="lt1">
            <a:hueOff val="0"/>
            <a:satOff val="0"/>
            <a:lumOff val="0"/>
            <a:alphaOff val="0"/>
          </a:schemeClr>
        </a:lnRef>
        <a:fillRef idx="1">
          <a:scrgbClr r="0" g="0" b="0"/>
        </a:fillRef>
        <a:effectRef idx="0">
          <a:schemeClr val="accent1">
            <a:tint val="50000"/>
            <a:hueOff val="0"/>
            <a:satOff val="0"/>
            <a:lumOff val="0"/>
            <a:alphaOff val="0"/>
          </a:schemeClr>
        </a:effectRef>
        <a:fontRef idx="minor">
          <a:schemeClr val="lt1">
            <a:hueOff val="0"/>
            <a:satOff val="0"/>
            <a:lumOff val="0"/>
            <a:alphaOff val="0"/>
          </a:schemeClr>
        </a:fontRef>
      </a:style>
    </a:spDef>
  </a:objectDefaults>
  <a:extraClrSchemeLst/>
  <a:extLst>
    <a:ext uri="{05A4C25C-085E-4340-85A3-A5531E510DB2}">
      <thm15:themeFamily xmlns:thm15="http://schemas.microsoft.com/office/thememl/2012/main" name="Retrospect" id="{5F128B03-DCCA-4EEB-AB3B-CF2899314A46}" vid="{243AF7DC-D15B-41C0-AE81-23980D1B9FC4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18068</TotalTime>
  <Words>1847</Words>
  <Application>Microsoft Office PowerPoint</Application>
  <PresentationFormat>Широкоэкранный</PresentationFormat>
  <Paragraphs>616</Paragraphs>
  <Slides>36</Slides>
  <Notes>15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36</vt:i4>
      </vt:variant>
    </vt:vector>
  </HeadingPairs>
  <TitlesOfParts>
    <vt:vector size="39" baseType="lpstr">
      <vt:lpstr>Calibri</vt:lpstr>
      <vt:lpstr>Calibri Light</vt:lpstr>
      <vt:lpstr>Ретро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Индексация документов в дополнительных потоках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Казмирчук Александр Владимирович</dc:creator>
  <cp:lastModifiedBy>Alexander</cp:lastModifiedBy>
  <cp:revision>532</cp:revision>
  <dcterms:created xsi:type="dcterms:W3CDTF">2025-10-14T05:54:15Z</dcterms:created>
  <dcterms:modified xsi:type="dcterms:W3CDTF">2025-12-31T18:07:25Z</dcterms:modified>
</cp:coreProperties>
</file>
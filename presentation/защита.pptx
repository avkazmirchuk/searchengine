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4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82" r:id="rId13"/>
    <p:sldId id="264" r:id="rId14"/>
    <p:sldId id="266" r:id="rId15"/>
    <p:sldId id="268" r:id="rId16"/>
    <p:sldId id="279" r:id="rId17"/>
    <p:sldId id="280" r:id="rId18"/>
    <p:sldId id="281" r:id="rId19"/>
    <p:sldId id="259" r:id="rId20"/>
    <p:sldId id="269" r:id="rId21"/>
    <p:sldId id="271" r:id="rId22"/>
    <p:sldId id="2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3940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>
        <p:scale>
          <a:sx n="100" d="100"/>
          <a:sy n="100" d="100"/>
        </p:scale>
        <p:origin x="72" y="198"/>
      </p:cViewPr>
      <p:guideLst>
        <p:guide orient="horz" pos="2160"/>
        <p:guide pos="3840"/>
        <p:guide pos="3940"/>
        <p:guide orient="horz" pos="22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9242232"/>
        <c:axId val="409245760"/>
      </c:barChart>
      <c:catAx>
        <c:axId val="4092422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5760"/>
        <c:crosses val="autoZero"/>
        <c:auto val="1"/>
        <c:lblAlgn val="ctr"/>
        <c:lblOffset val="100"/>
        <c:noMultiLvlLbl val="0"/>
      </c:catAx>
      <c:valAx>
        <c:axId val="409245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22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30633656"/>
        <c:axId val="412714136"/>
      </c:barChart>
      <c:catAx>
        <c:axId val="3306336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2714136"/>
        <c:crosses val="autoZero"/>
        <c:auto val="1"/>
        <c:lblAlgn val="ctr"/>
        <c:lblOffset val="100"/>
        <c:noMultiLvlLbl val="0"/>
      </c:catAx>
      <c:valAx>
        <c:axId val="4127141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306336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74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Engine</a:t>
          </a:r>
          <a:endParaRPr lang="ru-RU" sz="3200" b="1" kern="1200" dirty="0"/>
        </a:p>
      </dsp:txBody>
      <dsp:txXfrm>
        <a:off x="4133530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2445">
          <a:off x="1655143" y="1947092"/>
          <a:ext cx="2526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58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87869" y="74925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78" y="3148233"/>
          <a:ext cx="242339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39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5" y="2424393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517157" y="2503475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495766">
          <a:off x="3723755" y="1937357"/>
          <a:ext cx="36665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65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290" y="10098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5159" y="97967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28235">
          <a:off x="5960287" y="1942298"/>
          <a:ext cx="39421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1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7910" y="1873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5779" y="106603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184308">
          <a:off x="4889557" y="1932199"/>
          <a:ext cx="26439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2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42" y="3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11" y="87872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53010">
          <a:off x="5876466" y="1965227"/>
          <a:ext cx="249432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32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380" y="2281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318249" y="110679"/>
        <a:ext cx="1624262" cy="16242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rgbClr val="DFE8E8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5E6E4-35BF-4314-8C3D-ED211E2F9958}">
      <dsp:nvSpPr>
        <dsp:cNvPr id="0" name=""/>
        <dsp:cNvSpPr/>
      </dsp:nvSpPr>
      <dsp:spPr>
        <a:xfrm>
          <a:off x="200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Converter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JSON</a:t>
          </a:r>
          <a:endParaRPr lang="ru-RU" sz="1500" kern="1200" dirty="0"/>
        </a:p>
      </dsp:txBody>
      <dsp:txXfrm>
        <a:off x="57589" y="1298688"/>
        <a:ext cx="1027506" cy="1546298"/>
      </dsp:txXfrm>
    </dsp:sp>
    <dsp:sp modelId="{F054BA0B-B3F7-4B6B-BD2F-4AE8F4442468}">
      <dsp:nvSpPr>
        <dsp:cNvPr id="0" name=""/>
        <dsp:cNvSpPr/>
      </dsp:nvSpPr>
      <dsp:spPr>
        <a:xfrm>
          <a:off x="122542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Documents</a:t>
          </a:r>
          <a:endParaRPr lang="ru-RU" sz="1500" kern="1200" dirty="0"/>
        </a:p>
      </dsp:txBody>
      <dsp:txXfrm>
        <a:off x="1281006" y="1298688"/>
        <a:ext cx="1027506" cy="1546298"/>
      </dsp:txXfrm>
    </dsp:sp>
    <dsp:sp modelId="{DC4AEBBC-A52D-40F6-9146-7F10088A6B32}">
      <dsp:nvSpPr>
        <dsp:cNvPr id="0" name=""/>
        <dsp:cNvSpPr/>
      </dsp:nvSpPr>
      <dsp:spPr>
        <a:xfrm>
          <a:off x="2448836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Inverted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Index</a:t>
          </a:r>
          <a:endParaRPr lang="ru-RU" sz="1500" kern="1200" dirty="0"/>
        </a:p>
      </dsp:txBody>
      <dsp:txXfrm>
        <a:off x="2504422" y="1298688"/>
        <a:ext cx="1027506" cy="1546298"/>
      </dsp:txXfrm>
    </dsp:sp>
    <dsp:sp modelId="{014D856F-0A4A-4760-9506-E63C9F5DE09D}">
      <dsp:nvSpPr>
        <dsp:cNvPr id="0" name=""/>
        <dsp:cNvSpPr/>
      </dsp:nvSpPr>
      <dsp:spPr>
        <a:xfrm>
          <a:off x="367225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Requests</a:t>
          </a:r>
          <a:endParaRPr lang="ru-RU" sz="1500" kern="1200" dirty="0"/>
        </a:p>
      </dsp:txBody>
      <dsp:txXfrm>
        <a:off x="3727839" y="1298688"/>
        <a:ext cx="1027506" cy="1546298"/>
      </dsp:txXfrm>
    </dsp:sp>
    <dsp:sp modelId="{2EF5CFF0-CC5C-43EE-B44D-1D53039F8A29}">
      <dsp:nvSpPr>
        <dsp:cNvPr id="0" name=""/>
        <dsp:cNvSpPr/>
      </dsp:nvSpPr>
      <dsp:spPr>
        <a:xfrm>
          <a:off x="489567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Relevant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Response</a:t>
          </a:r>
          <a:endParaRPr lang="ru-RU" sz="1500" kern="1200" dirty="0"/>
        </a:p>
      </dsp:txBody>
      <dsp:txXfrm>
        <a:off x="4951256" y="1298688"/>
        <a:ext cx="1027506" cy="1546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63087"/>
          <a:ext cx="8208085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lvl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3000" kern="1200" dirty="0" smtClean="0"/>
            <a:t>Функции библиотеки</a:t>
          </a:r>
          <a:endParaRPr lang="ru-RU" sz="3000" kern="1200" dirty="0"/>
        </a:p>
      </dsp:txBody>
      <dsp:txXfrm>
        <a:off x="35125" y="98212"/>
        <a:ext cx="8137835" cy="649299"/>
      </dsp:txXfrm>
    </dsp:sp>
    <dsp:sp modelId="{625A264F-F3DF-4EEC-8B66-102C93BB9818}">
      <dsp:nvSpPr>
        <dsp:cNvPr id="0" name=""/>
        <dsp:cNvSpPr/>
      </dsp:nvSpPr>
      <dsp:spPr>
        <a:xfrm>
          <a:off x="0" y="782637"/>
          <a:ext cx="8208085" cy="1210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Прочитать/записать текстовый файл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Прочитать/записать </a:t>
          </a:r>
          <a:r>
            <a:rPr lang="en-US" sz="2300" kern="1200" dirty="0" smtClean="0"/>
            <a:t>JSON-</a:t>
          </a:r>
          <a:r>
            <a:rPr lang="ru-RU" sz="2300" kern="1200" dirty="0" smtClean="0"/>
            <a:t>файл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Проверить </a:t>
          </a:r>
          <a:r>
            <a:rPr lang="en-US" sz="2300" kern="1200" dirty="0" smtClean="0"/>
            <a:t>JSON-</a:t>
          </a:r>
          <a:r>
            <a:rPr lang="ru-RU" sz="2300" kern="1200" dirty="0" smtClean="0"/>
            <a:t>структуру на соответствие шаблону</a:t>
          </a:r>
          <a:endParaRPr lang="ru-RU" sz="2300" kern="1200" dirty="0"/>
        </a:p>
      </dsp:txBody>
      <dsp:txXfrm>
        <a:off x="0" y="782637"/>
        <a:ext cx="8208085" cy="1210950"/>
      </dsp:txXfrm>
    </dsp:sp>
    <dsp:sp modelId="{557F1F5C-6D75-4492-8EF1-6580ED92ACAF}">
      <dsp:nvSpPr>
        <dsp:cNvPr id="0" name=""/>
        <dsp:cNvSpPr/>
      </dsp:nvSpPr>
      <dsp:spPr>
        <a:xfrm>
          <a:off x="0" y="1993587"/>
          <a:ext cx="8208085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lvl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3000" kern="1200" dirty="0" smtClean="0"/>
            <a:t>Проверка при работе с файлами</a:t>
          </a:r>
          <a:endParaRPr lang="ru-RU" sz="3000" kern="1200" dirty="0"/>
        </a:p>
      </dsp:txBody>
      <dsp:txXfrm>
        <a:off x="35125" y="2028712"/>
        <a:ext cx="8137835" cy="649299"/>
      </dsp:txXfrm>
    </dsp:sp>
    <dsp:sp modelId="{657A1B8A-9783-4C29-9201-29A02D448FA4}">
      <dsp:nvSpPr>
        <dsp:cNvPr id="0" name=""/>
        <dsp:cNvSpPr/>
      </dsp:nvSpPr>
      <dsp:spPr>
        <a:xfrm>
          <a:off x="0" y="2713137"/>
          <a:ext cx="8208085" cy="1210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Проверка на существование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Проверка на открытие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Проверка на ошибки во время чтения/записи файла</a:t>
          </a:r>
          <a:endParaRPr lang="ru-RU" sz="2300" kern="1200" dirty="0"/>
        </a:p>
      </dsp:txBody>
      <dsp:txXfrm>
        <a:off x="0" y="2713137"/>
        <a:ext cx="8208085" cy="121095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868458" cy="6475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700" kern="1200" dirty="0" smtClean="0"/>
            <a:t>Функции библиотеки</a:t>
          </a:r>
          <a:endParaRPr lang="ru-RU" sz="2700" kern="1200" dirty="0"/>
        </a:p>
      </dsp:txBody>
      <dsp:txXfrm>
        <a:off x="31613" y="31613"/>
        <a:ext cx="7805232" cy="584369"/>
      </dsp:txXfrm>
    </dsp:sp>
    <dsp:sp modelId="{F2725D4B-59A7-40CF-AA8E-A27EC37530B2}">
      <dsp:nvSpPr>
        <dsp:cNvPr id="0" name=""/>
        <dsp:cNvSpPr/>
      </dsp:nvSpPr>
      <dsp:spPr>
        <a:xfrm>
          <a:off x="0" y="665250"/>
          <a:ext cx="7868458" cy="447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Предоставляет 5 уровней логирования</a:t>
          </a:r>
          <a:endParaRPr lang="ru-RU" sz="2100" kern="1200" dirty="0"/>
        </a:p>
      </dsp:txBody>
      <dsp:txXfrm>
        <a:off x="0" y="665250"/>
        <a:ext cx="7868458" cy="447120"/>
      </dsp:txXfrm>
    </dsp:sp>
    <dsp:sp modelId="{6C5C9815-44A2-4551-A509-FE6F0947C3DB}">
      <dsp:nvSpPr>
        <dsp:cNvPr id="0" name=""/>
        <dsp:cNvSpPr/>
      </dsp:nvSpPr>
      <dsp:spPr>
        <a:xfrm>
          <a:off x="0" y="1112370"/>
          <a:ext cx="7868458" cy="6475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700" kern="1200" dirty="0" smtClean="0"/>
            <a:t>Внутренние функции</a:t>
          </a:r>
          <a:endParaRPr lang="ru-RU" sz="2700" kern="1200" dirty="0"/>
        </a:p>
      </dsp:txBody>
      <dsp:txXfrm>
        <a:off x="31613" y="1143983"/>
        <a:ext cx="7805232" cy="584369"/>
      </dsp:txXfrm>
    </dsp:sp>
    <dsp:sp modelId="{84271FDF-D644-48A5-8BBB-391AF85E26F5}">
      <dsp:nvSpPr>
        <dsp:cNvPr id="0" name=""/>
        <dsp:cNvSpPr/>
      </dsp:nvSpPr>
      <dsp:spPr>
        <a:xfrm>
          <a:off x="0" y="1759965"/>
          <a:ext cx="7868458" cy="21238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Записывает сообщения в лог-файлы в другом потоке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Выводит события в консоль в другом потоке и в другом процессе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Регулирует интервал времени использования файла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Регулирует интервал времени хранения файла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100" kern="1200" dirty="0"/>
        </a:p>
      </dsp:txBody>
      <dsp:txXfrm>
        <a:off x="0" y="1759965"/>
        <a:ext cx="7868458" cy="2123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22.11.2025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22.11.2025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22.11.2025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22.11.2025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image" Target="../media/image43.png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66.png"/><Relationship Id="rId7" Type="http://schemas.openxmlformats.org/officeDocument/2006/relationships/image" Target="../media/image6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openxmlformats.org/officeDocument/2006/relationships/image" Target="../media/image6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59.png"/><Relationship Id="rId7" Type="http://schemas.openxmlformats.org/officeDocument/2006/relationships/image" Target="../media/image67.png"/><Relationship Id="rId12" Type="http://schemas.openxmlformats.org/officeDocument/2006/relationships/image" Target="../media/image7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62.png"/><Relationship Id="rId5" Type="http://schemas.openxmlformats.org/officeDocument/2006/relationships/image" Target="../media/image71.png"/><Relationship Id="rId10" Type="http://schemas.openxmlformats.org/officeDocument/2006/relationships/image" Target="../media/image63.png"/><Relationship Id="rId4" Type="http://schemas.openxmlformats.org/officeDocument/2006/relationships/image" Target="../media/image70.png"/><Relationship Id="rId9" Type="http://schemas.openxmlformats.org/officeDocument/2006/relationships/image" Target="../media/image7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7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76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78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8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  <a:endParaRPr lang="ru-RU" dirty="0" smtClean="0"/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</a:t>
            </a:r>
            <a:r>
              <a:rPr lang="ru-RU" dirty="0" smtClean="0"/>
              <a:t>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46" y="2193706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  <a:endParaRPr lang="ru-RU" sz="1200" dirty="0" smtClean="0"/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22.11.2025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27154" y="180255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7287" y="2183403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627" y="4863158"/>
            <a:ext cx="450738" cy="63750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932" y="4532382"/>
            <a:ext cx="804972" cy="113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375" y="5058617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311" y="5073027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550" y="454819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-474202"/>
            <a:ext cx="10058400" cy="111438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22.11.2025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22.11.2025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7311</TotalTime>
  <Words>724</Words>
  <Application>Microsoft Office PowerPoint</Application>
  <PresentationFormat>Широкоэкранный</PresentationFormat>
  <Paragraphs>306</Paragraphs>
  <Slides>22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225</cp:revision>
  <dcterms:created xsi:type="dcterms:W3CDTF">2025-10-14T05:54:15Z</dcterms:created>
  <dcterms:modified xsi:type="dcterms:W3CDTF">2025-11-22T16:56:27Z</dcterms:modified>
</cp:coreProperties>
</file>
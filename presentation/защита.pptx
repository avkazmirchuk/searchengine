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4"/>
  </p:notesMasterIdLst>
  <p:sldIdLst>
    <p:sldId id="256" r:id="rId2"/>
    <p:sldId id="274" r:id="rId3"/>
    <p:sldId id="275" r:id="rId4"/>
    <p:sldId id="273" r:id="rId5"/>
    <p:sldId id="257" r:id="rId6"/>
    <p:sldId id="258" r:id="rId7"/>
    <p:sldId id="276" r:id="rId8"/>
    <p:sldId id="277" r:id="rId9"/>
    <p:sldId id="278" r:id="rId10"/>
    <p:sldId id="260" r:id="rId11"/>
    <p:sldId id="263" r:id="rId12"/>
    <p:sldId id="282" r:id="rId13"/>
    <p:sldId id="264" r:id="rId14"/>
    <p:sldId id="266" r:id="rId15"/>
    <p:sldId id="268" r:id="rId16"/>
    <p:sldId id="279" r:id="rId17"/>
    <p:sldId id="280" r:id="rId18"/>
    <p:sldId id="281" r:id="rId19"/>
    <p:sldId id="259" r:id="rId20"/>
    <p:sldId id="269" r:id="rId21"/>
    <p:sldId id="271" r:id="rId22"/>
    <p:sldId id="272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3940" userDrawn="1">
          <p15:clr>
            <a:srgbClr val="A4A3A4"/>
          </p15:clr>
        </p15:guide>
        <p15:guide id="4" orient="horz" pos="226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107" d="100"/>
          <a:sy n="107" d="100"/>
        </p:scale>
        <p:origin x="612" y="114"/>
      </p:cViewPr>
      <p:guideLst>
        <p:guide orient="horz" pos="2160"/>
        <p:guide pos="3840"/>
        <p:guide pos="3940"/>
        <p:guide orient="horz" pos="22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9577856"/>
        <c:axId val="189570408"/>
      </c:barChart>
      <c:catAx>
        <c:axId val="1895778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570408"/>
        <c:crosses val="autoZero"/>
        <c:auto val="1"/>
        <c:lblAlgn val="ctr"/>
        <c:lblOffset val="100"/>
        <c:noMultiLvlLbl val="0"/>
      </c:catAx>
      <c:valAx>
        <c:axId val="1895704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5778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7577880"/>
        <c:axId val="477577096"/>
      </c:barChart>
      <c:catAx>
        <c:axId val="4775778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7577096"/>
        <c:crosses val="autoZero"/>
        <c:auto val="1"/>
        <c:lblAlgn val="ctr"/>
        <c:lblOffset val="100"/>
        <c:noMultiLvlLbl val="0"/>
      </c:catAx>
      <c:valAx>
        <c:axId val="4775770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75778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</a:t>
          </a:r>
          <a:r>
            <a:rPr lang="ru-RU" dirty="0" smtClean="0"/>
            <a:t>в </a:t>
          </a:r>
          <a:r>
            <a:rPr lang="ru-RU" dirty="0" smtClean="0"/>
            <a:t>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341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Функции библиотеки</a:t>
          </a:r>
          <a:endParaRPr lang="ru-RU" sz="2800" kern="1200" dirty="0"/>
        </a:p>
      </dsp:txBody>
      <dsp:txXfrm>
        <a:off x="32784" y="36201"/>
        <a:ext cx="8142517" cy="606012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8208085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8208085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Проверка при работе с файлами</a:t>
          </a:r>
          <a:endParaRPr lang="ru-RU" sz="2800" kern="1200" dirty="0"/>
        </a:p>
      </dsp:txBody>
      <dsp:txXfrm>
        <a:off x="32784" y="2214741"/>
        <a:ext cx="8142517" cy="606012"/>
      </dsp:txXfrm>
    </dsp:sp>
    <dsp:sp modelId="{657A1B8A-9783-4C29-9201-29A02D448FA4}">
      <dsp:nvSpPr>
        <dsp:cNvPr id="0" name=""/>
        <dsp:cNvSpPr/>
      </dsp:nvSpPr>
      <dsp:spPr>
        <a:xfrm>
          <a:off x="0" y="2853537"/>
          <a:ext cx="820808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53537"/>
        <a:ext cx="8208085" cy="113022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557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Функции библиотеки</a:t>
          </a:r>
          <a:endParaRPr lang="ru-RU" sz="2900" kern="1200" dirty="0"/>
        </a:p>
      </dsp:txBody>
      <dsp:txXfrm>
        <a:off x="33955" y="39530"/>
        <a:ext cx="7800548" cy="627655"/>
      </dsp:txXfrm>
    </dsp:sp>
    <dsp:sp modelId="{F2725D4B-59A7-40CF-AA8E-A27EC37530B2}">
      <dsp:nvSpPr>
        <dsp:cNvPr id="0" name=""/>
        <dsp:cNvSpPr/>
      </dsp:nvSpPr>
      <dsp:spPr>
        <a:xfrm>
          <a:off x="0" y="720105"/>
          <a:ext cx="7868458" cy="4802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20105"/>
        <a:ext cx="7868458" cy="480240"/>
      </dsp:txXfrm>
    </dsp:sp>
    <dsp:sp modelId="{6C5C9815-44A2-4551-A509-FE6F0947C3DB}">
      <dsp:nvSpPr>
        <dsp:cNvPr id="0" name=""/>
        <dsp:cNvSpPr/>
      </dsp:nvSpPr>
      <dsp:spPr>
        <a:xfrm>
          <a:off x="0" y="120034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Внутренние функции</a:t>
          </a:r>
          <a:endParaRPr lang="ru-RU" sz="2900" kern="1200" dirty="0"/>
        </a:p>
      </dsp:txBody>
      <dsp:txXfrm>
        <a:off x="33955" y="1234300"/>
        <a:ext cx="7800548" cy="627655"/>
      </dsp:txXfrm>
    </dsp:sp>
    <dsp:sp modelId="{84271FDF-D644-48A5-8BBB-391AF85E26F5}">
      <dsp:nvSpPr>
        <dsp:cNvPr id="0" name=""/>
        <dsp:cNvSpPr/>
      </dsp:nvSpPr>
      <dsp:spPr>
        <a:xfrm>
          <a:off x="0" y="1895910"/>
          <a:ext cx="7868458" cy="19809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</a:t>
          </a:r>
          <a:r>
            <a:rPr lang="ru-RU" sz="2300" kern="1200" dirty="0" smtClean="0"/>
            <a:t>в </a:t>
          </a:r>
          <a:r>
            <a:rPr lang="ru-RU" sz="2300" kern="1200" dirty="0" smtClean="0"/>
            <a:t>другом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95910"/>
        <a:ext cx="7868458" cy="19809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25.11.2025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25.11.2025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25.11.2025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25.11.2025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25.11.2025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25.11.2025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diagramData" Target="../diagrams/data1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8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image" Target="../media/image43.png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66.png"/><Relationship Id="rId7" Type="http://schemas.openxmlformats.org/officeDocument/2006/relationships/image" Target="../media/image6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9" Type="http://schemas.openxmlformats.org/officeDocument/2006/relationships/image" Target="../media/image6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59.png"/><Relationship Id="rId7" Type="http://schemas.openxmlformats.org/officeDocument/2006/relationships/image" Target="../media/image67.png"/><Relationship Id="rId12" Type="http://schemas.openxmlformats.org/officeDocument/2006/relationships/image" Target="../media/image7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62.png"/><Relationship Id="rId5" Type="http://schemas.openxmlformats.org/officeDocument/2006/relationships/image" Target="../media/image71.png"/><Relationship Id="rId10" Type="http://schemas.openxmlformats.org/officeDocument/2006/relationships/image" Target="../media/image63.png"/><Relationship Id="rId4" Type="http://schemas.openxmlformats.org/officeDocument/2006/relationships/image" Target="../media/image70.png"/><Relationship Id="rId9" Type="http://schemas.openxmlformats.org/officeDocument/2006/relationships/image" Target="../media/image7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7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76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78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8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2" Type="http://schemas.openxmlformats.org/officeDocument/2006/relationships/diagramData" Target="../diagrams/data6.xml"/><Relationship Id="rId16" Type="http://schemas.openxmlformats.org/officeDocument/2006/relationships/image" Target="../media/image94.png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11" Type="http://schemas.openxmlformats.org/officeDocument/2006/relationships/image" Target="../media/image89.png"/><Relationship Id="rId5" Type="http://schemas.openxmlformats.org/officeDocument/2006/relationships/diagramColors" Target="../diagrams/colors6.xml"/><Relationship Id="rId15" Type="http://schemas.openxmlformats.org/officeDocument/2006/relationships/image" Target="../media/image93.png"/><Relationship Id="rId10" Type="http://schemas.openxmlformats.org/officeDocument/2006/relationships/image" Target="../media/image88.png"/><Relationship Id="rId4" Type="http://schemas.openxmlformats.org/officeDocument/2006/relationships/diagramQuickStyle" Target="../diagrams/quickStyle6.xml"/><Relationship Id="rId9" Type="http://schemas.openxmlformats.org/officeDocument/2006/relationships/image" Target="../media/image87.png"/><Relationship Id="rId14" Type="http://schemas.openxmlformats.org/officeDocument/2006/relationships/image" Target="../media/image9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diagramLayout" Target="../diagrams/layout7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Relationship Id="rId9" Type="http://schemas.openxmlformats.org/officeDocument/2006/relationships/image" Target="../media/image9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666316"/>
            <a:ext cx="2850776" cy="63838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499819"/>
            <a:ext cx="2411402" cy="596629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55742"/>
            <a:ext cx="1556273" cy="615457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4291565"/>
            <a:ext cx="2385646" cy="715694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5259363"/>
            <a:ext cx="2794541" cy="6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46" y="2193706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5292017"/>
            <a:ext cx="509065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497365" y="-203025"/>
            <a:ext cx="9110227" cy="3960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25.11.2025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236179" y="521344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64467" y="4154088"/>
            <a:ext cx="1375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  <a:p>
            <a:pPr marL="285750" indent="-285750">
              <a:buFontTx/>
              <a:buChar char="-"/>
            </a:pPr>
            <a:r>
              <a:rPr lang="ru-RU" sz="1100" dirty="0" smtClean="0"/>
              <a:t>ответов</a:t>
            </a:r>
            <a:endParaRPr lang="ru-RU" sz="11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4" y="3276746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0" y="3220670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23784" y="28767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37569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63824" y="28993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134562" y="44856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88882" y="44838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86937" y="512412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400233" y="289701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3399357" y="456917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52838" y="5102824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" y="262384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939" y="2732393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301" y="3404765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500" y="3424390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882" y="2849245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>
            <a:grpSpLocks noChangeAspect="1"/>
          </p:cNvGrpSpPr>
          <p:nvPr/>
        </p:nvGrpSpPr>
        <p:grpSpPr>
          <a:xfrm>
            <a:off x="2601602" y="908592"/>
            <a:ext cx="1555226" cy="1692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79" y="1371283"/>
            <a:ext cx="662506" cy="937021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874" y="1320452"/>
            <a:ext cx="707820" cy="100111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83426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841517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829" y="1614852"/>
            <a:ext cx="450738" cy="637505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7979153" y="838645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832253" y="82450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069" y="1661057"/>
            <a:ext cx="403126" cy="570165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641" y="1671102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342791" y="904799"/>
            <a:ext cx="1800000" cy="1800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Search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Engine</a:t>
                </a:r>
                <a:endParaRPr lang="ru-RU" sz="1100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" y="1251787"/>
            <a:ext cx="1060186" cy="14994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806" y="1421535"/>
            <a:ext cx="841102" cy="11896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624" y="1493642"/>
            <a:ext cx="766243" cy="108374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180" y="1439902"/>
            <a:ext cx="842235" cy="119122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377" y="1488732"/>
            <a:ext cx="767313" cy="10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право 31"/>
          <p:cNvSpPr/>
          <p:nvPr/>
        </p:nvSpPr>
        <p:spPr>
          <a:xfrm>
            <a:off x="5153954" y="546565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327154" y="1802559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5766836" y="4128300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7287" y="2183403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4627" y="4863158"/>
            <a:ext cx="450738" cy="637505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932" y="4532382"/>
            <a:ext cx="804972" cy="113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682124" y="551042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513579" y="4217829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375" y="5058617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311" y="5073027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550" y="454819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-474202"/>
            <a:ext cx="10058400" cy="111438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25.11.2025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25.11.2025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8" y="2256685"/>
            <a:ext cx="815715" cy="5767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965" y="2738718"/>
            <a:ext cx="976306" cy="69028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371" y="5287093"/>
            <a:ext cx="722720" cy="51098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684" y="5392897"/>
            <a:ext cx="636421" cy="44997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599" y="502982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350" y="4482354"/>
            <a:ext cx="479615" cy="6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25.11.2025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173872973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415" y="3658628"/>
            <a:ext cx="436621" cy="6175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477" y="3928461"/>
            <a:ext cx="519745" cy="735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7646</TotalTime>
  <Words>721</Words>
  <Application>Microsoft Office PowerPoint</Application>
  <PresentationFormat>Широкоэкранный</PresentationFormat>
  <Paragraphs>304</Paragraphs>
  <Slides>22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5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240</cp:revision>
  <dcterms:created xsi:type="dcterms:W3CDTF">2025-10-14T05:54:15Z</dcterms:created>
  <dcterms:modified xsi:type="dcterms:W3CDTF">2025-11-25T13:38:13Z</dcterms:modified>
</cp:coreProperties>
</file>
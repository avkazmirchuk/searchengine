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8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79" r:id="rId10"/>
    <p:sldId id="280" r:id="rId11"/>
    <p:sldId id="281" r:id="rId12"/>
    <p:sldId id="283" r:id="rId13"/>
    <p:sldId id="269" r:id="rId14"/>
    <p:sldId id="272" r:id="rId15"/>
    <p:sldId id="259" r:id="rId16"/>
    <p:sldId id="271" r:id="rId17"/>
    <p:sldId id="285" r:id="rId18"/>
    <p:sldId id="287" r:id="rId19"/>
    <p:sldId id="257" r:id="rId20"/>
    <p:sldId id="289" r:id="rId21"/>
    <p:sldId id="278" r:id="rId22"/>
    <p:sldId id="258" r:id="rId23"/>
    <p:sldId id="276" r:id="rId24"/>
    <p:sldId id="277" r:id="rId25"/>
    <p:sldId id="288" r:id="rId26"/>
    <p:sldId id="263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38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1232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2" autoAdjust="0"/>
    <p:restoredTop sz="96400" autoAdjust="0"/>
  </p:normalViewPr>
  <p:slideViewPr>
    <p:cSldViewPr snapToGrid="0">
      <p:cViewPr varScale="1">
        <p:scale>
          <a:sx n="97" d="100"/>
          <a:sy n="97" d="100"/>
        </p:scale>
        <p:origin x="78" y="318"/>
      </p:cViewPr>
      <p:guideLst>
        <p:guide orient="horz" pos="3838"/>
        <p:guide pos="3840"/>
        <p:guide pos="1232"/>
        <p:guide orient="horz" pos="18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чтение текстовых файлов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90914400"/>
        <c:axId val="490919496"/>
      </c:barChart>
      <c:catAx>
        <c:axId val="4909144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0919496"/>
        <c:crosses val="autoZero"/>
        <c:auto val="1"/>
        <c:lblAlgn val="ctr"/>
        <c:lblOffset val="100"/>
        <c:noMultiLvlLbl val="0"/>
      </c:catAx>
      <c:valAx>
        <c:axId val="490919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09144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формирование базы индекса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90916752"/>
        <c:axId val="490915184"/>
      </c:barChart>
      <c:catAx>
        <c:axId val="490916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0915184"/>
        <c:crosses val="autoZero"/>
        <c:auto val="1"/>
        <c:lblAlgn val="ctr"/>
        <c:lblOffset val="100"/>
        <c:noMultiLvlLbl val="0"/>
      </c:catAx>
      <c:valAx>
        <c:axId val="4909151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09167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98" y="2064675"/>
          <a:ext cx="1980274" cy="19802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Engine</a:t>
          </a:r>
          <a:endParaRPr lang="ru-RU" sz="3200" b="0" kern="1200" dirty="0"/>
        </a:p>
      </dsp:txBody>
      <dsp:txXfrm>
        <a:off x="4133567" y="2161344"/>
        <a:ext cx="1786936" cy="1786936"/>
      </dsp:txXfrm>
    </dsp:sp>
    <dsp:sp modelId="{667DE06D-C223-4C57-8F2C-DDC107791A47}">
      <dsp:nvSpPr>
        <dsp:cNvPr id="0" name=""/>
        <dsp:cNvSpPr/>
      </dsp:nvSpPr>
      <dsp:spPr>
        <a:xfrm rot="12462626">
          <a:off x="1655368" y="1947355"/>
          <a:ext cx="252640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40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6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Converter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JSON </a:t>
          </a:r>
          <a:endParaRPr lang="ru-RU" sz="1800" b="0" kern="1200" dirty="0"/>
        </a:p>
      </dsp:txBody>
      <dsp:txXfrm>
        <a:off x="87881" y="74935"/>
        <a:ext cx="1624484" cy="1624484"/>
      </dsp:txXfrm>
    </dsp:sp>
    <dsp:sp modelId="{65390B38-AF76-4E62-872B-309581DF08C7}">
      <dsp:nvSpPr>
        <dsp:cNvPr id="0" name=""/>
        <dsp:cNvSpPr/>
      </dsp:nvSpPr>
      <dsp:spPr>
        <a:xfrm rot="10656261">
          <a:off x="1619206" y="3146788"/>
          <a:ext cx="241874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1874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39" y="2421119"/>
          <a:ext cx="1620224" cy="16202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Dispatcher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Operations</a:t>
          </a:r>
          <a:endParaRPr lang="ru-RU" sz="1800" b="0" kern="1200" dirty="0"/>
        </a:p>
      </dsp:txBody>
      <dsp:txXfrm>
        <a:off x="79132" y="2500212"/>
        <a:ext cx="1462038" cy="1462038"/>
      </dsp:txXfrm>
    </dsp:sp>
    <dsp:sp modelId="{8F086A69-6FE7-48AB-8D4E-831F6AAADB3F}">
      <dsp:nvSpPr>
        <dsp:cNvPr id="0" name=""/>
        <dsp:cNvSpPr/>
      </dsp:nvSpPr>
      <dsp:spPr>
        <a:xfrm rot="13495766">
          <a:off x="3723735" y="1937621"/>
          <a:ext cx="36670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70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032" y="1010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Documents </a:t>
          </a:r>
          <a:endParaRPr lang="ru-RU" sz="1800" b="0" kern="1200" dirty="0"/>
        </a:p>
      </dsp:txBody>
      <dsp:txXfrm>
        <a:off x="2064913" y="97981"/>
        <a:ext cx="1624484" cy="1624484"/>
      </dsp:txXfrm>
    </dsp:sp>
    <dsp:sp modelId="{1503B29C-C796-4217-A6E0-D8D0E4C12287}">
      <dsp:nvSpPr>
        <dsp:cNvPr id="0" name=""/>
        <dsp:cNvSpPr/>
      </dsp:nvSpPr>
      <dsp:spPr>
        <a:xfrm rot="18913225">
          <a:off x="5959720" y="1932806"/>
          <a:ext cx="39597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597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8243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800" b="0" kern="1200" dirty="0" smtClean="0"/>
            <a:t>Requests </a:t>
          </a:r>
          <a:endParaRPr lang="ru-RU" sz="1800" b="0" kern="1200" dirty="0"/>
        </a:p>
      </dsp:txBody>
      <dsp:txXfrm>
        <a:off x="6386124" y="87881"/>
        <a:ext cx="1624484" cy="1624484"/>
      </dsp:txXfrm>
    </dsp:sp>
    <dsp:sp modelId="{B23D5C2B-B6D2-4298-9DAF-A69442F1C2D7}">
      <dsp:nvSpPr>
        <dsp:cNvPr id="0" name=""/>
        <dsp:cNvSpPr/>
      </dsp:nvSpPr>
      <dsp:spPr>
        <a:xfrm rot="16184308">
          <a:off x="4889697" y="1932462"/>
          <a:ext cx="26442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42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76" y="3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InvertedIndex </a:t>
          </a:r>
          <a:endParaRPr lang="ru-RU" sz="1800" b="0" kern="1200" dirty="0"/>
        </a:p>
      </dsp:txBody>
      <dsp:txXfrm>
        <a:off x="4204957" y="87884"/>
        <a:ext cx="1624484" cy="1624484"/>
      </dsp:txXfrm>
    </dsp:sp>
    <dsp:sp modelId="{645660FC-29F0-4ECD-9736-2F09D9960928}">
      <dsp:nvSpPr>
        <dsp:cNvPr id="0" name=""/>
        <dsp:cNvSpPr/>
      </dsp:nvSpPr>
      <dsp:spPr>
        <a:xfrm rot="19937998">
          <a:off x="5873892" y="1953838"/>
          <a:ext cx="250037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0037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986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Relevant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Response </a:t>
          </a:r>
          <a:endParaRPr lang="ru-RU" sz="1800" b="0" kern="1200" dirty="0"/>
        </a:p>
      </dsp:txBody>
      <dsp:txXfrm>
        <a:off x="8318867" y="87881"/>
        <a:ext cx="1624484" cy="162448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29875" y="29875"/>
        <a:ext cx="7860250" cy="552249"/>
      </dsp:txXfrm>
    </dsp:sp>
    <dsp:sp modelId="{F2725D4B-59A7-40CF-AA8E-A27EC37530B2}">
      <dsp:nvSpPr>
        <dsp:cNvPr id="0" name=""/>
        <dsp:cNvSpPr/>
      </dsp:nvSpPr>
      <dsp:spPr>
        <a:xfrm>
          <a:off x="0" y="708719"/>
          <a:ext cx="7920000" cy="496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Предоставляет 5 уровней логирования</a:t>
          </a:r>
          <a:endParaRPr lang="ru-RU" sz="2300" kern="1200" dirty="0"/>
        </a:p>
      </dsp:txBody>
      <dsp:txXfrm>
        <a:off x="0" y="708719"/>
        <a:ext cx="7920000" cy="496800"/>
      </dsp:txXfrm>
    </dsp:sp>
    <dsp:sp modelId="{6C5C9815-44A2-4551-A509-FE6F0947C3DB}">
      <dsp:nvSpPr>
        <dsp:cNvPr id="0" name=""/>
        <dsp:cNvSpPr/>
      </dsp:nvSpPr>
      <dsp:spPr>
        <a:xfrm>
          <a:off x="0" y="120552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Внутренние функции</a:t>
          </a:r>
          <a:endParaRPr lang="ru-RU" sz="2400" kern="1200" dirty="0"/>
        </a:p>
      </dsp:txBody>
      <dsp:txXfrm>
        <a:off x="29875" y="1235395"/>
        <a:ext cx="7860250" cy="552249"/>
      </dsp:txXfrm>
    </dsp:sp>
    <dsp:sp modelId="{84271FDF-D644-48A5-8BBB-391AF85E26F5}">
      <dsp:nvSpPr>
        <dsp:cNvPr id="0" name=""/>
        <dsp:cNvSpPr/>
      </dsp:nvSpPr>
      <dsp:spPr>
        <a:xfrm>
          <a:off x="0" y="1817519"/>
          <a:ext cx="7920000" cy="1987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Записывает сообщения в лог-файлы в другом потоке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Выводит события в консоль в другом потоке и процессе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использования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хранения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300" kern="1200" dirty="0"/>
        </a:p>
      </dsp:txBody>
      <dsp:txXfrm>
        <a:off x="0" y="1817519"/>
        <a:ext cx="7920000" cy="19872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0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30729" y="30729"/>
        <a:ext cx="7858542" cy="568025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7920000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7920000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Проверка при работе с файлами</a:t>
          </a:r>
          <a:endParaRPr lang="ru-RU" sz="2400" kern="1200" dirty="0"/>
        </a:p>
      </dsp:txBody>
      <dsp:txXfrm>
        <a:off x="30729" y="2212686"/>
        <a:ext cx="7858542" cy="568025"/>
      </dsp:txXfrm>
    </dsp:sp>
    <dsp:sp modelId="{657A1B8A-9783-4C29-9201-29A02D448FA4}">
      <dsp:nvSpPr>
        <dsp:cNvPr id="0" name=""/>
        <dsp:cNvSpPr/>
      </dsp:nvSpPr>
      <dsp:spPr>
        <a:xfrm>
          <a:off x="0" y="2811440"/>
          <a:ext cx="792000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11440"/>
        <a:ext cx="7920000" cy="11302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09.12.2025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09.12.2025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09.12.2025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diagramData" Target="../diagrams/data1.xm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11" Type="http://schemas.openxmlformats.org/officeDocument/2006/relationships/image" Target="../media/image24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31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30.png"/><Relationship Id="rId1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41.png"/><Relationship Id="rId3" Type="http://schemas.openxmlformats.org/officeDocument/2006/relationships/image" Target="../media/image49.png"/><Relationship Id="rId7" Type="http://schemas.openxmlformats.org/officeDocument/2006/relationships/image" Target="../media/image52.png"/><Relationship Id="rId12" Type="http://schemas.openxmlformats.org/officeDocument/2006/relationships/image" Target="../media/image30.png"/><Relationship Id="rId2" Type="http://schemas.openxmlformats.org/officeDocument/2006/relationships/image" Target="../media/image48.png"/><Relationship Id="rId16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11" Type="http://schemas.openxmlformats.org/officeDocument/2006/relationships/image" Target="../media/image29.png"/><Relationship Id="rId5" Type="http://schemas.openxmlformats.org/officeDocument/2006/relationships/image" Target="../media/image51.png"/><Relationship Id="rId15" Type="http://schemas.openxmlformats.org/officeDocument/2006/relationships/image" Target="../media/image44.png"/><Relationship Id="rId10" Type="http://schemas.openxmlformats.org/officeDocument/2006/relationships/image" Target="../media/image55.png"/><Relationship Id="rId4" Type="http://schemas.openxmlformats.org/officeDocument/2006/relationships/image" Target="../media/image50.png"/><Relationship Id="rId9" Type="http://schemas.openxmlformats.org/officeDocument/2006/relationships/image" Target="../media/image54.png"/><Relationship Id="rId14" Type="http://schemas.openxmlformats.org/officeDocument/2006/relationships/image" Target="../media/image4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42.png"/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12" Type="http://schemas.openxmlformats.org/officeDocument/2006/relationships/image" Target="../media/image4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30.png"/><Relationship Id="rId5" Type="http://schemas.openxmlformats.org/officeDocument/2006/relationships/image" Target="../media/image39.png"/><Relationship Id="rId15" Type="http://schemas.openxmlformats.org/officeDocument/2006/relationships/image" Target="../media/image62.png"/><Relationship Id="rId10" Type="http://schemas.openxmlformats.org/officeDocument/2006/relationships/image" Target="../media/image29.png"/><Relationship Id="rId4" Type="http://schemas.openxmlformats.org/officeDocument/2006/relationships/image" Target="../media/image38.png"/><Relationship Id="rId9" Type="http://schemas.openxmlformats.org/officeDocument/2006/relationships/image" Target="../media/image61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1.png"/><Relationship Id="rId18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8.png"/><Relationship Id="rId12" Type="http://schemas.openxmlformats.org/officeDocument/2006/relationships/image" Target="../media/image70.png"/><Relationship Id="rId17" Type="http://schemas.openxmlformats.org/officeDocument/2006/relationships/image" Target="../media/image42.png"/><Relationship Id="rId2" Type="http://schemas.openxmlformats.org/officeDocument/2006/relationships/image" Target="../media/image63.png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5" Type="http://schemas.openxmlformats.org/officeDocument/2006/relationships/image" Target="../media/image30.png"/><Relationship Id="rId10" Type="http://schemas.openxmlformats.org/officeDocument/2006/relationships/image" Target="../media/image28.png"/><Relationship Id="rId4" Type="http://schemas.openxmlformats.org/officeDocument/2006/relationships/image" Target="../media/image48.png"/><Relationship Id="rId9" Type="http://schemas.openxmlformats.org/officeDocument/2006/relationships/image" Target="../media/image68.pn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7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49.png"/><Relationship Id="rId7" Type="http://schemas.openxmlformats.org/officeDocument/2006/relationships/image" Target="../media/image73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77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8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89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90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image" Target="../media/image93.png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9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06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101.png"/><Relationship Id="rId12" Type="http://schemas.openxmlformats.org/officeDocument/2006/relationships/image" Target="../media/image105.png"/><Relationship Id="rId2" Type="http://schemas.openxmlformats.org/officeDocument/2006/relationships/diagramData" Target="../diagrams/data3.xml"/><Relationship Id="rId16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11" Type="http://schemas.openxmlformats.org/officeDocument/2006/relationships/image" Target="../media/image53.png"/><Relationship Id="rId5" Type="http://schemas.openxmlformats.org/officeDocument/2006/relationships/diagramColors" Target="../diagrams/colors3.xml"/><Relationship Id="rId15" Type="http://schemas.openxmlformats.org/officeDocument/2006/relationships/image" Target="../media/image108.png"/><Relationship Id="rId10" Type="http://schemas.openxmlformats.org/officeDocument/2006/relationships/image" Target="../media/image104.png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103.png"/><Relationship Id="rId14" Type="http://schemas.openxmlformats.org/officeDocument/2006/relationships/image" Target="../media/image10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3" Type="http://schemas.openxmlformats.org/officeDocument/2006/relationships/image" Target="../media/image110.png"/><Relationship Id="rId7" Type="http://schemas.openxmlformats.org/officeDocument/2006/relationships/image" Target="../media/image1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png"/><Relationship Id="rId11" Type="http://schemas.openxmlformats.org/officeDocument/2006/relationships/image" Target="../media/image116.png"/><Relationship Id="rId5" Type="http://schemas.openxmlformats.org/officeDocument/2006/relationships/image" Target="../media/image96.png"/><Relationship Id="rId10" Type="http://schemas.openxmlformats.org/officeDocument/2006/relationships/image" Target="../media/image115.png"/><Relationship Id="rId4" Type="http://schemas.openxmlformats.org/officeDocument/2006/relationships/image" Target="../media/image111.png"/><Relationship Id="rId9" Type="http://schemas.openxmlformats.org/officeDocument/2006/relationships/image" Target="../media/image11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117.png"/><Relationship Id="rId7" Type="http://schemas.openxmlformats.org/officeDocument/2006/relationships/image" Target="../media/image1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10" Type="http://schemas.openxmlformats.org/officeDocument/2006/relationships/image" Target="../media/image124.png"/><Relationship Id="rId4" Type="http://schemas.openxmlformats.org/officeDocument/2006/relationships/image" Target="../media/image118.png"/><Relationship Id="rId9" Type="http://schemas.openxmlformats.org/officeDocument/2006/relationships/image" Target="../media/image12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33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</a:t>
            </a:r>
            <a:r>
              <a:rPr lang="ru-RU" sz="2400" dirty="0" smtClean="0"/>
              <a:t>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38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доменом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57859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5946581"/>
            <a:ext cx="1540875" cy="81787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5661694"/>
            <a:ext cx="1415007" cy="828211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</a:t>
            </a:r>
            <a:r>
              <a:rPr lang="ru-RU" sz="1600" dirty="0" smtClean="0"/>
              <a:t>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</a:t>
            </a:r>
            <a:r>
              <a:rPr lang="ru-RU" sz="1600" dirty="0" smtClean="0"/>
              <a:t>пользовательских </a:t>
            </a:r>
            <a:r>
              <a:rPr lang="ru-RU" sz="1600" dirty="0" smtClean="0"/>
              <a:t>элементов </a:t>
            </a:r>
            <a:r>
              <a:rPr lang="ru-RU" sz="1600" dirty="0"/>
              <a:t>интерфейсов, </a:t>
            </a:r>
            <a:r>
              <a:rPr lang="ru-RU" sz="1600" dirty="0"/>
              <a:t>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</a:t>
            </a:r>
            <a:r>
              <a:rPr lang="ru-RU" sz="1600" dirty="0" smtClean="0"/>
              <a:t>анимация</a:t>
            </a:r>
            <a:r>
              <a:rPr lang="ru-RU" sz="1600" dirty="0" smtClean="0"/>
              <a:t>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</a:t>
            </a:r>
            <a:r>
              <a:rPr lang="ru-RU" sz="1600" dirty="0" smtClean="0"/>
              <a:t>онцепция </a:t>
            </a:r>
            <a:r>
              <a:rPr lang="ru-RU" sz="1600" dirty="0" smtClean="0"/>
              <a:t>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</a:t>
            </a:r>
            <a:r>
              <a:rPr lang="ru-RU" sz="1600" dirty="0" smtClean="0"/>
              <a:t>виджеты</a:t>
            </a:r>
            <a:r>
              <a:rPr lang="ru-RU" sz="1600" dirty="0" smtClean="0"/>
              <a:t>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</a:t>
            </a:r>
            <a:r>
              <a:rPr lang="ru-RU" sz="4000" dirty="0" smtClean="0"/>
              <a:t>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717" y="2855250"/>
            <a:ext cx="163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72" y="2895415"/>
            <a:ext cx="636330" cy="90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373" y="2887472"/>
            <a:ext cx="636330" cy="90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2887162"/>
            <a:ext cx="636330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746" y="2887163"/>
            <a:ext cx="636330" cy="9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4952987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0643" y="424669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6732" y="4220578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4957346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4956689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0104" y="4344026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859254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6073413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62964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51489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7319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pic>
        <p:nvPicPr>
          <p:cNvPr id="68" name="Рисунок 6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</a:t>
            </a:r>
            <a:r>
              <a:rPr lang="ru-RU" sz="1000" dirty="0" smtClean="0"/>
              <a:t>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</a:t>
            </a:r>
            <a:r>
              <a:rPr lang="ru-RU" sz="1000" dirty="0" smtClean="0"/>
              <a:t>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84478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18" name="Рисунок 1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770" y="1998534"/>
            <a:ext cx="763598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078" y="1993941"/>
            <a:ext cx="763597" cy="108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52" y="1995094"/>
            <a:ext cx="763597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159" y="1998534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</a:t>
            </a:r>
            <a:r>
              <a:rPr lang="ru-RU" sz="1000" dirty="0" smtClean="0"/>
              <a:t>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</a:t>
            </a:r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59856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</a:t>
            </a:r>
          </a:p>
          <a:p>
            <a:r>
              <a:rPr lang="ru-RU" dirty="0"/>
              <a:t>д</a:t>
            </a:r>
            <a:r>
              <a:rPr lang="ru-RU" dirty="0" smtClean="0"/>
              <a:t>елёная на максимальную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31332"/>
            <a:ext cx="381798" cy="54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Рисунок 1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</a:t>
            </a:r>
            <a:r>
              <a:rPr lang="en-US" dirty="0" err="1" smtClean="0"/>
              <a:t>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717656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sp>
        <p:nvSpPr>
          <p:cNvPr id="71" name="Стрелка вправо 70"/>
          <p:cNvSpPr/>
          <p:nvPr/>
        </p:nvSpPr>
        <p:spPr>
          <a:xfrm rot="16200000">
            <a:off x="6233736" y="4674433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729867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169755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612981151"/>
              </p:ext>
            </p:extLst>
          </p:nvPr>
        </p:nvGraphicFramePr>
        <p:xfrm>
          <a:off x="2074609" y="2020888"/>
          <a:ext cx="393290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519581611"/>
              </p:ext>
            </p:extLst>
          </p:nvPr>
        </p:nvGraphicFramePr>
        <p:xfrm>
          <a:off x="6174660" y="2020888"/>
          <a:ext cx="414921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?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применения многопоточности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2919688" y="4905682"/>
            <a:ext cx="2221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 раза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7051037" y="4905682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0000"/>
                </a:solidFill>
              </a:rPr>
              <a:t>error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C00000"/>
                </a:solidFill>
              </a:rPr>
              <a:t>fatal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err="1" smtClean="0">
                  <a:solidFill>
                    <a:schemeClr val="tx1"/>
                  </a:solidFill>
                </a:rPr>
                <a:t>debug</a:t>
              </a:r>
              <a:r>
                <a:rPr lang="ru-RU" sz="1100" dirty="0" smtClean="0">
                  <a:solidFill>
                    <a:schemeClr val="tx1"/>
                  </a:solidFill>
                </a:rPr>
                <a:t>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872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517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kav_check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2043820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09.12.2025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257951" y="4028267"/>
            <a:ext cx="5557483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46723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891653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464745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717856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8497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8533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342142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3111117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291353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483303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16579</TotalTime>
  <Words>1297</Words>
  <Application>Microsoft Office PowerPoint</Application>
  <PresentationFormat>Широкоэкранный</PresentationFormat>
  <Paragraphs>466</Paragraphs>
  <Slides>26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29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отдельных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472</cp:revision>
  <dcterms:created xsi:type="dcterms:W3CDTF">2025-10-14T05:54:15Z</dcterms:created>
  <dcterms:modified xsi:type="dcterms:W3CDTF">2025-12-09T08:48:50Z</dcterms:modified>
</cp:coreProperties>
</file>
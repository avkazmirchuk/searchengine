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diagrams/data6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  <Override PartName="/ppt/diagrams/drawing6.xml" ContentType="application/vnd.ms-office.drawingml.diagramDrawing+xml"/>
  <Override PartName="/ppt/diagrams/data7.xml" ContentType="application/vnd.openxmlformats-officedocument.drawingml.diagramData+xml"/>
  <Override PartName="/ppt/diagrams/layout7.xml" ContentType="application/vnd.openxmlformats-officedocument.drawingml.diagramLayout+xml"/>
  <Override PartName="/ppt/diagrams/quickStyle7.xml" ContentType="application/vnd.openxmlformats-officedocument.drawingml.diagramStyle+xml"/>
  <Override PartName="/ppt/diagrams/colors7.xml" ContentType="application/vnd.openxmlformats-officedocument.drawingml.diagramColors+xml"/>
  <Override PartName="/ppt/diagrams/drawing7.xml" ContentType="application/vnd.ms-office.drawingml.diagramDrawing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713" r:id="rId1"/>
  </p:sldMasterIdLst>
  <p:notesMasterIdLst>
    <p:notesMasterId r:id="rId28"/>
  </p:notesMasterIdLst>
  <p:sldIdLst>
    <p:sldId id="256" r:id="rId2"/>
    <p:sldId id="274" r:id="rId3"/>
    <p:sldId id="275" r:id="rId4"/>
    <p:sldId id="284" r:id="rId5"/>
    <p:sldId id="273" r:id="rId6"/>
    <p:sldId id="257" r:id="rId7"/>
    <p:sldId id="286" r:id="rId8"/>
    <p:sldId id="258" r:id="rId9"/>
    <p:sldId id="276" r:id="rId10"/>
    <p:sldId id="277" r:id="rId11"/>
    <p:sldId id="278" r:id="rId12"/>
    <p:sldId id="260" r:id="rId13"/>
    <p:sldId id="263" r:id="rId14"/>
    <p:sldId id="282" r:id="rId15"/>
    <p:sldId id="264" r:id="rId16"/>
    <p:sldId id="266" r:id="rId17"/>
    <p:sldId id="268" r:id="rId18"/>
    <p:sldId id="279" r:id="rId19"/>
    <p:sldId id="280" r:id="rId20"/>
    <p:sldId id="281" r:id="rId21"/>
    <p:sldId id="283" r:id="rId22"/>
    <p:sldId id="259" r:id="rId23"/>
    <p:sldId id="271" r:id="rId24"/>
    <p:sldId id="272" r:id="rId25"/>
    <p:sldId id="269" r:id="rId26"/>
    <p:sldId id="285" r:id="rId27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4294" userDrawn="1">
          <p15:clr>
            <a:srgbClr val="A4A3A4"/>
          </p15:clr>
        </p15:guide>
        <p15:guide id="3" pos="3840" userDrawn="1">
          <p15:clr>
            <a:srgbClr val="A4A3A4"/>
          </p15:clr>
        </p15:guide>
        <p15:guide id="4" orient="horz" pos="1706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Alexander" initials="A" lastIdx="1" clrIdx="0">
    <p:extLst>
      <p:ext uri="{19B8F6BF-5375-455C-9EA6-DF929625EA0E}">
        <p15:presenceInfo xmlns:p15="http://schemas.microsoft.com/office/powerpoint/2012/main" userId="Alexander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FE8E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6400" autoAdjust="0"/>
  </p:normalViewPr>
  <p:slideViewPr>
    <p:cSldViewPr snapToGrid="0">
      <p:cViewPr varScale="1">
        <p:scale>
          <a:sx n="97" d="100"/>
          <a:sy n="97" d="100"/>
        </p:scale>
        <p:origin x="78" y="318"/>
      </p:cViewPr>
      <p:guideLst>
        <p:guide orient="horz" pos="2160"/>
        <p:guide pos="4294"/>
        <p:guide pos="3840"/>
        <p:guide orient="horz" pos="1706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commentAuthors" Target="commentAuthor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1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2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ru-RU" baseline="0" dirty="0" smtClean="0"/>
              <a:t>чтение текстовых файлов</a:t>
            </a:r>
            <a:endParaRPr lang="ru-RU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один поток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1.284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несколько потоков 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0.318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474879760"/>
        <c:axId val="474884464"/>
      </c:barChart>
      <c:catAx>
        <c:axId val="474879760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74884464"/>
        <c:crosses val="autoZero"/>
        <c:auto val="1"/>
        <c:lblAlgn val="ctr"/>
        <c:lblOffset val="100"/>
        <c:noMultiLvlLbl val="0"/>
      </c:catAx>
      <c:valAx>
        <c:axId val="474884464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74879760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ru-RU" dirty="0" smtClean="0"/>
              <a:t>формирование базы инвертированного индекса</a:t>
            </a:r>
            <a:endParaRPr lang="ru-RU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один поток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11.843999999999999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несколько потоков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2.6040000000000001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478365576"/>
        <c:axId val="478370672"/>
      </c:barChart>
      <c:catAx>
        <c:axId val="478365576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78370672"/>
        <c:crosses val="autoZero"/>
        <c:auto val="1"/>
        <c:lblAlgn val="ctr"/>
        <c:lblOffset val="100"/>
        <c:noMultiLvlLbl val="0"/>
      </c:catAx>
      <c:valAx>
        <c:axId val="47837067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78365576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7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4E1389FE-DC0E-4066-92F3-3CCEB251EAFB}" type="doc">
      <dgm:prSet loTypeId="urn:microsoft.com/office/officeart/2008/layout/RadialCluster" loCatId="relationship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ru-RU"/>
        </a:p>
      </dgm:t>
    </dgm:pt>
    <dgm:pt modelId="{854A1BCD-286B-4DA3-949B-D8FB85C0D014}">
      <dgm:prSet phldrT="[Текст]" custT="1"/>
      <dgm:spPr/>
      <dgm:t>
        <a:bodyPr anchor="t" anchorCtr="0"/>
        <a:lstStyle/>
        <a:p>
          <a:r>
            <a:rPr lang="en-US" sz="3200" b="1" dirty="0" smtClean="0"/>
            <a:t>Search</a:t>
          </a:r>
        </a:p>
        <a:p>
          <a:r>
            <a:rPr lang="en-US" sz="3200" b="1" dirty="0" smtClean="0"/>
            <a:t>Engine</a:t>
          </a:r>
          <a:endParaRPr lang="ru-RU" sz="3200" b="1" dirty="0"/>
        </a:p>
      </dgm:t>
    </dgm:pt>
    <dgm:pt modelId="{86863718-AB7B-421A-B53D-D29B3222815B}" type="parTrans" cxnId="{CC4FE5FD-B7C9-40BA-872B-498CE774840A}">
      <dgm:prSet/>
      <dgm:spPr/>
      <dgm:t>
        <a:bodyPr/>
        <a:lstStyle/>
        <a:p>
          <a:endParaRPr lang="ru-RU"/>
        </a:p>
      </dgm:t>
    </dgm:pt>
    <dgm:pt modelId="{48FE42EB-D914-4DC9-BA5F-17D664563849}" type="sibTrans" cxnId="{CC4FE5FD-B7C9-40BA-872B-498CE774840A}">
      <dgm:prSet/>
      <dgm:spPr/>
      <dgm:t>
        <a:bodyPr/>
        <a:lstStyle/>
        <a:p>
          <a:endParaRPr lang="ru-RU"/>
        </a:p>
      </dgm:t>
    </dgm:pt>
    <dgm:pt modelId="{258A11A1-AFD8-47D2-BC45-8BBE869DEB52}">
      <dgm:prSet phldrT="[Текст]" custT="1"/>
      <dgm:spPr/>
      <dgm:t>
        <a:bodyPr anchor="t" anchorCtr="0"/>
        <a:lstStyle/>
        <a:p>
          <a:r>
            <a:rPr lang="en-US" sz="2000" b="1" dirty="0" smtClean="0"/>
            <a:t>Converter</a:t>
          </a:r>
        </a:p>
        <a:p>
          <a:r>
            <a:rPr lang="en-US" sz="2000" b="1" dirty="0" smtClean="0"/>
            <a:t>JSON </a:t>
          </a:r>
          <a:endParaRPr lang="ru-RU" sz="2000" b="1" dirty="0"/>
        </a:p>
      </dgm:t>
    </dgm:pt>
    <dgm:pt modelId="{0320C3D9-2B7B-4CF1-930A-C9D1714593A9}" type="parTrans" cxnId="{18EF6DB3-3087-4F3E-882C-92F6C8F6899C}">
      <dgm:prSet/>
      <dgm:spPr>
        <a:ln>
          <a:headEnd type="none"/>
          <a:tailEnd type="triangle"/>
        </a:ln>
      </dgm:spPr>
      <dgm:t>
        <a:bodyPr/>
        <a:lstStyle/>
        <a:p>
          <a:endParaRPr lang="ru-RU"/>
        </a:p>
      </dgm:t>
    </dgm:pt>
    <dgm:pt modelId="{383D3AFB-4D80-4300-A0A1-03CD0A94377A}" type="sibTrans" cxnId="{18EF6DB3-3087-4F3E-882C-92F6C8F6899C}">
      <dgm:prSet/>
      <dgm:spPr/>
      <dgm:t>
        <a:bodyPr/>
        <a:lstStyle/>
        <a:p>
          <a:endParaRPr lang="ru-RU"/>
        </a:p>
      </dgm:t>
    </dgm:pt>
    <dgm:pt modelId="{1D3FBEC9-571B-458F-ACA0-2710242E71A4}">
      <dgm:prSet phldrT="[Текст]" custT="1"/>
      <dgm:spPr/>
      <dgm:t>
        <a:bodyPr anchor="t" anchorCtr="0"/>
        <a:lstStyle/>
        <a:p>
          <a:r>
            <a:rPr lang="en-US" sz="2000" b="1" dirty="0" smtClean="0"/>
            <a:t>Documents </a:t>
          </a:r>
          <a:endParaRPr lang="ru-RU" sz="2000" b="1" dirty="0"/>
        </a:p>
      </dgm:t>
    </dgm:pt>
    <dgm:pt modelId="{96897B08-3730-437B-BBBF-A34ED6D96B87}" type="parTrans" cxnId="{387408DC-5588-4A36-8421-958F33884D48}">
      <dgm:prSet/>
      <dgm:spPr>
        <a:ln>
          <a:tailEnd type="triangle"/>
        </a:ln>
      </dgm:spPr>
      <dgm:t>
        <a:bodyPr/>
        <a:lstStyle/>
        <a:p>
          <a:endParaRPr lang="ru-RU"/>
        </a:p>
      </dgm:t>
    </dgm:pt>
    <dgm:pt modelId="{1881E3BC-8B21-47AD-834A-9C36C92986B6}" type="sibTrans" cxnId="{387408DC-5588-4A36-8421-958F33884D48}">
      <dgm:prSet/>
      <dgm:spPr/>
      <dgm:t>
        <a:bodyPr/>
        <a:lstStyle/>
        <a:p>
          <a:endParaRPr lang="ru-RU"/>
        </a:p>
      </dgm:t>
    </dgm:pt>
    <dgm:pt modelId="{04A48D68-CC72-4B7D-B019-6E9B41D34E99}">
      <dgm:prSet custT="1"/>
      <dgm:spPr/>
      <dgm:t>
        <a:bodyPr anchor="t" anchorCtr="0"/>
        <a:lstStyle/>
        <a:p>
          <a:r>
            <a:rPr lang="ru-RU" sz="2000" b="1" dirty="0" smtClean="0"/>
            <a:t>Requests </a:t>
          </a:r>
          <a:endParaRPr lang="ru-RU" sz="2000" b="1" dirty="0"/>
        </a:p>
      </dgm:t>
    </dgm:pt>
    <dgm:pt modelId="{09175996-8951-4E60-ACF9-F91AAA0AB774}" type="parTrans" cxnId="{E5EA6C4C-7F99-4297-909F-4EA4E535C5BB}">
      <dgm:prSet/>
      <dgm:spPr>
        <a:ln>
          <a:tailEnd type="triangle"/>
        </a:ln>
      </dgm:spPr>
      <dgm:t>
        <a:bodyPr/>
        <a:lstStyle/>
        <a:p>
          <a:endParaRPr lang="ru-RU"/>
        </a:p>
      </dgm:t>
    </dgm:pt>
    <dgm:pt modelId="{2AAAFEF9-961D-4F4B-9B00-9201546214F0}" type="sibTrans" cxnId="{E5EA6C4C-7F99-4297-909F-4EA4E535C5BB}">
      <dgm:prSet/>
      <dgm:spPr/>
      <dgm:t>
        <a:bodyPr/>
        <a:lstStyle/>
        <a:p>
          <a:endParaRPr lang="ru-RU"/>
        </a:p>
      </dgm:t>
    </dgm:pt>
    <dgm:pt modelId="{CC6EFFBD-D857-44D8-A554-1C53B719B6DA}">
      <dgm:prSet custT="1"/>
      <dgm:spPr/>
      <dgm:t>
        <a:bodyPr anchor="t" anchorCtr="0"/>
        <a:lstStyle/>
        <a:p>
          <a:r>
            <a:rPr lang="en-US" sz="2000" b="1" dirty="0" smtClean="0"/>
            <a:t>InvertedIndex </a:t>
          </a:r>
          <a:endParaRPr lang="ru-RU" sz="2000" b="1" dirty="0"/>
        </a:p>
      </dgm:t>
    </dgm:pt>
    <dgm:pt modelId="{2E57BB01-68FA-4D0D-8C7A-B42E79CEB108}" type="parTrans" cxnId="{9259EE65-3344-4279-B2DE-CD2D0F3E076D}">
      <dgm:prSet/>
      <dgm:spPr>
        <a:ln>
          <a:tailEnd type="triangle"/>
        </a:ln>
      </dgm:spPr>
      <dgm:t>
        <a:bodyPr/>
        <a:lstStyle/>
        <a:p>
          <a:endParaRPr lang="ru-RU"/>
        </a:p>
      </dgm:t>
    </dgm:pt>
    <dgm:pt modelId="{D0BC1636-D907-4B63-ACD9-B489EF98EBA4}" type="sibTrans" cxnId="{9259EE65-3344-4279-B2DE-CD2D0F3E076D}">
      <dgm:prSet/>
      <dgm:spPr/>
      <dgm:t>
        <a:bodyPr/>
        <a:lstStyle/>
        <a:p>
          <a:endParaRPr lang="ru-RU"/>
        </a:p>
      </dgm:t>
    </dgm:pt>
    <dgm:pt modelId="{1B13CC71-181F-4215-A78C-EB5B97876B1E}">
      <dgm:prSet custT="1"/>
      <dgm:spPr/>
      <dgm:t>
        <a:bodyPr anchor="t" anchorCtr="0"/>
        <a:lstStyle/>
        <a:p>
          <a:r>
            <a:rPr lang="en-US" sz="2000" b="1" dirty="0" smtClean="0"/>
            <a:t>Relevant</a:t>
          </a:r>
        </a:p>
        <a:p>
          <a:r>
            <a:rPr lang="en-US" sz="2000" b="1" dirty="0" smtClean="0"/>
            <a:t>Response </a:t>
          </a:r>
          <a:endParaRPr lang="ru-RU" sz="2000" b="1" dirty="0"/>
        </a:p>
      </dgm:t>
    </dgm:pt>
    <dgm:pt modelId="{AA62E804-61D2-4247-AB46-39B7B206B101}" type="parTrans" cxnId="{62E61146-244B-49BE-8FAC-4DB94D94975C}">
      <dgm:prSet/>
      <dgm:spPr>
        <a:ln>
          <a:solidFill>
            <a:scrgbClr r="0" g="0" b="0"/>
          </a:solidFill>
          <a:tailEnd type="triangle"/>
        </a:ln>
      </dgm:spPr>
      <dgm:t>
        <a:bodyPr/>
        <a:lstStyle/>
        <a:p>
          <a:endParaRPr lang="ru-RU"/>
        </a:p>
      </dgm:t>
    </dgm:pt>
    <dgm:pt modelId="{5251CEE5-3A1B-49CF-B520-A0D16AA827C4}" type="sibTrans" cxnId="{62E61146-244B-49BE-8FAC-4DB94D94975C}">
      <dgm:prSet/>
      <dgm:spPr/>
      <dgm:t>
        <a:bodyPr/>
        <a:lstStyle/>
        <a:p>
          <a:endParaRPr lang="ru-RU"/>
        </a:p>
      </dgm:t>
    </dgm:pt>
    <dgm:pt modelId="{EC1AF752-7BDE-4D7F-BBE3-D620E8B4D26C}">
      <dgm:prSet custT="1"/>
      <dgm:spPr/>
      <dgm:t>
        <a:bodyPr anchor="t" anchorCtr="0"/>
        <a:lstStyle/>
        <a:p>
          <a:r>
            <a:rPr lang="en-US" sz="2000" b="1" dirty="0" smtClean="0"/>
            <a:t>Dispatcher</a:t>
          </a:r>
        </a:p>
        <a:p>
          <a:r>
            <a:rPr lang="en-US" sz="2000" b="1" dirty="0" smtClean="0"/>
            <a:t>Operations</a:t>
          </a:r>
          <a:endParaRPr lang="ru-RU" sz="2000" b="1" dirty="0"/>
        </a:p>
      </dgm:t>
    </dgm:pt>
    <dgm:pt modelId="{4A4C6070-4A61-47AA-8ABA-32229F0F8F3A}" type="parTrans" cxnId="{82616DB1-0687-468F-BA64-08D535074412}">
      <dgm:prSet/>
      <dgm:spPr>
        <a:ln>
          <a:tailEnd type="triangle"/>
        </a:ln>
      </dgm:spPr>
      <dgm:t>
        <a:bodyPr/>
        <a:lstStyle/>
        <a:p>
          <a:endParaRPr lang="ru-RU"/>
        </a:p>
      </dgm:t>
    </dgm:pt>
    <dgm:pt modelId="{86117725-F453-45C3-BDED-502035BCFDCA}" type="sibTrans" cxnId="{82616DB1-0687-468F-BA64-08D535074412}">
      <dgm:prSet/>
      <dgm:spPr/>
      <dgm:t>
        <a:bodyPr/>
        <a:lstStyle/>
        <a:p>
          <a:endParaRPr lang="ru-RU"/>
        </a:p>
      </dgm:t>
    </dgm:pt>
    <dgm:pt modelId="{4D30D1BA-01EB-42FE-A7D6-8969C3AB4CB0}" type="pres">
      <dgm:prSet presAssocID="{4E1389FE-DC0E-4066-92F3-3CCEB251EAFB}" presName="Name0" presStyleCnt="0">
        <dgm:presLayoutVars>
          <dgm:chMax val="1"/>
          <dgm:chPref val="1"/>
          <dgm:dir/>
          <dgm:animOne val="branch"/>
          <dgm:animLvl val="lvl"/>
        </dgm:presLayoutVars>
      </dgm:prSet>
      <dgm:spPr/>
      <dgm:t>
        <a:bodyPr/>
        <a:lstStyle/>
        <a:p>
          <a:endParaRPr lang="ru-RU"/>
        </a:p>
      </dgm:t>
    </dgm:pt>
    <dgm:pt modelId="{5E52D266-CB75-4768-8AAD-3E1F25AADB5A}" type="pres">
      <dgm:prSet presAssocID="{854A1BCD-286B-4DA3-949B-D8FB85C0D014}" presName="singleCycle" presStyleCnt="0"/>
      <dgm:spPr/>
    </dgm:pt>
    <dgm:pt modelId="{628E21F9-F946-457A-B5D6-7107E4B5B54D}" type="pres">
      <dgm:prSet presAssocID="{854A1BCD-286B-4DA3-949B-D8FB85C0D014}" presName="singleCenter" presStyleLbl="node1" presStyleIdx="0" presStyleCnt="7" custScaleX="163189" custScaleY="163189" custLinFactNeighborX="-67" custLinFactNeighborY="36555">
        <dgm:presLayoutVars>
          <dgm:chMax val="7"/>
          <dgm:chPref val="7"/>
        </dgm:presLayoutVars>
      </dgm:prSet>
      <dgm:spPr/>
      <dgm:t>
        <a:bodyPr/>
        <a:lstStyle/>
        <a:p>
          <a:endParaRPr lang="ru-RU"/>
        </a:p>
      </dgm:t>
    </dgm:pt>
    <dgm:pt modelId="{667DE06D-C223-4C57-8F2C-DDC107791A47}" type="pres">
      <dgm:prSet presAssocID="{0320C3D9-2B7B-4CF1-930A-C9D1714593A9}" presName="Name56" presStyleLbl="parChTrans1D2" presStyleIdx="0" presStyleCnt="6"/>
      <dgm:spPr/>
      <dgm:t>
        <a:bodyPr/>
        <a:lstStyle/>
        <a:p>
          <a:endParaRPr lang="ru-RU"/>
        </a:p>
      </dgm:t>
    </dgm:pt>
    <dgm:pt modelId="{F29DD78D-084E-44BB-95B2-65781CA7A531}" type="pres">
      <dgm:prSet presAssocID="{258A11A1-AFD8-47D2-BC45-8BBE869DEB52}" presName="text0" presStyleLbl="node1" presStyleIdx="1" presStyleCnt="7" custScaleX="221423" custScaleY="221423" custRadScaleRad="266228" custRadScaleInc="-248985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65390B38-AF76-4E62-872B-309581DF08C7}" type="pres">
      <dgm:prSet presAssocID="{4A4C6070-4A61-47AA-8ABA-32229F0F8F3A}" presName="Name56" presStyleLbl="parChTrans1D2" presStyleIdx="1" presStyleCnt="6"/>
      <dgm:spPr/>
      <dgm:t>
        <a:bodyPr/>
        <a:lstStyle/>
        <a:p>
          <a:endParaRPr lang="ru-RU"/>
        </a:p>
      </dgm:t>
    </dgm:pt>
    <dgm:pt modelId="{24EC1B40-97B8-4A97-A728-C57093596661}" type="pres">
      <dgm:prSet presAssocID="{EC1AF752-7BDE-4D7F-BBE3-D620E8B4D26C}" presName="text0" presStyleLbl="node1" presStyleIdx="2" presStyleCnt="7" custScaleX="199281" custScaleY="199281" custRadScaleRad="271744" custRadScaleInc="153434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8F086A69-6FE7-48AB-8D4E-831F6AAADB3F}" type="pres">
      <dgm:prSet presAssocID="{96897B08-3730-437B-BBBF-A34ED6D96B87}" presName="Name56" presStyleLbl="parChTrans1D2" presStyleIdx="2" presStyleCnt="6"/>
      <dgm:spPr/>
      <dgm:t>
        <a:bodyPr/>
        <a:lstStyle/>
        <a:p>
          <a:endParaRPr lang="ru-RU"/>
        </a:p>
      </dgm:t>
    </dgm:pt>
    <dgm:pt modelId="{D5C3917E-2284-4E85-847C-82C5C871E472}" type="pres">
      <dgm:prSet presAssocID="{1D3FBEC9-571B-458F-ACA0-2710242E71A4}" presName="text0" presStyleLbl="node1" presStyleIdx="3" presStyleCnt="7" custScaleX="221423" custScaleY="221423" custRadScaleRad="149942" custRadScaleInc="591105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1503B29C-C796-4217-A6E0-D8D0E4C12287}" type="pres">
      <dgm:prSet presAssocID="{09175996-8951-4E60-ACF9-F91AAA0AB774}" presName="Name56" presStyleLbl="parChTrans1D2" presStyleIdx="3" presStyleCnt="6"/>
      <dgm:spPr/>
      <dgm:t>
        <a:bodyPr/>
        <a:lstStyle/>
        <a:p>
          <a:endParaRPr lang="ru-RU"/>
        </a:p>
      </dgm:t>
    </dgm:pt>
    <dgm:pt modelId="{76784C24-975E-4373-9AB0-0D36214A64F1}" type="pres">
      <dgm:prSet presAssocID="{04A48D68-CC72-4B7D-B019-6E9B41D34E99}" presName="text0" presStyleLbl="node1" presStyleIdx="4" presStyleCnt="7" custScaleX="221423" custScaleY="221423" custRadScaleRad="150641" custRadScaleInc="-389886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B23D5C2B-B6D2-4298-9DAF-A69442F1C2D7}" type="pres">
      <dgm:prSet presAssocID="{2E57BB01-68FA-4D0D-8C7A-B42E79CEB108}" presName="Name56" presStyleLbl="parChTrans1D2" presStyleIdx="4" presStyleCnt="6"/>
      <dgm:spPr/>
      <dgm:t>
        <a:bodyPr/>
        <a:lstStyle/>
        <a:p>
          <a:endParaRPr lang="ru-RU"/>
        </a:p>
      </dgm:t>
    </dgm:pt>
    <dgm:pt modelId="{635D6D0E-E44D-465D-9B55-5006A2372644}" type="pres">
      <dgm:prSet presAssocID="{CC6EFFBD-D857-44D8-A554-1C53B719B6DA}" presName="text0" presStyleLbl="node1" presStyleIdx="5" presStyleCnt="7" custScaleX="221423" custScaleY="221423" custRadScaleRad="69473" custRadScaleInc="397958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645660FC-29F0-4ECD-9736-2F09D9960928}" type="pres">
      <dgm:prSet presAssocID="{AA62E804-61D2-4247-AB46-39B7B206B101}" presName="Name56" presStyleLbl="parChTrans1D2" presStyleIdx="5" presStyleCnt="6"/>
      <dgm:spPr/>
      <dgm:t>
        <a:bodyPr/>
        <a:lstStyle/>
        <a:p>
          <a:endParaRPr lang="ru-RU"/>
        </a:p>
      </dgm:t>
    </dgm:pt>
    <dgm:pt modelId="{EF6A00EF-2BA3-4AAD-B69B-A8E8767F6738}" type="pres">
      <dgm:prSet presAssocID="{1B13CC71-181F-4215-A78C-EB5B97876B1E}" presName="text0" presStyleLbl="node1" presStyleIdx="6" presStyleCnt="7" custScaleX="221423" custScaleY="221423" custRadScaleRad="262855" custRadScaleInc="449981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</dgm:ptLst>
  <dgm:cxnLst>
    <dgm:cxn modelId="{62E61146-244B-49BE-8FAC-4DB94D94975C}" srcId="{854A1BCD-286B-4DA3-949B-D8FB85C0D014}" destId="{1B13CC71-181F-4215-A78C-EB5B97876B1E}" srcOrd="5" destOrd="0" parTransId="{AA62E804-61D2-4247-AB46-39B7B206B101}" sibTransId="{5251CEE5-3A1B-49CF-B520-A0D16AA827C4}"/>
    <dgm:cxn modelId="{FED975EE-D761-4513-BBC6-C4F43BA48D5C}" type="presOf" srcId="{AA62E804-61D2-4247-AB46-39B7B206B101}" destId="{645660FC-29F0-4ECD-9736-2F09D9960928}" srcOrd="0" destOrd="0" presId="urn:microsoft.com/office/officeart/2008/layout/RadialCluster"/>
    <dgm:cxn modelId="{8563956E-C855-41EB-B38B-85C1FE7C630E}" type="presOf" srcId="{96897B08-3730-437B-BBBF-A34ED6D96B87}" destId="{8F086A69-6FE7-48AB-8D4E-831F6AAADB3F}" srcOrd="0" destOrd="0" presId="urn:microsoft.com/office/officeart/2008/layout/RadialCluster"/>
    <dgm:cxn modelId="{A3E73796-D0F5-47ED-9D00-E296C65583ED}" type="presOf" srcId="{09175996-8951-4E60-ACF9-F91AAA0AB774}" destId="{1503B29C-C796-4217-A6E0-D8D0E4C12287}" srcOrd="0" destOrd="0" presId="urn:microsoft.com/office/officeart/2008/layout/RadialCluster"/>
    <dgm:cxn modelId="{6E19CDCE-7287-479A-8768-CB375E2D63DF}" type="presOf" srcId="{04A48D68-CC72-4B7D-B019-6E9B41D34E99}" destId="{76784C24-975E-4373-9AB0-0D36214A64F1}" srcOrd="0" destOrd="0" presId="urn:microsoft.com/office/officeart/2008/layout/RadialCluster"/>
    <dgm:cxn modelId="{387408DC-5588-4A36-8421-958F33884D48}" srcId="{854A1BCD-286B-4DA3-949B-D8FB85C0D014}" destId="{1D3FBEC9-571B-458F-ACA0-2710242E71A4}" srcOrd="2" destOrd="0" parTransId="{96897B08-3730-437B-BBBF-A34ED6D96B87}" sibTransId="{1881E3BC-8B21-47AD-834A-9C36C92986B6}"/>
    <dgm:cxn modelId="{ECCE758F-4761-4107-8EAA-6A1AF38863BD}" type="presOf" srcId="{CC6EFFBD-D857-44D8-A554-1C53B719B6DA}" destId="{635D6D0E-E44D-465D-9B55-5006A2372644}" srcOrd="0" destOrd="0" presId="urn:microsoft.com/office/officeart/2008/layout/RadialCluster"/>
    <dgm:cxn modelId="{E2950397-7973-45B7-9A8A-B5287CF7676E}" type="presOf" srcId="{258A11A1-AFD8-47D2-BC45-8BBE869DEB52}" destId="{F29DD78D-084E-44BB-95B2-65781CA7A531}" srcOrd="0" destOrd="0" presId="urn:microsoft.com/office/officeart/2008/layout/RadialCluster"/>
    <dgm:cxn modelId="{ACC19EC5-2801-4EFF-A589-088C61DC03E2}" type="presOf" srcId="{1B13CC71-181F-4215-A78C-EB5B97876B1E}" destId="{EF6A00EF-2BA3-4AAD-B69B-A8E8767F6738}" srcOrd="0" destOrd="0" presId="urn:microsoft.com/office/officeart/2008/layout/RadialCluster"/>
    <dgm:cxn modelId="{23172C1A-FF43-4712-A764-5DF55D8ECD91}" type="presOf" srcId="{854A1BCD-286B-4DA3-949B-D8FB85C0D014}" destId="{628E21F9-F946-457A-B5D6-7107E4B5B54D}" srcOrd="0" destOrd="0" presId="urn:microsoft.com/office/officeart/2008/layout/RadialCluster"/>
    <dgm:cxn modelId="{8150D778-0444-4BA5-9CA0-483EB123B395}" type="presOf" srcId="{4A4C6070-4A61-47AA-8ABA-32229F0F8F3A}" destId="{65390B38-AF76-4E62-872B-309581DF08C7}" srcOrd="0" destOrd="0" presId="urn:microsoft.com/office/officeart/2008/layout/RadialCluster"/>
    <dgm:cxn modelId="{9259EE65-3344-4279-B2DE-CD2D0F3E076D}" srcId="{854A1BCD-286B-4DA3-949B-D8FB85C0D014}" destId="{CC6EFFBD-D857-44D8-A554-1C53B719B6DA}" srcOrd="4" destOrd="0" parTransId="{2E57BB01-68FA-4D0D-8C7A-B42E79CEB108}" sibTransId="{D0BC1636-D907-4B63-ACD9-B489EF98EBA4}"/>
    <dgm:cxn modelId="{A65AEC00-A92B-45EA-B572-F456BD1979A4}" type="presOf" srcId="{4E1389FE-DC0E-4066-92F3-3CCEB251EAFB}" destId="{4D30D1BA-01EB-42FE-A7D6-8969C3AB4CB0}" srcOrd="0" destOrd="0" presId="urn:microsoft.com/office/officeart/2008/layout/RadialCluster"/>
    <dgm:cxn modelId="{CC4FE5FD-B7C9-40BA-872B-498CE774840A}" srcId="{4E1389FE-DC0E-4066-92F3-3CCEB251EAFB}" destId="{854A1BCD-286B-4DA3-949B-D8FB85C0D014}" srcOrd="0" destOrd="0" parTransId="{86863718-AB7B-421A-B53D-D29B3222815B}" sibTransId="{48FE42EB-D914-4DC9-BA5F-17D664563849}"/>
    <dgm:cxn modelId="{4A475A00-F60B-410B-8470-9EA0E1C3E244}" type="presOf" srcId="{EC1AF752-7BDE-4D7F-BBE3-D620E8B4D26C}" destId="{24EC1B40-97B8-4A97-A728-C57093596661}" srcOrd="0" destOrd="0" presId="urn:microsoft.com/office/officeart/2008/layout/RadialCluster"/>
    <dgm:cxn modelId="{B51B8D91-8E4E-44B0-82BF-67EF5A3FA512}" type="presOf" srcId="{0320C3D9-2B7B-4CF1-930A-C9D1714593A9}" destId="{667DE06D-C223-4C57-8F2C-DDC107791A47}" srcOrd="0" destOrd="0" presId="urn:microsoft.com/office/officeart/2008/layout/RadialCluster"/>
    <dgm:cxn modelId="{6D6CF6BD-20AB-45DE-BD8F-7724AB08659B}" type="presOf" srcId="{2E57BB01-68FA-4D0D-8C7A-B42E79CEB108}" destId="{B23D5C2B-B6D2-4298-9DAF-A69442F1C2D7}" srcOrd="0" destOrd="0" presId="urn:microsoft.com/office/officeart/2008/layout/RadialCluster"/>
    <dgm:cxn modelId="{18EF6DB3-3087-4F3E-882C-92F6C8F6899C}" srcId="{854A1BCD-286B-4DA3-949B-D8FB85C0D014}" destId="{258A11A1-AFD8-47D2-BC45-8BBE869DEB52}" srcOrd="0" destOrd="0" parTransId="{0320C3D9-2B7B-4CF1-930A-C9D1714593A9}" sibTransId="{383D3AFB-4D80-4300-A0A1-03CD0A94377A}"/>
    <dgm:cxn modelId="{82616DB1-0687-468F-BA64-08D535074412}" srcId="{854A1BCD-286B-4DA3-949B-D8FB85C0D014}" destId="{EC1AF752-7BDE-4D7F-BBE3-D620E8B4D26C}" srcOrd="1" destOrd="0" parTransId="{4A4C6070-4A61-47AA-8ABA-32229F0F8F3A}" sibTransId="{86117725-F453-45C3-BDED-502035BCFDCA}"/>
    <dgm:cxn modelId="{E5EA6C4C-7F99-4297-909F-4EA4E535C5BB}" srcId="{854A1BCD-286B-4DA3-949B-D8FB85C0D014}" destId="{04A48D68-CC72-4B7D-B019-6E9B41D34E99}" srcOrd="3" destOrd="0" parTransId="{09175996-8951-4E60-ACF9-F91AAA0AB774}" sibTransId="{2AAAFEF9-961D-4F4B-9B00-9201546214F0}"/>
    <dgm:cxn modelId="{A235A3CB-5F90-4F69-8898-4DE6004F3496}" type="presOf" srcId="{1D3FBEC9-571B-458F-ACA0-2710242E71A4}" destId="{D5C3917E-2284-4E85-847C-82C5C871E472}" srcOrd="0" destOrd="0" presId="urn:microsoft.com/office/officeart/2008/layout/RadialCluster"/>
    <dgm:cxn modelId="{5AD69A6B-CB80-4E03-A72F-5A07B14F4C34}" type="presParOf" srcId="{4D30D1BA-01EB-42FE-A7D6-8969C3AB4CB0}" destId="{5E52D266-CB75-4768-8AAD-3E1F25AADB5A}" srcOrd="0" destOrd="0" presId="urn:microsoft.com/office/officeart/2008/layout/RadialCluster"/>
    <dgm:cxn modelId="{69B1E336-CFCF-4C37-886D-EDC779F92721}" type="presParOf" srcId="{5E52D266-CB75-4768-8AAD-3E1F25AADB5A}" destId="{628E21F9-F946-457A-B5D6-7107E4B5B54D}" srcOrd="0" destOrd="0" presId="urn:microsoft.com/office/officeart/2008/layout/RadialCluster"/>
    <dgm:cxn modelId="{A04E5BCF-6F09-4DAB-8840-ADD4DB3392BB}" type="presParOf" srcId="{5E52D266-CB75-4768-8AAD-3E1F25AADB5A}" destId="{667DE06D-C223-4C57-8F2C-DDC107791A47}" srcOrd="1" destOrd="0" presId="urn:microsoft.com/office/officeart/2008/layout/RadialCluster"/>
    <dgm:cxn modelId="{BA9157D2-DCEC-4BC9-95EF-343DE775A4D7}" type="presParOf" srcId="{5E52D266-CB75-4768-8AAD-3E1F25AADB5A}" destId="{F29DD78D-084E-44BB-95B2-65781CA7A531}" srcOrd="2" destOrd="0" presId="urn:microsoft.com/office/officeart/2008/layout/RadialCluster"/>
    <dgm:cxn modelId="{E8BC91C4-2DC3-42B2-9BA9-F56293B707B1}" type="presParOf" srcId="{5E52D266-CB75-4768-8AAD-3E1F25AADB5A}" destId="{65390B38-AF76-4E62-872B-309581DF08C7}" srcOrd="3" destOrd="0" presId="urn:microsoft.com/office/officeart/2008/layout/RadialCluster"/>
    <dgm:cxn modelId="{042839E4-B763-46EA-87EE-EE06661E3D9B}" type="presParOf" srcId="{5E52D266-CB75-4768-8AAD-3E1F25AADB5A}" destId="{24EC1B40-97B8-4A97-A728-C57093596661}" srcOrd="4" destOrd="0" presId="urn:microsoft.com/office/officeart/2008/layout/RadialCluster"/>
    <dgm:cxn modelId="{B85FC336-03B4-49D2-9CC6-9AA95F1C34E7}" type="presParOf" srcId="{5E52D266-CB75-4768-8AAD-3E1F25AADB5A}" destId="{8F086A69-6FE7-48AB-8D4E-831F6AAADB3F}" srcOrd="5" destOrd="0" presId="urn:microsoft.com/office/officeart/2008/layout/RadialCluster"/>
    <dgm:cxn modelId="{29559A72-5EAD-4EBA-B16B-DB53657E0299}" type="presParOf" srcId="{5E52D266-CB75-4768-8AAD-3E1F25AADB5A}" destId="{D5C3917E-2284-4E85-847C-82C5C871E472}" srcOrd="6" destOrd="0" presId="urn:microsoft.com/office/officeart/2008/layout/RadialCluster"/>
    <dgm:cxn modelId="{908EAE80-FE21-4C39-A5D4-31C8FA10A3E5}" type="presParOf" srcId="{5E52D266-CB75-4768-8AAD-3E1F25AADB5A}" destId="{1503B29C-C796-4217-A6E0-D8D0E4C12287}" srcOrd="7" destOrd="0" presId="urn:microsoft.com/office/officeart/2008/layout/RadialCluster"/>
    <dgm:cxn modelId="{88105C48-CAB0-4F8A-ADCC-2C98020ED30C}" type="presParOf" srcId="{5E52D266-CB75-4768-8AAD-3E1F25AADB5A}" destId="{76784C24-975E-4373-9AB0-0D36214A64F1}" srcOrd="8" destOrd="0" presId="urn:microsoft.com/office/officeart/2008/layout/RadialCluster"/>
    <dgm:cxn modelId="{0DAF3D5A-2530-4C3E-8F80-E1F826BA4A03}" type="presParOf" srcId="{5E52D266-CB75-4768-8AAD-3E1F25AADB5A}" destId="{B23D5C2B-B6D2-4298-9DAF-A69442F1C2D7}" srcOrd="9" destOrd="0" presId="urn:microsoft.com/office/officeart/2008/layout/RadialCluster"/>
    <dgm:cxn modelId="{BC7CF5A9-ADB3-4904-B2E5-6EEB9AE9C93F}" type="presParOf" srcId="{5E52D266-CB75-4768-8AAD-3E1F25AADB5A}" destId="{635D6D0E-E44D-465D-9B55-5006A2372644}" srcOrd="10" destOrd="0" presId="urn:microsoft.com/office/officeart/2008/layout/RadialCluster"/>
    <dgm:cxn modelId="{EF7B19F2-A724-4421-A7A2-858E13A60F58}" type="presParOf" srcId="{5E52D266-CB75-4768-8AAD-3E1F25AADB5A}" destId="{645660FC-29F0-4ECD-9736-2F09D9960928}" srcOrd="11" destOrd="0" presId="urn:microsoft.com/office/officeart/2008/layout/RadialCluster"/>
    <dgm:cxn modelId="{AC3EBBCC-3344-4ECF-B120-5447CC47B44F}" type="presParOf" srcId="{5E52D266-CB75-4768-8AAD-3E1F25AADB5A}" destId="{EF6A00EF-2BA3-4AAD-B69B-A8E8767F6738}" srcOrd="12" destOrd="0" presId="urn:microsoft.com/office/officeart/2008/layout/RadialCluster"/>
  </dgm:cxnLst>
  <dgm:bg/>
  <dgm:whole>
    <a:ln>
      <a:solidFill>
        <a:scrgbClr r="0" g="0" b="0"/>
      </a:solidFill>
    </a:ln>
  </dgm:whole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22E145B5-E82A-4088-B9C8-A19C1E589F7B}" type="doc">
      <dgm:prSet loTypeId="urn:microsoft.com/office/officeart/2005/8/layout/hProcess9" loCatId="process" qsTypeId="urn:microsoft.com/office/officeart/2005/8/quickstyle/simple1" qsCatId="simple" csTypeId="urn:microsoft.com/office/officeart/2005/8/colors/accent1_2" csCatId="accent1" phldr="1"/>
      <dgm:spPr/>
    </dgm:pt>
    <dgm:pt modelId="{EA6E4585-6F70-409F-AEF8-6DDFF603097B}">
      <dgm:prSet phldrT="[Текст]"/>
      <dgm:spPr/>
      <dgm:t>
        <a:bodyPr/>
        <a:lstStyle/>
        <a:p>
          <a:r>
            <a:rPr lang="en-US" dirty="0" smtClean="0"/>
            <a:t>Converter</a:t>
          </a:r>
          <a:endParaRPr lang="ru-RU" dirty="0" smtClean="0"/>
        </a:p>
        <a:p>
          <a:r>
            <a:rPr lang="en-US" dirty="0" smtClean="0"/>
            <a:t>JSON</a:t>
          </a:r>
          <a:endParaRPr lang="ru-RU" dirty="0"/>
        </a:p>
      </dgm:t>
    </dgm:pt>
    <dgm:pt modelId="{EB87C571-E9EA-44FE-AF9E-18063CFD0C39}" type="parTrans" cxnId="{11623C04-D7AE-4604-BF56-F5E5DD861A64}">
      <dgm:prSet/>
      <dgm:spPr/>
      <dgm:t>
        <a:bodyPr/>
        <a:lstStyle/>
        <a:p>
          <a:endParaRPr lang="ru-RU"/>
        </a:p>
      </dgm:t>
    </dgm:pt>
    <dgm:pt modelId="{2A190A93-80C5-4978-A099-572CFD93B6B9}" type="sibTrans" cxnId="{11623C04-D7AE-4604-BF56-F5E5DD861A64}">
      <dgm:prSet/>
      <dgm:spPr/>
      <dgm:t>
        <a:bodyPr/>
        <a:lstStyle/>
        <a:p>
          <a:endParaRPr lang="ru-RU"/>
        </a:p>
      </dgm:t>
    </dgm:pt>
    <dgm:pt modelId="{E74BE7AA-AD2C-478B-B544-897806E38AD1}">
      <dgm:prSet phldrT="[Текст]"/>
      <dgm:spPr/>
      <dgm:t>
        <a:bodyPr/>
        <a:lstStyle/>
        <a:p>
          <a:r>
            <a:rPr lang="en-US" dirty="0" smtClean="0"/>
            <a:t>Inverted</a:t>
          </a:r>
          <a:endParaRPr lang="ru-RU" dirty="0" smtClean="0"/>
        </a:p>
        <a:p>
          <a:r>
            <a:rPr lang="en-US" dirty="0" smtClean="0"/>
            <a:t>Index</a:t>
          </a:r>
          <a:endParaRPr lang="ru-RU" dirty="0"/>
        </a:p>
      </dgm:t>
    </dgm:pt>
    <dgm:pt modelId="{49C289C0-664C-40B2-8678-A2EB77CF65D4}" type="parTrans" cxnId="{DFC1066F-519F-4605-847C-62AE5AF88A45}">
      <dgm:prSet/>
      <dgm:spPr/>
      <dgm:t>
        <a:bodyPr/>
        <a:lstStyle/>
        <a:p>
          <a:endParaRPr lang="ru-RU"/>
        </a:p>
      </dgm:t>
    </dgm:pt>
    <dgm:pt modelId="{61D21387-DAE6-4EDC-AAC6-1B6E0B2B8DE0}" type="sibTrans" cxnId="{DFC1066F-519F-4605-847C-62AE5AF88A45}">
      <dgm:prSet/>
      <dgm:spPr/>
      <dgm:t>
        <a:bodyPr/>
        <a:lstStyle/>
        <a:p>
          <a:endParaRPr lang="ru-RU"/>
        </a:p>
      </dgm:t>
    </dgm:pt>
    <dgm:pt modelId="{0AC6EE5B-94F5-4AF5-A317-22BCDC0A5716}">
      <dgm:prSet/>
      <dgm:spPr/>
      <dgm:t>
        <a:bodyPr/>
        <a:lstStyle/>
        <a:p>
          <a:r>
            <a:rPr lang="en-US" dirty="0" smtClean="0"/>
            <a:t>Documents</a:t>
          </a:r>
          <a:endParaRPr lang="ru-RU" dirty="0"/>
        </a:p>
      </dgm:t>
    </dgm:pt>
    <dgm:pt modelId="{CB42B11A-19DB-4B80-A525-194C04436E70}" type="parTrans" cxnId="{21B0756E-49D9-4E09-B21A-6D2F2639C75F}">
      <dgm:prSet/>
      <dgm:spPr/>
      <dgm:t>
        <a:bodyPr/>
        <a:lstStyle/>
        <a:p>
          <a:endParaRPr lang="ru-RU"/>
        </a:p>
      </dgm:t>
    </dgm:pt>
    <dgm:pt modelId="{E9637C63-B39C-42E1-A7D6-481AB222D018}" type="sibTrans" cxnId="{21B0756E-49D9-4E09-B21A-6D2F2639C75F}">
      <dgm:prSet/>
      <dgm:spPr/>
      <dgm:t>
        <a:bodyPr/>
        <a:lstStyle/>
        <a:p>
          <a:endParaRPr lang="ru-RU"/>
        </a:p>
      </dgm:t>
    </dgm:pt>
    <dgm:pt modelId="{AE6076AB-81D2-4D9E-9485-9A81ACE96751}">
      <dgm:prSet/>
      <dgm:spPr/>
      <dgm:t>
        <a:bodyPr/>
        <a:lstStyle/>
        <a:p>
          <a:r>
            <a:rPr lang="en-US" dirty="0" smtClean="0"/>
            <a:t>Requests</a:t>
          </a:r>
          <a:endParaRPr lang="ru-RU" dirty="0"/>
        </a:p>
      </dgm:t>
    </dgm:pt>
    <dgm:pt modelId="{3F6B56EA-0963-4989-B913-4C2714B96351}" type="parTrans" cxnId="{4E5905B5-6802-493B-AC02-0972B855CCD8}">
      <dgm:prSet/>
      <dgm:spPr/>
      <dgm:t>
        <a:bodyPr/>
        <a:lstStyle/>
        <a:p>
          <a:endParaRPr lang="ru-RU"/>
        </a:p>
      </dgm:t>
    </dgm:pt>
    <dgm:pt modelId="{562D2339-2BDB-4C4B-A1D6-11204852CB25}" type="sibTrans" cxnId="{4E5905B5-6802-493B-AC02-0972B855CCD8}">
      <dgm:prSet/>
      <dgm:spPr/>
      <dgm:t>
        <a:bodyPr/>
        <a:lstStyle/>
        <a:p>
          <a:endParaRPr lang="ru-RU"/>
        </a:p>
      </dgm:t>
    </dgm:pt>
    <dgm:pt modelId="{7788D2E0-1B12-4FD0-962D-537B22CD4366}">
      <dgm:prSet/>
      <dgm:spPr/>
      <dgm:t>
        <a:bodyPr/>
        <a:lstStyle/>
        <a:p>
          <a:r>
            <a:rPr lang="en-US" dirty="0" smtClean="0"/>
            <a:t>Relevant</a:t>
          </a:r>
          <a:endParaRPr lang="ru-RU" dirty="0" smtClean="0"/>
        </a:p>
        <a:p>
          <a:r>
            <a:rPr lang="en-US" dirty="0" smtClean="0"/>
            <a:t>Response</a:t>
          </a:r>
          <a:endParaRPr lang="ru-RU" dirty="0"/>
        </a:p>
      </dgm:t>
    </dgm:pt>
    <dgm:pt modelId="{E582B4CF-9E55-4AD8-8E16-6B2F4B48E951}" type="parTrans" cxnId="{4873B57B-8954-4722-8F6A-8957B71868A7}">
      <dgm:prSet/>
      <dgm:spPr/>
      <dgm:t>
        <a:bodyPr/>
        <a:lstStyle/>
        <a:p>
          <a:endParaRPr lang="ru-RU"/>
        </a:p>
      </dgm:t>
    </dgm:pt>
    <dgm:pt modelId="{CEFE41B2-04AC-4636-B717-B364E7DC6187}" type="sibTrans" cxnId="{4873B57B-8954-4722-8F6A-8957B71868A7}">
      <dgm:prSet/>
      <dgm:spPr/>
      <dgm:t>
        <a:bodyPr/>
        <a:lstStyle/>
        <a:p>
          <a:endParaRPr lang="ru-RU"/>
        </a:p>
      </dgm:t>
    </dgm:pt>
    <dgm:pt modelId="{5D4360AA-390F-403F-A4BA-A7B665FF8967}" type="pres">
      <dgm:prSet presAssocID="{22E145B5-E82A-4088-B9C8-A19C1E589F7B}" presName="CompostProcess" presStyleCnt="0">
        <dgm:presLayoutVars>
          <dgm:dir/>
          <dgm:resizeHandles val="exact"/>
        </dgm:presLayoutVars>
      </dgm:prSet>
      <dgm:spPr/>
    </dgm:pt>
    <dgm:pt modelId="{A10362D1-A377-43A9-BD1F-AD314ADD2D68}" type="pres">
      <dgm:prSet presAssocID="{22E145B5-E82A-4088-B9C8-A19C1E589F7B}" presName="arrow" presStyleLbl="bgShp" presStyleIdx="0" presStyleCnt="1"/>
      <dgm:spPr>
        <a:solidFill>
          <a:srgbClr val="DFE8E8"/>
        </a:solidFill>
      </dgm:spPr>
      <dgm:t>
        <a:bodyPr/>
        <a:lstStyle/>
        <a:p>
          <a:endParaRPr lang="ru-RU"/>
        </a:p>
      </dgm:t>
    </dgm:pt>
    <dgm:pt modelId="{0F39B2D2-3919-49C6-A79D-15ED4305780E}" type="pres">
      <dgm:prSet presAssocID="{22E145B5-E82A-4088-B9C8-A19C1E589F7B}" presName="linearProcess" presStyleCnt="0"/>
      <dgm:spPr/>
    </dgm:pt>
    <dgm:pt modelId="{0A15E6E4-35BF-4314-8C3D-ED211E2F9958}" type="pres">
      <dgm:prSet presAssocID="{EA6E4585-6F70-409F-AEF8-6DDFF603097B}" presName="textNode" presStyleLbl="node1" presStyleIdx="0" presStyleCnt="5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6181FE23-3E21-49B3-BC9F-410A92DCFEBD}" type="pres">
      <dgm:prSet presAssocID="{2A190A93-80C5-4978-A099-572CFD93B6B9}" presName="sibTrans" presStyleCnt="0"/>
      <dgm:spPr/>
    </dgm:pt>
    <dgm:pt modelId="{F054BA0B-B3F7-4B6B-BD2F-4AE8F4442468}" type="pres">
      <dgm:prSet presAssocID="{0AC6EE5B-94F5-4AF5-A317-22BCDC0A5716}" presName="textNode" presStyleLbl="node1" presStyleIdx="1" presStyleCnt="5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E9B674C4-C6D6-43BD-AA2D-959FB3B7D3FA}" type="pres">
      <dgm:prSet presAssocID="{E9637C63-B39C-42E1-A7D6-481AB222D018}" presName="sibTrans" presStyleCnt="0"/>
      <dgm:spPr/>
    </dgm:pt>
    <dgm:pt modelId="{DC4AEBBC-A52D-40F6-9146-7F10088A6B32}" type="pres">
      <dgm:prSet presAssocID="{E74BE7AA-AD2C-478B-B544-897806E38AD1}" presName="textNode" presStyleLbl="node1" presStyleIdx="2" presStyleCnt="5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565DECA6-36C8-43CE-8D9E-544F5BFE0609}" type="pres">
      <dgm:prSet presAssocID="{61D21387-DAE6-4EDC-AAC6-1B6E0B2B8DE0}" presName="sibTrans" presStyleCnt="0"/>
      <dgm:spPr/>
    </dgm:pt>
    <dgm:pt modelId="{014D856F-0A4A-4760-9506-E63C9F5DE09D}" type="pres">
      <dgm:prSet presAssocID="{AE6076AB-81D2-4D9E-9485-9A81ACE96751}" presName="textNode" presStyleLbl="node1" presStyleIdx="3" presStyleCnt="5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FCF8F01A-A651-490E-BEFC-5C1A5DBC1425}" type="pres">
      <dgm:prSet presAssocID="{562D2339-2BDB-4C4B-A1D6-11204852CB25}" presName="sibTrans" presStyleCnt="0"/>
      <dgm:spPr/>
    </dgm:pt>
    <dgm:pt modelId="{2EF5CFF0-CC5C-43EE-B44D-1D53039F8A29}" type="pres">
      <dgm:prSet presAssocID="{7788D2E0-1B12-4FD0-962D-537B22CD4366}" presName="textNode" presStyleLbl="node1" presStyleIdx="4" presStyleCnt="5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</dgm:ptLst>
  <dgm:cxnLst>
    <dgm:cxn modelId="{B7A34A39-771E-4D17-AB67-B86CAFF7426F}" type="presOf" srcId="{22E145B5-E82A-4088-B9C8-A19C1E589F7B}" destId="{5D4360AA-390F-403F-A4BA-A7B665FF8967}" srcOrd="0" destOrd="0" presId="urn:microsoft.com/office/officeart/2005/8/layout/hProcess9"/>
    <dgm:cxn modelId="{759803FA-91B2-47F5-B533-1244B8012BE0}" type="presOf" srcId="{7788D2E0-1B12-4FD0-962D-537B22CD4366}" destId="{2EF5CFF0-CC5C-43EE-B44D-1D53039F8A29}" srcOrd="0" destOrd="0" presId="urn:microsoft.com/office/officeart/2005/8/layout/hProcess9"/>
    <dgm:cxn modelId="{11623C04-D7AE-4604-BF56-F5E5DD861A64}" srcId="{22E145B5-E82A-4088-B9C8-A19C1E589F7B}" destId="{EA6E4585-6F70-409F-AEF8-6DDFF603097B}" srcOrd="0" destOrd="0" parTransId="{EB87C571-E9EA-44FE-AF9E-18063CFD0C39}" sibTransId="{2A190A93-80C5-4978-A099-572CFD93B6B9}"/>
    <dgm:cxn modelId="{7D44C1DF-6DAA-4194-B40E-62A7694ED93B}" type="presOf" srcId="{0AC6EE5B-94F5-4AF5-A317-22BCDC0A5716}" destId="{F054BA0B-B3F7-4B6B-BD2F-4AE8F4442468}" srcOrd="0" destOrd="0" presId="urn:microsoft.com/office/officeart/2005/8/layout/hProcess9"/>
    <dgm:cxn modelId="{B8B78095-F49D-4B14-AD35-26BB40DAF5C6}" type="presOf" srcId="{EA6E4585-6F70-409F-AEF8-6DDFF603097B}" destId="{0A15E6E4-35BF-4314-8C3D-ED211E2F9958}" srcOrd="0" destOrd="0" presId="urn:microsoft.com/office/officeart/2005/8/layout/hProcess9"/>
    <dgm:cxn modelId="{21B0756E-49D9-4E09-B21A-6D2F2639C75F}" srcId="{22E145B5-E82A-4088-B9C8-A19C1E589F7B}" destId="{0AC6EE5B-94F5-4AF5-A317-22BCDC0A5716}" srcOrd="1" destOrd="0" parTransId="{CB42B11A-19DB-4B80-A525-194C04436E70}" sibTransId="{E9637C63-B39C-42E1-A7D6-481AB222D018}"/>
    <dgm:cxn modelId="{5CD4F533-BDEB-4025-9A6E-2875FE56EE0C}" type="presOf" srcId="{AE6076AB-81D2-4D9E-9485-9A81ACE96751}" destId="{014D856F-0A4A-4760-9506-E63C9F5DE09D}" srcOrd="0" destOrd="0" presId="urn:microsoft.com/office/officeart/2005/8/layout/hProcess9"/>
    <dgm:cxn modelId="{4873B57B-8954-4722-8F6A-8957B71868A7}" srcId="{22E145B5-E82A-4088-B9C8-A19C1E589F7B}" destId="{7788D2E0-1B12-4FD0-962D-537B22CD4366}" srcOrd="4" destOrd="0" parTransId="{E582B4CF-9E55-4AD8-8E16-6B2F4B48E951}" sibTransId="{CEFE41B2-04AC-4636-B717-B364E7DC6187}"/>
    <dgm:cxn modelId="{4E5905B5-6802-493B-AC02-0972B855CCD8}" srcId="{22E145B5-E82A-4088-B9C8-A19C1E589F7B}" destId="{AE6076AB-81D2-4D9E-9485-9A81ACE96751}" srcOrd="3" destOrd="0" parTransId="{3F6B56EA-0963-4989-B913-4C2714B96351}" sibTransId="{562D2339-2BDB-4C4B-A1D6-11204852CB25}"/>
    <dgm:cxn modelId="{DFC1066F-519F-4605-847C-62AE5AF88A45}" srcId="{22E145B5-E82A-4088-B9C8-A19C1E589F7B}" destId="{E74BE7AA-AD2C-478B-B544-897806E38AD1}" srcOrd="2" destOrd="0" parTransId="{49C289C0-664C-40B2-8678-A2EB77CF65D4}" sibTransId="{61D21387-DAE6-4EDC-AAC6-1B6E0B2B8DE0}"/>
    <dgm:cxn modelId="{CFBFF8AF-CC67-4E25-83AA-4CEB29B92D01}" type="presOf" srcId="{E74BE7AA-AD2C-478B-B544-897806E38AD1}" destId="{DC4AEBBC-A52D-40F6-9146-7F10088A6B32}" srcOrd="0" destOrd="0" presId="urn:microsoft.com/office/officeart/2005/8/layout/hProcess9"/>
    <dgm:cxn modelId="{EA43E3AC-777E-4233-8A88-6F6C0E7AB63D}" type="presParOf" srcId="{5D4360AA-390F-403F-A4BA-A7B665FF8967}" destId="{A10362D1-A377-43A9-BD1F-AD314ADD2D68}" srcOrd="0" destOrd="0" presId="urn:microsoft.com/office/officeart/2005/8/layout/hProcess9"/>
    <dgm:cxn modelId="{65EE2737-B8C4-4E92-8857-42F8DD4643E6}" type="presParOf" srcId="{5D4360AA-390F-403F-A4BA-A7B665FF8967}" destId="{0F39B2D2-3919-49C6-A79D-15ED4305780E}" srcOrd="1" destOrd="0" presId="urn:microsoft.com/office/officeart/2005/8/layout/hProcess9"/>
    <dgm:cxn modelId="{3F22A6F3-B75B-4D22-B3AA-D5C0207DA9F9}" type="presParOf" srcId="{0F39B2D2-3919-49C6-A79D-15ED4305780E}" destId="{0A15E6E4-35BF-4314-8C3D-ED211E2F9958}" srcOrd="0" destOrd="0" presId="urn:microsoft.com/office/officeart/2005/8/layout/hProcess9"/>
    <dgm:cxn modelId="{5CA9E1E1-F658-4D60-8DE6-A5C7685388B2}" type="presParOf" srcId="{0F39B2D2-3919-49C6-A79D-15ED4305780E}" destId="{6181FE23-3E21-49B3-BC9F-410A92DCFEBD}" srcOrd="1" destOrd="0" presId="urn:microsoft.com/office/officeart/2005/8/layout/hProcess9"/>
    <dgm:cxn modelId="{3F21F56B-6EC0-46BC-B925-5D2D965D0D1F}" type="presParOf" srcId="{0F39B2D2-3919-49C6-A79D-15ED4305780E}" destId="{F054BA0B-B3F7-4B6B-BD2F-4AE8F4442468}" srcOrd="2" destOrd="0" presId="urn:microsoft.com/office/officeart/2005/8/layout/hProcess9"/>
    <dgm:cxn modelId="{E85A9F5D-FACD-4444-BBBE-727ED73C3120}" type="presParOf" srcId="{0F39B2D2-3919-49C6-A79D-15ED4305780E}" destId="{E9B674C4-C6D6-43BD-AA2D-959FB3B7D3FA}" srcOrd="3" destOrd="0" presId="urn:microsoft.com/office/officeart/2005/8/layout/hProcess9"/>
    <dgm:cxn modelId="{E96F45BF-9DDA-4C98-929F-171319DF99AC}" type="presParOf" srcId="{0F39B2D2-3919-49C6-A79D-15ED4305780E}" destId="{DC4AEBBC-A52D-40F6-9146-7F10088A6B32}" srcOrd="4" destOrd="0" presId="urn:microsoft.com/office/officeart/2005/8/layout/hProcess9"/>
    <dgm:cxn modelId="{EF346BD9-6825-491E-BB84-4BAC0AB257F1}" type="presParOf" srcId="{0F39B2D2-3919-49C6-A79D-15ED4305780E}" destId="{565DECA6-36C8-43CE-8D9E-544F5BFE0609}" srcOrd="5" destOrd="0" presId="urn:microsoft.com/office/officeart/2005/8/layout/hProcess9"/>
    <dgm:cxn modelId="{8438F71D-9E72-40FD-9207-1CDFE6A92EED}" type="presParOf" srcId="{0F39B2D2-3919-49C6-A79D-15ED4305780E}" destId="{014D856F-0A4A-4760-9506-E63C9F5DE09D}" srcOrd="6" destOrd="0" presId="urn:microsoft.com/office/officeart/2005/8/layout/hProcess9"/>
    <dgm:cxn modelId="{19B4CBE0-314E-4CC2-AB84-A8BCBE12888D}" type="presParOf" srcId="{0F39B2D2-3919-49C6-A79D-15ED4305780E}" destId="{FCF8F01A-A651-490E-BEFC-5C1A5DBC1425}" srcOrd="7" destOrd="0" presId="urn:microsoft.com/office/officeart/2005/8/layout/hProcess9"/>
    <dgm:cxn modelId="{C434FDF4-0C56-4BA5-9466-C230AA5A91D7}" type="presParOf" srcId="{0F39B2D2-3919-49C6-A79D-15ED4305780E}" destId="{2EF5CFF0-CC5C-43EE-B44D-1D53039F8A29}" srcOrd="8" destOrd="0" presId="urn:microsoft.com/office/officeart/2005/8/layout/hProcess9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F7887599-5144-4F89-A6FD-21AD526F0AC5}" type="doc">
      <dgm:prSet loTypeId="urn:microsoft.com/office/officeart/2005/8/layout/hProcess6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ru-RU"/>
        </a:p>
      </dgm:t>
    </dgm:pt>
    <dgm:pt modelId="{DFB0D441-0B51-4119-A4EA-2C95C6F52CAD}" type="pres">
      <dgm:prSet presAssocID="{F7887599-5144-4F89-A6FD-21AD526F0AC5}" presName="theList" presStyleCnt="0">
        <dgm:presLayoutVars>
          <dgm:dir/>
          <dgm:animLvl val="lvl"/>
          <dgm:resizeHandles val="exact"/>
        </dgm:presLayoutVars>
      </dgm:prSet>
      <dgm:spPr/>
      <dgm:t>
        <a:bodyPr/>
        <a:lstStyle/>
        <a:p>
          <a:endParaRPr lang="ru-RU"/>
        </a:p>
      </dgm:t>
    </dgm:pt>
  </dgm:ptLst>
  <dgm:cxnLst>
    <dgm:cxn modelId="{287E3C62-6D68-4A76-BB1D-B6CBB21BB9EE}" type="presOf" srcId="{F7887599-5144-4F89-A6FD-21AD526F0AC5}" destId="{DFB0D441-0B51-4119-A4EA-2C95C6F52CAD}" srcOrd="0" destOrd="0" presId="urn:microsoft.com/office/officeart/2005/8/layout/hProcess6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F7887599-5144-4F89-A6FD-21AD526F0AC5}" type="doc">
      <dgm:prSet loTypeId="urn:microsoft.com/office/officeart/2005/8/layout/hProcess6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ru-RU"/>
        </a:p>
      </dgm:t>
    </dgm:pt>
    <dgm:pt modelId="{DFB0D441-0B51-4119-A4EA-2C95C6F52CAD}" type="pres">
      <dgm:prSet presAssocID="{F7887599-5144-4F89-A6FD-21AD526F0AC5}" presName="theList" presStyleCnt="0">
        <dgm:presLayoutVars>
          <dgm:dir/>
          <dgm:animLvl val="lvl"/>
          <dgm:resizeHandles val="exact"/>
        </dgm:presLayoutVars>
      </dgm:prSet>
      <dgm:spPr/>
      <dgm:t>
        <a:bodyPr/>
        <a:lstStyle/>
        <a:p>
          <a:endParaRPr lang="ru-RU"/>
        </a:p>
      </dgm:t>
    </dgm:pt>
  </dgm:ptLst>
  <dgm:cxnLst>
    <dgm:cxn modelId="{C1ED5144-FB7A-46E2-ACE4-1DEF8C16F339}" type="presOf" srcId="{F7887599-5144-4F89-A6FD-21AD526F0AC5}" destId="{DFB0D441-0B51-4119-A4EA-2C95C6F52CAD}" srcOrd="0" destOrd="0" presId="urn:microsoft.com/office/officeart/2005/8/layout/hProcess6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F7887599-5144-4F89-A6FD-21AD526F0AC5}" type="doc">
      <dgm:prSet loTypeId="urn:microsoft.com/office/officeart/2005/8/layout/hProcess6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ru-RU"/>
        </a:p>
      </dgm:t>
    </dgm:pt>
    <dgm:pt modelId="{DFB0D441-0B51-4119-A4EA-2C95C6F52CAD}" type="pres">
      <dgm:prSet presAssocID="{F7887599-5144-4F89-A6FD-21AD526F0AC5}" presName="theList" presStyleCnt="0">
        <dgm:presLayoutVars>
          <dgm:dir/>
          <dgm:animLvl val="lvl"/>
          <dgm:resizeHandles val="exact"/>
        </dgm:presLayoutVars>
      </dgm:prSet>
      <dgm:spPr/>
      <dgm:t>
        <a:bodyPr/>
        <a:lstStyle/>
        <a:p>
          <a:endParaRPr lang="ru-RU"/>
        </a:p>
      </dgm:t>
    </dgm:pt>
  </dgm:ptLst>
  <dgm:cxnLst>
    <dgm:cxn modelId="{7473ABC6-86BC-4922-AA2C-4EC936067C75}" type="presOf" srcId="{F7887599-5144-4F89-A6FD-21AD526F0AC5}" destId="{DFB0D441-0B51-4119-A4EA-2C95C6F52CAD}" srcOrd="0" destOrd="0" presId="urn:microsoft.com/office/officeart/2005/8/layout/hProcess6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43654343-DB53-42AB-A74A-F1B8C77FC7AB}" type="doc">
      <dgm:prSet loTypeId="urn:microsoft.com/office/officeart/2005/8/layout/vList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ru-RU"/>
        </a:p>
      </dgm:t>
    </dgm:pt>
    <dgm:pt modelId="{2E623F1E-8BE3-4C3D-8265-19EDBBBD0197}">
      <dgm:prSet phldrT="[Текст]"/>
      <dgm:spPr/>
      <dgm:t>
        <a:bodyPr/>
        <a:lstStyle/>
        <a:p>
          <a:r>
            <a:rPr lang="ru-RU" dirty="0" smtClean="0"/>
            <a:t>Функции библиотеки</a:t>
          </a:r>
          <a:endParaRPr lang="ru-RU" dirty="0"/>
        </a:p>
      </dgm:t>
    </dgm:pt>
    <dgm:pt modelId="{DC9D396A-E0D1-49AA-A782-4C3FBF25DB9D}" type="parTrans" cxnId="{1DC3C6B9-EDD0-4B3C-817F-3B6C7FA796B1}">
      <dgm:prSet/>
      <dgm:spPr/>
      <dgm:t>
        <a:bodyPr/>
        <a:lstStyle/>
        <a:p>
          <a:endParaRPr lang="ru-RU"/>
        </a:p>
      </dgm:t>
    </dgm:pt>
    <dgm:pt modelId="{D487729C-3736-4AB6-8A23-244116BE78F6}" type="sibTrans" cxnId="{1DC3C6B9-EDD0-4B3C-817F-3B6C7FA796B1}">
      <dgm:prSet/>
      <dgm:spPr/>
      <dgm:t>
        <a:bodyPr/>
        <a:lstStyle/>
        <a:p>
          <a:endParaRPr lang="ru-RU"/>
        </a:p>
      </dgm:t>
    </dgm:pt>
    <dgm:pt modelId="{79306A6F-DF62-4B70-AEAA-7AACBA933274}">
      <dgm:prSet phldrT="[Текст]"/>
      <dgm:spPr/>
      <dgm:t>
        <a:bodyPr/>
        <a:lstStyle/>
        <a:p>
          <a:r>
            <a:rPr lang="ru-RU" dirty="0" smtClean="0"/>
            <a:t>Прочитать/записать текстовый файл</a:t>
          </a:r>
          <a:endParaRPr lang="ru-RU" dirty="0"/>
        </a:p>
      </dgm:t>
    </dgm:pt>
    <dgm:pt modelId="{ED6D6C32-A6A4-4F53-BECD-31DF94AB2F2D}" type="parTrans" cxnId="{BAC2D091-19B2-47EA-A560-CF3C9EE07EEE}">
      <dgm:prSet/>
      <dgm:spPr/>
      <dgm:t>
        <a:bodyPr/>
        <a:lstStyle/>
        <a:p>
          <a:endParaRPr lang="ru-RU"/>
        </a:p>
      </dgm:t>
    </dgm:pt>
    <dgm:pt modelId="{3C0A9A96-F363-4021-A337-B08E7E4FF28B}" type="sibTrans" cxnId="{BAC2D091-19B2-47EA-A560-CF3C9EE07EEE}">
      <dgm:prSet/>
      <dgm:spPr/>
      <dgm:t>
        <a:bodyPr/>
        <a:lstStyle/>
        <a:p>
          <a:endParaRPr lang="ru-RU"/>
        </a:p>
      </dgm:t>
    </dgm:pt>
    <dgm:pt modelId="{1EF42ADA-5F02-4E46-BE50-FEA15D3D173E}">
      <dgm:prSet phldrT="[Текст]"/>
      <dgm:spPr/>
      <dgm:t>
        <a:bodyPr/>
        <a:lstStyle/>
        <a:p>
          <a:r>
            <a:rPr lang="ru-RU" dirty="0" smtClean="0"/>
            <a:t>Проверка при работе с файлами</a:t>
          </a:r>
          <a:endParaRPr lang="ru-RU" dirty="0"/>
        </a:p>
      </dgm:t>
    </dgm:pt>
    <dgm:pt modelId="{3C59A9C2-E01F-46D5-B3B1-192E43353452}" type="parTrans" cxnId="{6436DBCA-1735-4B6C-96BD-2870F8DDD555}">
      <dgm:prSet/>
      <dgm:spPr/>
      <dgm:t>
        <a:bodyPr/>
        <a:lstStyle/>
        <a:p>
          <a:endParaRPr lang="ru-RU"/>
        </a:p>
      </dgm:t>
    </dgm:pt>
    <dgm:pt modelId="{16D47AF7-45E3-4CA0-A461-E4B2D347912E}" type="sibTrans" cxnId="{6436DBCA-1735-4B6C-96BD-2870F8DDD555}">
      <dgm:prSet/>
      <dgm:spPr/>
      <dgm:t>
        <a:bodyPr/>
        <a:lstStyle/>
        <a:p>
          <a:endParaRPr lang="ru-RU"/>
        </a:p>
      </dgm:t>
    </dgm:pt>
    <dgm:pt modelId="{573D393A-66A2-446E-BFEF-C3FBF1C42C84}">
      <dgm:prSet phldrT="[Текст]"/>
      <dgm:spPr/>
      <dgm:t>
        <a:bodyPr/>
        <a:lstStyle/>
        <a:p>
          <a:r>
            <a:rPr lang="ru-RU" dirty="0" smtClean="0"/>
            <a:t>Проверка на существование файла</a:t>
          </a:r>
          <a:endParaRPr lang="ru-RU" dirty="0"/>
        </a:p>
      </dgm:t>
    </dgm:pt>
    <dgm:pt modelId="{8FB5C8FE-E193-41CA-9D85-84904BACA977}" type="parTrans" cxnId="{48A65D49-CABF-4D36-AE62-7F08CF0329A8}">
      <dgm:prSet/>
      <dgm:spPr/>
      <dgm:t>
        <a:bodyPr/>
        <a:lstStyle/>
        <a:p>
          <a:endParaRPr lang="ru-RU"/>
        </a:p>
      </dgm:t>
    </dgm:pt>
    <dgm:pt modelId="{20177508-7C4A-44B7-9491-F2F874B79DF0}" type="sibTrans" cxnId="{48A65D49-CABF-4D36-AE62-7F08CF0329A8}">
      <dgm:prSet/>
      <dgm:spPr/>
      <dgm:t>
        <a:bodyPr/>
        <a:lstStyle/>
        <a:p>
          <a:endParaRPr lang="ru-RU"/>
        </a:p>
      </dgm:t>
    </dgm:pt>
    <dgm:pt modelId="{6BC8465F-F152-4B2B-B6B0-8BEFA793F1E3}">
      <dgm:prSet phldrT="[Текст]"/>
      <dgm:spPr/>
      <dgm:t>
        <a:bodyPr/>
        <a:lstStyle/>
        <a:p>
          <a:r>
            <a:rPr lang="ru-RU" dirty="0" smtClean="0"/>
            <a:t>Прочитать/записать </a:t>
          </a:r>
          <a:r>
            <a:rPr lang="en-US" dirty="0" smtClean="0"/>
            <a:t>JSON-</a:t>
          </a:r>
          <a:r>
            <a:rPr lang="ru-RU" dirty="0" smtClean="0"/>
            <a:t>файл</a:t>
          </a:r>
          <a:endParaRPr lang="ru-RU" dirty="0"/>
        </a:p>
      </dgm:t>
    </dgm:pt>
    <dgm:pt modelId="{9A34D1F0-FD46-4312-B06F-D5D631444813}" type="parTrans" cxnId="{3CD1693C-FD15-4008-95EC-E01AA2B4F014}">
      <dgm:prSet/>
      <dgm:spPr/>
      <dgm:t>
        <a:bodyPr/>
        <a:lstStyle/>
        <a:p>
          <a:endParaRPr lang="ru-RU"/>
        </a:p>
      </dgm:t>
    </dgm:pt>
    <dgm:pt modelId="{A9B214D6-FC85-452E-A1AA-6CACFC7D5066}" type="sibTrans" cxnId="{3CD1693C-FD15-4008-95EC-E01AA2B4F014}">
      <dgm:prSet/>
      <dgm:spPr/>
      <dgm:t>
        <a:bodyPr/>
        <a:lstStyle/>
        <a:p>
          <a:endParaRPr lang="ru-RU"/>
        </a:p>
      </dgm:t>
    </dgm:pt>
    <dgm:pt modelId="{A11CB2FD-A157-4C68-83D6-C4C5B942172A}">
      <dgm:prSet phldrT="[Текст]"/>
      <dgm:spPr/>
      <dgm:t>
        <a:bodyPr/>
        <a:lstStyle/>
        <a:p>
          <a:r>
            <a:rPr lang="ru-RU" dirty="0" smtClean="0"/>
            <a:t>Проверить </a:t>
          </a:r>
          <a:r>
            <a:rPr lang="en-US" dirty="0" smtClean="0"/>
            <a:t>JSON-</a:t>
          </a:r>
          <a:r>
            <a:rPr lang="ru-RU" dirty="0" smtClean="0"/>
            <a:t>структуру на соответствие шаблону</a:t>
          </a:r>
          <a:endParaRPr lang="ru-RU" dirty="0"/>
        </a:p>
      </dgm:t>
    </dgm:pt>
    <dgm:pt modelId="{0253DC1D-0C3C-405D-93F7-80D19AD67065}" type="parTrans" cxnId="{F3B4AF9B-7FE3-40D3-BA22-E241A2CE68FB}">
      <dgm:prSet/>
      <dgm:spPr/>
      <dgm:t>
        <a:bodyPr/>
        <a:lstStyle/>
        <a:p>
          <a:endParaRPr lang="ru-RU"/>
        </a:p>
      </dgm:t>
    </dgm:pt>
    <dgm:pt modelId="{72CE49A4-A530-4D9D-B4FC-D654EF8E746F}" type="sibTrans" cxnId="{F3B4AF9B-7FE3-40D3-BA22-E241A2CE68FB}">
      <dgm:prSet/>
      <dgm:spPr/>
      <dgm:t>
        <a:bodyPr/>
        <a:lstStyle/>
        <a:p>
          <a:endParaRPr lang="ru-RU"/>
        </a:p>
      </dgm:t>
    </dgm:pt>
    <dgm:pt modelId="{6EC4C7A0-7E2A-47DE-B2E1-3DBF10A006E4}">
      <dgm:prSet phldrT="[Текст]"/>
      <dgm:spPr/>
      <dgm:t>
        <a:bodyPr/>
        <a:lstStyle/>
        <a:p>
          <a:r>
            <a:rPr lang="ru-RU" dirty="0" smtClean="0"/>
            <a:t>Проверка на открытие файла</a:t>
          </a:r>
          <a:endParaRPr lang="ru-RU" dirty="0"/>
        </a:p>
      </dgm:t>
    </dgm:pt>
    <dgm:pt modelId="{153CCD8A-EEDE-42A6-83D5-2DBF09F852E6}" type="parTrans" cxnId="{A077084D-BD82-48E8-9493-C824B2A7DEC1}">
      <dgm:prSet/>
      <dgm:spPr/>
      <dgm:t>
        <a:bodyPr/>
        <a:lstStyle/>
        <a:p>
          <a:endParaRPr lang="ru-RU"/>
        </a:p>
      </dgm:t>
    </dgm:pt>
    <dgm:pt modelId="{18B62E41-65DF-4ED6-9329-DB071B0EAC9F}" type="sibTrans" cxnId="{A077084D-BD82-48E8-9493-C824B2A7DEC1}">
      <dgm:prSet/>
      <dgm:spPr/>
      <dgm:t>
        <a:bodyPr/>
        <a:lstStyle/>
        <a:p>
          <a:endParaRPr lang="ru-RU"/>
        </a:p>
      </dgm:t>
    </dgm:pt>
    <dgm:pt modelId="{017FE366-74F1-4A0F-BBA6-BE17472606E3}">
      <dgm:prSet phldrT="[Текст]"/>
      <dgm:spPr/>
      <dgm:t>
        <a:bodyPr/>
        <a:lstStyle/>
        <a:p>
          <a:r>
            <a:rPr lang="ru-RU" dirty="0" smtClean="0"/>
            <a:t>Проверка на ошибки во время чтения/записи файла</a:t>
          </a:r>
          <a:endParaRPr lang="ru-RU" dirty="0"/>
        </a:p>
      </dgm:t>
    </dgm:pt>
    <dgm:pt modelId="{6204BB66-3532-4E4F-B7A3-5D564691C70E}" type="parTrans" cxnId="{ABE72B95-550F-4C6F-A736-9AEE0A6AFA42}">
      <dgm:prSet/>
      <dgm:spPr/>
      <dgm:t>
        <a:bodyPr/>
        <a:lstStyle/>
        <a:p>
          <a:endParaRPr lang="ru-RU"/>
        </a:p>
      </dgm:t>
    </dgm:pt>
    <dgm:pt modelId="{84425D09-E092-4EB6-A849-487EBDBB914D}" type="sibTrans" cxnId="{ABE72B95-550F-4C6F-A736-9AEE0A6AFA42}">
      <dgm:prSet/>
      <dgm:spPr/>
      <dgm:t>
        <a:bodyPr/>
        <a:lstStyle/>
        <a:p>
          <a:endParaRPr lang="ru-RU"/>
        </a:p>
      </dgm:t>
    </dgm:pt>
    <dgm:pt modelId="{F0E2124C-8CCA-471D-943A-B8A9321110B7}">
      <dgm:prSet phldrT="[Текст]"/>
      <dgm:spPr/>
      <dgm:t>
        <a:bodyPr/>
        <a:lstStyle/>
        <a:p>
          <a:r>
            <a:rPr lang="ru-RU" dirty="0" smtClean="0"/>
            <a:t>Проверить </a:t>
          </a:r>
          <a:r>
            <a:rPr lang="en-US" dirty="0" smtClean="0"/>
            <a:t>JSON-</a:t>
          </a:r>
          <a:r>
            <a:rPr lang="ru-RU" dirty="0" smtClean="0"/>
            <a:t>структуру на целостность</a:t>
          </a:r>
          <a:endParaRPr lang="ru-RU" dirty="0"/>
        </a:p>
      </dgm:t>
    </dgm:pt>
    <dgm:pt modelId="{D19A251A-1BA9-4500-9FB7-8EEA4BC32A72}" type="parTrans" cxnId="{23BCE721-A79D-4BBF-8558-5F1141562632}">
      <dgm:prSet/>
      <dgm:spPr/>
      <dgm:t>
        <a:bodyPr/>
        <a:lstStyle/>
        <a:p>
          <a:endParaRPr lang="ru-RU"/>
        </a:p>
      </dgm:t>
    </dgm:pt>
    <dgm:pt modelId="{0EB1B89D-68F3-4204-9BA3-DFD1C3A4526A}" type="sibTrans" cxnId="{23BCE721-A79D-4BBF-8558-5F1141562632}">
      <dgm:prSet/>
      <dgm:spPr/>
      <dgm:t>
        <a:bodyPr/>
        <a:lstStyle/>
        <a:p>
          <a:endParaRPr lang="ru-RU"/>
        </a:p>
      </dgm:t>
    </dgm:pt>
    <dgm:pt modelId="{8997A8C5-71D1-4253-A406-6EEF7A742701}" type="pres">
      <dgm:prSet presAssocID="{43654343-DB53-42AB-A74A-F1B8C77FC7AB}" presName="linear" presStyleCnt="0">
        <dgm:presLayoutVars>
          <dgm:animLvl val="lvl"/>
          <dgm:resizeHandles val="exact"/>
        </dgm:presLayoutVars>
      </dgm:prSet>
      <dgm:spPr/>
      <dgm:t>
        <a:bodyPr/>
        <a:lstStyle/>
        <a:p>
          <a:endParaRPr lang="ru-RU"/>
        </a:p>
      </dgm:t>
    </dgm:pt>
    <dgm:pt modelId="{B9E4810E-52F3-40F0-9593-6C037BA1D12A}" type="pres">
      <dgm:prSet presAssocID="{2E623F1E-8BE3-4C3D-8265-19EDBBBD0197}" presName="parentText" presStyleLbl="node1" presStyleIdx="0" presStyleCnt="2">
        <dgm:presLayoutVars>
          <dgm:chMax val="0"/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625A264F-F3DF-4EEC-8B66-102C93BB9818}" type="pres">
      <dgm:prSet presAssocID="{2E623F1E-8BE3-4C3D-8265-19EDBBBD0197}" presName="childText" presStyleLbl="revTx" presStyleIdx="0" presStyleCnt="2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557F1F5C-6D75-4492-8EF1-6580ED92ACAF}" type="pres">
      <dgm:prSet presAssocID="{1EF42ADA-5F02-4E46-BE50-FEA15D3D173E}" presName="parentText" presStyleLbl="node1" presStyleIdx="1" presStyleCnt="2">
        <dgm:presLayoutVars>
          <dgm:chMax val="0"/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657A1B8A-9783-4C29-9201-29A02D448FA4}" type="pres">
      <dgm:prSet presAssocID="{1EF42ADA-5F02-4E46-BE50-FEA15D3D173E}" presName="childText" presStyleLbl="revTx" presStyleIdx="1" presStyleCnt="2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</dgm:ptLst>
  <dgm:cxnLst>
    <dgm:cxn modelId="{23BCE721-A79D-4BBF-8558-5F1141562632}" srcId="{2E623F1E-8BE3-4C3D-8265-19EDBBBD0197}" destId="{F0E2124C-8CCA-471D-943A-B8A9321110B7}" srcOrd="3" destOrd="0" parTransId="{D19A251A-1BA9-4500-9FB7-8EEA4BC32A72}" sibTransId="{0EB1B89D-68F3-4204-9BA3-DFD1C3A4526A}"/>
    <dgm:cxn modelId="{F3B4AF9B-7FE3-40D3-BA22-E241A2CE68FB}" srcId="{2E623F1E-8BE3-4C3D-8265-19EDBBBD0197}" destId="{A11CB2FD-A157-4C68-83D6-C4C5B942172A}" srcOrd="2" destOrd="0" parTransId="{0253DC1D-0C3C-405D-93F7-80D19AD67065}" sibTransId="{72CE49A4-A530-4D9D-B4FC-D654EF8E746F}"/>
    <dgm:cxn modelId="{6CF4803D-F75D-4A12-AC1C-B72C879BD512}" type="presOf" srcId="{1EF42ADA-5F02-4E46-BE50-FEA15D3D173E}" destId="{557F1F5C-6D75-4492-8EF1-6580ED92ACAF}" srcOrd="0" destOrd="0" presId="urn:microsoft.com/office/officeart/2005/8/layout/vList2"/>
    <dgm:cxn modelId="{4D98B2F0-948C-433F-8FFC-AAC710408A78}" type="presOf" srcId="{F0E2124C-8CCA-471D-943A-B8A9321110B7}" destId="{625A264F-F3DF-4EEC-8B66-102C93BB9818}" srcOrd="0" destOrd="3" presId="urn:microsoft.com/office/officeart/2005/8/layout/vList2"/>
    <dgm:cxn modelId="{BAC2D091-19B2-47EA-A560-CF3C9EE07EEE}" srcId="{2E623F1E-8BE3-4C3D-8265-19EDBBBD0197}" destId="{79306A6F-DF62-4B70-AEAA-7AACBA933274}" srcOrd="0" destOrd="0" parTransId="{ED6D6C32-A6A4-4F53-BECD-31DF94AB2F2D}" sibTransId="{3C0A9A96-F363-4021-A337-B08E7E4FF28B}"/>
    <dgm:cxn modelId="{ABE72B95-550F-4C6F-A736-9AEE0A6AFA42}" srcId="{1EF42ADA-5F02-4E46-BE50-FEA15D3D173E}" destId="{017FE366-74F1-4A0F-BBA6-BE17472606E3}" srcOrd="2" destOrd="0" parTransId="{6204BB66-3532-4E4F-B7A3-5D564691C70E}" sibTransId="{84425D09-E092-4EB6-A849-487EBDBB914D}"/>
    <dgm:cxn modelId="{D817F523-88F6-435B-AF3D-410EB41D04C7}" type="presOf" srcId="{79306A6F-DF62-4B70-AEAA-7AACBA933274}" destId="{625A264F-F3DF-4EEC-8B66-102C93BB9818}" srcOrd="0" destOrd="0" presId="urn:microsoft.com/office/officeart/2005/8/layout/vList2"/>
    <dgm:cxn modelId="{48A65D49-CABF-4D36-AE62-7F08CF0329A8}" srcId="{1EF42ADA-5F02-4E46-BE50-FEA15D3D173E}" destId="{573D393A-66A2-446E-BFEF-C3FBF1C42C84}" srcOrd="0" destOrd="0" parTransId="{8FB5C8FE-E193-41CA-9D85-84904BACA977}" sibTransId="{20177508-7C4A-44B7-9491-F2F874B79DF0}"/>
    <dgm:cxn modelId="{C3CFC676-C5FC-4571-B86C-5A148CFD44A5}" type="presOf" srcId="{6EC4C7A0-7E2A-47DE-B2E1-3DBF10A006E4}" destId="{657A1B8A-9783-4C29-9201-29A02D448FA4}" srcOrd="0" destOrd="1" presId="urn:microsoft.com/office/officeart/2005/8/layout/vList2"/>
    <dgm:cxn modelId="{64AA8193-3439-4C5F-B251-813F4773F941}" type="presOf" srcId="{43654343-DB53-42AB-A74A-F1B8C77FC7AB}" destId="{8997A8C5-71D1-4253-A406-6EEF7A742701}" srcOrd="0" destOrd="0" presId="urn:microsoft.com/office/officeart/2005/8/layout/vList2"/>
    <dgm:cxn modelId="{F10569FF-8F86-4F84-B533-45D6AE975FD5}" type="presOf" srcId="{A11CB2FD-A157-4C68-83D6-C4C5B942172A}" destId="{625A264F-F3DF-4EEC-8B66-102C93BB9818}" srcOrd="0" destOrd="2" presId="urn:microsoft.com/office/officeart/2005/8/layout/vList2"/>
    <dgm:cxn modelId="{A077084D-BD82-48E8-9493-C824B2A7DEC1}" srcId="{1EF42ADA-5F02-4E46-BE50-FEA15D3D173E}" destId="{6EC4C7A0-7E2A-47DE-B2E1-3DBF10A006E4}" srcOrd="1" destOrd="0" parTransId="{153CCD8A-EEDE-42A6-83D5-2DBF09F852E6}" sibTransId="{18B62E41-65DF-4ED6-9329-DB071B0EAC9F}"/>
    <dgm:cxn modelId="{050D1CCC-6CCB-47AC-B1B0-006D5C3B9463}" type="presOf" srcId="{017FE366-74F1-4A0F-BBA6-BE17472606E3}" destId="{657A1B8A-9783-4C29-9201-29A02D448FA4}" srcOrd="0" destOrd="2" presId="urn:microsoft.com/office/officeart/2005/8/layout/vList2"/>
    <dgm:cxn modelId="{CAD3D820-E2B7-4353-8121-030808F9E88E}" type="presOf" srcId="{2E623F1E-8BE3-4C3D-8265-19EDBBBD0197}" destId="{B9E4810E-52F3-40F0-9593-6C037BA1D12A}" srcOrd="0" destOrd="0" presId="urn:microsoft.com/office/officeart/2005/8/layout/vList2"/>
    <dgm:cxn modelId="{3CD1693C-FD15-4008-95EC-E01AA2B4F014}" srcId="{2E623F1E-8BE3-4C3D-8265-19EDBBBD0197}" destId="{6BC8465F-F152-4B2B-B6B0-8BEFA793F1E3}" srcOrd="1" destOrd="0" parTransId="{9A34D1F0-FD46-4312-B06F-D5D631444813}" sibTransId="{A9B214D6-FC85-452E-A1AA-6CACFC7D5066}"/>
    <dgm:cxn modelId="{1DC3C6B9-EDD0-4B3C-817F-3B6C7FA796B1}" srcId="{43654343-DB53-42AB-A74A-F1B8C77FC7AB}" destId="{2E623F1E-8BE3-4C3D-8265-19EDBBBD0197}" srcOrd="0" destOrd="0" parTransId="{DC9D396A-E0D1-49AA-A782-4C3FBF25DB9D}" sibTransId="{D487729C-3736-4AB6-8A23-244116BE78F6}"/>
    <dgm:cxn modelId="{8D2F85D3-D5F7-4AFE-ACBB-57AD0CD0C668}" type="presOf" srcId="{6BC8465F-F152-4B2B-B6B0-8BEFA793F1E3}" destId="{625A264F-F3DF-4EEC-8B66-102C93BB9818}" srcOrd="0" destOrd="1" presId="urn:microsoft.com/office/officeart/2005/8/layout/vList2"/>
    <dgm:cxn modelId="{E8D8967D-C691-4B22-97CC-DB357D43275D}" type="presOf" srcId="{573D393A-66A2-446E-BFEF-C3FBF1C42C84}" destId="{657A1B8A-9783-4C29-9201-29A02D448FA4}" srcOrd="0" destOrd="0" presId="urn:microsoft.com/office/officeart/2005/8/layout/vList2"/>
    <dgm:cxn modelId="{6436DBCA-1735-4B6C-96BD-2870F8DDD555}" srcId="{43654343-DB53-42AB-A74A-F1B8C77FC7AB}" destId="{1EF42ADA-5F02-4E46-BE50-FEA15D3D173E}" srcOrd="1" destOrd="0" parTransId="{3C59A9C2-E01F-46D5-B3B1-192E43353452}" sibTransId="{16D47AF7-45E3-4CA0-A461-E4B2D347912E}"/>
    <dgm:cxn modelId="{B0F92AEA-C73F-4AC3-ADE5-AD6CDED41AA6}" type="presParOf" srcId="{8997A8C5-71D1-4253-A406-6EEF7A742701}" destId="{B9E4810E-52F3-40F0-9593-6C037BA1D12A}" srcOrd="0" destOrd="0" presId="urn:microsoft.com/office/officeart/2005/8/layout/vList2"/>
    <dgm:cxn modelId="{E4A5257F-7DB9-4081-9EE2-928FC54713AA}" type="presParOf" srcId="{8997A8C5-71D1-4253-A406-6EEF7A742701}" destId="{625A264F-F3DF-4EEC-8B66-102C93BB9818}" srcOrd="1" destOrd="0" presId="urn:microsoft.com/office/officeart/2005/8/layout/vList2"/>
    <dgm:cxn modelId="{637DB6D7-B307-41C3-8B70-014AB2C84E55}" type="presParOf" srcId="{8997A8C5-71D1-4253-A406-6EEF7A742701}" destId="{557F1F5C-6D75-4492-8EF1-6580ED92ACAF}" srcOrd="2" destOrd="0" presId="urn:microsoft.com/office/officeart/2005/8/layout/vList2"/>
    <dgm:cxn modelId="{C7445A9E-61AD-411A-98E4-88100172EE7C}" type="presParOf" srcId="{8997A8C5-71D1-4253-A406-6EEF7A742701}" destId="{657A1B8A-9783-4C29-9201-29A02D448FA4}" srcOrd="3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7.xml><?xml version="1.0" encoding="utf-8"?>
<dgm:dataModel xmlns:dgm="http://schemas.openxmlformats.org/drawingml/2006/diagram" xmlns:a="http://schemas.openxmlformats.org/drawingml/2006/main">
  <dgm:ptLst>
    <dgm:pt modelId="{DE97C37A-15F9-479B-99A3-F6B494A17A28}" type="doc">
      <dgm:prSet loTypeId="urn:microsoft.com/office/officeart/2005/8/layout/vList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ru-RU"/>
        </a:p>
      </dgm:t>
    </dgm:pt>
    <dgm:pt modelId="{48CC3452-B333-4F90-887E-97722077E109}">
      <dgm:prSet phldrT="[Текст]"/>
      <dgm:spPr/>
      <dgm:t>
        <a:bodyPr/>
        <a:lstStyle/>
        <a:p>
          <a:r>
            <a:rPr lang="ru-RU" dirty="0" smtClean="0"/>
            <a:t>Функции библиотеки</a:t>
          </a:r>
          <a:endParaRPr lang="ru-RU" dirty="0"/>
        </a:p>
      </dgm:t>
    </dgm:pt>
    <dgm:pt modelId="{35712032-4428-4257-9017-747507727C01}" type="parTrans" cxnId="{6E5F6FAF-D8FF-4B9A-95AB-5E41E36C5067}">
      <dgm:prSet/>
      <dgm:spPr/>
      <dgm:t>
        <a:bodyPr/>
        <a:lstStyle/>
        <a:p>
          <a:endParaRPr lang="ru-RU"/>
        </a:p>
      </dgm:t>
    </dgm:pt>
    <dgm:pt modelId="{E4073338-D12C-4A4B-BB0F-7A4D7334FDF9}" type="sibTrans" cxnId="{6E5F6FAF-D8FF-4B9A-95AB-5E41E36C5067}">
      <dgm:prSet/>
      <dgm:spPr/>
      <dgm:t>
        <a:bodyPr/>
        <a:lstStyle/>
        <a:p>
          <a:endParaRPr lang="ru-RU"/>
        </a:p>
      </dgm:t>
    </dgm:pt>
    <dgm:pt modelId="{9B56D241-76D7-4251-B32B-D23DBA23DD57}">
      <dgm:prSet phldrT="[Текст]"/>
      <dgm:spPr/>
      <dgm:t>
        <a:bodyPr/>
        <a:lstStyle/>
        <a:p>
          <a:r>
            <a:rPr lang="ru-RU" dirty="0" smtClean="0"/>
            <a:t>Предоставляет 5 уровней логирования</a:t>
          </a:r>
          <a:endParaRPr lang="ru-RU" dirty="0"/>
        </a:p>
      </dgm:t>
    </dgm:pt>
    <dgm:pt modelId="{6FF665C2-6B19-4231-9619-04858625CE9E}" type="parTrans" cxnId="{8A696FEE-1277-452D-A088-A2A0DAE032E4}">
      <dgm:prSet/>
      <dgm:spPr/>
      <dgm:t>
        <a:bodyPr/>
        <a:lstStyle/>
        <a:p>
          <a:endParaRPr lang="ru-RU"/>
        </a:p>
      </dgm:t>
    </dgm:pt>
    <dgm:pt modelId="{033FF7EA-AA5C-45DB-95B2-A6FC5F7DCF5A}" type="sibTrans" cxnId="{8A696FEE-1277-452D-A088-A2A0DAE032E4}">
      <dgm:prSet/>
      <dgm:spPr/>
      <dgm:t>
        <a:bodyPr/>
        <a:lstStyle/>
        <a:p>
          <a:endParaRPr lang="ru-RU"/>
        </a:p>
      </dgm:t>
    </dgm:pt>
    <dgm:pt modelId="{D02487A7-D405-4913-B5D3-9E4B813ED8A3}">
      <dgm:prSet phldrT="[Текст]"/>
      <dgm:spPr/>
      <dgm:t>
        <a:bodyPr/>
        <a:lstStyle/>
        <a:p>
          <a:r>
            <a:rPr lang="ru-RU" dirty="0" smtClean="0"/>
            <a:t>Внутренние функции</a:t>
          </a:r>
          <a:endParaRPr lang="ru-RU" dirty="0"/>
        </a:p>
      </dgm:t>
    </dgm:pt>
    <dgm:pt modelId="{5A3BC19E-47B9-4A58-9EB8-BD29DF168158}" type="parTrans" cxnId="{8C4092E5-17AE-4DF4-B0A6-9820210905D1}">
      <dgm:prSet/>
      <dgm:spPr/>
      <dgm:t>
        <a:bodyPr/>
        <a:lstStyle/>
        <a:p>
          <a:endParaRPr lang="ru-RU"/>
        </a:p>
      </dgm:t>
    </dgm:pt>
    <dgm:pt modelId="{94DB38CC-2E78-4908-B401-D8F6866C6328}" type="sibTrans" cxnId="{8C4092E5-17AE-4DF4-B0A6-9820210905D1}">
      <dgm:prSet/>
      <dgm:spPr/>
      <dgm:t>
        <a:bodyPr/>
        <a:lstStyle/>
        <a:p>
          <a:endParaRPr lang="ru-RU"/>
        </a:p>
      </dgm:t>
    </dgm:pt>
    <dgm:pt modelId="{8BFD0C5C-B51E-4EC7-ADD9-528DAF03ABF3}">
      <dgm:prSet phldrT="[Текст]"/>
      <dgm:spPr/>
      <dgm:t>
        <a:bodyPr/>
        <a:lstStyle/>
        <a:p>
          <a:r>
            <a:rPr lang="ru-RU" dirty="0" smtClean="0"/>
            <a:t>Записывает сообщения в лог-файлы в другом потоке</a:t>
          </a:r>
          <a:endParaRPr lang="ru-RU" dirty="0"/>
        </a:p>
      </dgm:t>
    </dgm:pt>
    <dgm:pt modelId="{BB8B7341-F9C0-4D44-BFF3-EF4184FB971B}" type="parTrans" cxnId="{EABBA5E9-2939-4F28-A387-DD26B4742B91}">
      <dgm:prSet/>
      <dgm:spPr/>
      <dgm:t>
        <a:bodyPr/>
        <a:lstStyle/>
        <a:p>
          <a:endParaRPr lang="ru-RU"/>
        </a:p>
      </dgm:t>
    </dgm:pt>
    <dgm:pt modelId="{F42BB69E-AF42-478D-B006-D93189C1974B}" type="sibTrans" cxnId="{EABBA5E9-2939-4F28-A387-DD26B4742B91}">
      <dgm:prSet/>
      <dgm:spPr/>
      <dgm:t>
        <a:bodyPr/>
        <a:lstStyle/>
        <a:p>
          <a:endParaRPr lang="ru-RU"/>
        </a:p>
      </dgm:t>
    </dgm:pt>
    <dgm:pt modelId="{E63A86B8-E71D-4DCF-8529-FC80F323294E}">
      <dgm:prSet phldrT="[Текст]"/>
      <dgm:spPr/>
      <dgm:t>
        <a:bodyPr/>
        <a:lstStyle/>
        <a:p>
          <a:r>
            <a:rPr lang="ru-RU" dirty="0" smtClean="0"/>
            <a:t>Выводит события в консоль в другом потоке и процессе</a:t>
          </a:r>
          <a:endParaRPr lang="ru-RU" dirty="0"/>
        </a:p>
      </dgm:t>
    </dgm:pt>
    <dgm:pt modelId="{47AF8924-2A5F-4625-AE87-F524E7E949DD}" type="parTrans" cxnId="{0A75C6FB-C679-4699-9B74-0EDF79087546}">
      <dgm:prSet/>
      <dgm:spPr/>
      <dgm:t>
        <a:bodyPr/>
        <a:lstStyle/>
        <a:p>
          <a:endParaRPr lang="ru-RU"/>
        </a:p>
      </dgm:t>
    </dgm:pt>
    <dgm:pt modelId="{B71E376A-E657-4C43-BF6D-716913A47424}" type="sibTrans" cxnId="{0A75C6FB-C679-4699-9B74-0EDF79087546}">
      <dgm:prSet/>
      <dgm:spPr/>
      <dgm:t>
        <a:bodyPr/>
        <a:lstStyle/>
        <a:p>
          <a:endParaRPr lang="ru-RU"/>
        </a:p>
      </dgm:t>
    </dgm:pt>
    <dgm:pt modelId="{055380E7-1356-4300-812C-461537FDAF9B}">
      <dgm:prSet phldrT="[Текст]"/>
      <dgm:spPr/>
      <dgm:t>
        <a:bodyPr/>
        <a:lstStyle/>
        <a:p>
          <a:r>
            <a:rPr lang="ru-RU" dirty="0" smtClean="0"/>
            <a:t>Регулирует интервал времени использования файла</a:t>
          </a:r>
          <a:endParaRPr lang="ru-RU" dirty="0"/>
        </a:p>
      </dgm:t>
    </dgm:pt>
    <dgm:pt modelId="{75C7FA51-3E92-4F51-A151-B733AF643E08}" type="parTrans" cxnId="{292E37D6-5817-418F-8356-00BAA360ED99}">
      <dgm:prSet/>
      <dgm:spPr/>
      <dgm:t>
        <a:bodyPr/>
        <a:lstStyle/>
        <a:p>
          <a:endParaRPr lang="ru-RU"/>
        </a:p>
      </dgm:t>
    </dgm:pt>
    <dgm:pt modelId="{1BF5A7B9-846E-49DC-AE12-12C6C253096B}" type="sibTrans" cxnId="{292E37D6-5817-418F-8356-00BAA360ED99}">
      <dgm:prSet/>
      <dgm:spPr/>
      <dgm:t>
        <a:bodyPr/>
        <a:lstStyle/>
        <a:p>
          <a:endParaRPr lang="ru-RU"/>
        </a:p>
      </dgm:t>
    </dgm:pt>
    <dgm:pt modelId="{36FF98E9-5656-4EF7-8B92-CC6F2A5F3655}">
      <dgm:prSet phldrT="[Текст]"/>
      <dgm:spPr/>
      <dgm:t>
        <a:bodyPr/>
        <a:lstStyle/>
        <a:p>
          <a:r>
            <a:rPr lang="ru-RU" dirty="0" smtClean="0"/>
            <a:t>Регулирует интервал времени хранения файла</a:t>
          </a:r>
          <a:endParaRPr lang="ru-RU" dirty="0"/>
        </a:p>
      </dgm:t>
    </dgm:pt>
    <dgm:pt modelId="{8E8E9C50-21B7-4177-99CD-CFA3DFF060E1}" type="parTrans" cxnId="{E9A4FEA3-CFB4-4EE6-8C72-DE0E32EC7C9E}">
      <dgm:prSet/>
      <dgm:spPr/>
      <dgm:t>
        <a:bodyPr/>
        <a:lstStyle/>
        <a:p>
          <a:endParaRPr lang="ru-RU"/>
        </a:p>
      </dgm:t>
    </dgm:pt>
    <dgm:pt modelId="{CF367263-300A-4100-B1C8-2469043859E7}" type="sibTrans" cxnId="{E9A4FEA3-CFB4-4EE6-8C72-DE0E32EC7C9E}">
      <dgm:prSet/>
      <dgm:spPr/>
      <dgm:t>
        <a:bodyPr/>
        <a:lstStyle/>
        <a:p>
          <a:endParaRPr lang="ru-RU"/>
        </a:p>
      </dgm:t>
    </dgm:pt>
    <dgm:pt modelId="{A765A4A8-D9EA-411B-BB69-52A9710F2630}">
      <dgm:prSet phldrT="[Текст]"/>
      <dgm:spPr/>
      <dgm:t>
        <a:bodyPr/>
        <a:lstStyle/>
        <a:p>
          <a:endParaRPr lang="ru-RU" dirty="0"/>
        </a:p>
      </dgm:t>
    </dgm:pt>
    <dgm:pt modelId="{EA7E045F-72D8-4A79-B9BB-E4709CC8F5FF}" type="parTrans" cxnId="{A6156309-2BA0-4C3C-9452-55FC45A16B5C}">
      <dgm:prSet/>
      <dgm:spPr/>
      <dgm:t>
        <a:bodyPr/>
        <a:lstStyle/>
        <a:p>
          <a:endParaRPr lang="ru-RU"/>
        </a:p>
      </dgm:t>
    </dgm:pt>
    <dgm:pt modelId="{7C87BFC3-5B3B-466A-AA3A-26DFAF5EB4D8}" type="sibTrans" cxnId="{A6156309-2BA0-4C3C-9452-55FC45A16B5C}">
      <dgm:prSet/>
      <dgm:spPr/>
      <dgm:t>
        <a:bodyPr/>
        <a:lstStyle/>
        <a:p>
          <a:endParaRPr lang="ru-RU"/>
        </a:p>
      </dgm:t>
    </dgm:pt>
    <dgm:pt modelId="{C10E8076-8318-4B9B-A3D2-9D98281FA950}" type="pres">
      <dgm:prSet presAssocID="{DE97C37A-15F9-479B-99A3-F6B494A17A28}" presName="linear" presStyleCnt="0">
        <dgm:presLayoutVars>
          <dgm:animLvl val="lvl"/>
          <dgm:resizeHandles val="exact"/>
        </dgm:presLayoutVars>
      </dgm:prSet>
      <dgm:spPr/>
      <dgm:t>
        <a:bodyPr/>
        <a:lstStyle/>
        <a:p>
          <a:endParaRPr lang="ru-RU"/>
        </a:p>
      </dgm:t>
    </dgm:pt>
    <dgm:pt modelId="{A44F0C9A-3648-4916-982F-AF9587978149}" type="pres">
      <dgm:prSet presAssocID="{48CC3452-B333-4F90-887E-97722077E109}" presName="parentText" presStyleLbl="node1" presStyleIdx="0" presStyleCnt="2" custLinFactNeighborY="-3949">
        <dgm:presLayoutVars>
          <dgm:chMax val="0"/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F2725D4B-59A7-40CF-AA8E-A27EC37530B2}" type="pres">
      <dgm:prSet presAssocID="{48CC3452-B333-4F90-887E-97722077E109}" presName="childText" presStyleLbl="revTx" presStyleIdx="0" presStyleCnt="2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6C5C9815-44A2-4551-A509-FE6F0947C3DB}" type="pres">
      <dgm:prSet presAssocID="{D02487A7-D405-4913-B5D3-9E4B813ED8A3}" presName="parentText" presStyleLbl="node1" presStyleIdx="1" presStyleCnt="2">
        <dgm:presLayoutVars>
          <dgm:chMax val="0"/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84271FDF-D644-48A5-8BBB-391AF85E26F5}" type="pres">
      <dgm:prSet presAssocID="{D02487A7-D405-4913-B5D3-9E4B813ED8A3}" presName="childText" presStyleLbl="revTx" presStyleIdx="1" presStyleCnt="2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</dgm:ptLst>
  <dgm:cxnLst>
    <dgm:cxn modelId="{45C6F249-C43F-44BD-A69C-06024208D4CD}" type="presOf" srcId="{D02487A7-D405-4913-B5D3-9E4B813ED8A3}" destId="{6C5C9815-44A2-4551-A509-FE6F0947C3DB}" srcOrd="0" destOrd="0" presId="urn:microsoft.com/office/officeart/2005/8/layout/vList2"/>
    <dgm:cxn modelId="{292E37D6-5817-418F-8356-00BAA360ED99}" srcId="{D02487A7-D405-4913-B5D3-9E4B813ED8A3}" destId="{055380E7-1356-4300-812C-461537FDAF9B}" srcOrd="2" destOrd="0" parTransId="{75C7FA51-3E92-4F51-A151-B733AF643E08}" sibTransId="{1BF5A7B9-846E-49DC-AE12-12C6C253096B}"/>
    <dgm:cxn modelId="{BB4D84FE-B35E-426F-AB9F-453154F18EFF}" type="presOf" srcId="{E63A86B8-E71D-4DCF-8529-FC80F323294E}" destId="{84271FDF-D644-48A5-8BBB-391AF85E26F5}" srcOrd="0" destOrd="1" presId="urn:microsoft.com/office/officeart/2005/8/layout/vList2"/>
    <dgm:cxn modelId="{6E5F6FAF-D8FF-4B9A-95AB-5E41E36C5067}" srcId="{DE97C37A-15F9-479B-99A3-F6B494A17A28}" destId="{48CC3452-B333-4F90-887E-97722077E109}" srcOrd="0" destOrd="0" parTransId="{35712032-4428-4257-9017-747507727C01}" sibTransId="{E4073338-D12C-4A4B-BB0F-7A4D7334FDF9}"/>
    <dgm:cxn modelId="{65FDA107-F44B-492D-A4B2-474539DB3F44}" type="presOf" srcId="{A765A4A8-D9EA-411B-BB69-52A9710F2630}" destId="{84271FDF-D644-48A5-8BBB-391AF85E26F5}" srcOrd="0" destOrd="4" presId="urn:microsoft.com/office/officeart/2005/8/layout/vList2"/>
    <dgm:cxn modelId="{6CF9AE95-5CBE-4130-BDA5-89517B80A488}" type="presOf" srcId="{48CC3452-B333-4F90-887E-97722077E109}" destId="{A44F0C9A-3648-4916-982F-AF9587978149}" srcOrd="0" destOrd="0" presId="urn:microsoft.com/office/officeart/2005/8/layout/vList2"/>
    <dgm:cxn modelId="{8C4092E5-17AE-4DF4-B0A6-9820210905D1}" srcId="{DE97C37A-15F9-479B-99A3-F6B494A17A28}" destId="{D02487A7-D405-4913-B5D3-9E4B813ED8A3}" srcOrd="1" destOrd="0" parTransId="{5A3BC19E-47B9-4A58-9EB8-BD29DF168158}" sibTransId="{94DB38CC-2E78-4908-B401-D8F6866C6328}"/>
    <dgm:cxn modelId="{8A696FEE-1277-452D-A088-A2A0DAE032E4}" srcId="{48CC3452-B333-4F90-887E-97722077E109}" destId="{9B56D241-76D7-4251-B32B-D23DBA23DD57}" srcOrd="0" destOrd="0" parTransId="{6FF665C2-6B19-4231-9619-04858625CE9E}" sibTransId="{033FF7EA-AA5C-45DB-95B2-A6FC5F7DCF5A}"/>
    <dgm:cxn modelId="{EABBA5E9-2939-4F28-A387-DD26B4742B91}" srcId="{D02487A7-D405-4913-B5D3-9E4B813ED8A3}" destId="{8BFD0C5C-B51E-4EC7-ADD9-528DAF03ABF3}" srcOrd="0" destOrd="0" parTransId="{BB8B7341-F9C0-4D44-BFF3-EF4184FB971B}" sibTransId="{F42BB69E-AF42-478D-B006-D93189C1974B}"/>
    <dgm:cxn modelId="{0A75C6FB-C679-4699-9B74-0EDF79087546}" srcId="{D02487A7-D405-4913-B5D3-9E4B813ED8A3}" destId="{E63A86B8-E71D-4DCF-8529-FC80F323294E}" srcOrd="1" destOrd="0" parTransId="{47AF8924-2A5F-4625-AE87-F524E7E949DD}" sibTransId="{B71E376A-E657-4C43-BF6D-716913A47424}"/>
    <dgm:cxn modelId="{ACECFABB-76FA-40CD-9BBD-5943CA621126}" type="presOf" srcId="{DE97C37A-15F9-479B-99A3-F6B494A17A28}" destId="{C10E8076-8318-4B9B-A3D2-9D98281FA950}" srcOrd="0" destOrd="0" presId="urn:microsoft.com/office/officeart/2005/8/layout/vList2"/>
    <dgm:cxn modelId="{A6156309-2BA0-4C3C-9452-55FC45A16B5C}" srcId="{D02487A7-D405-4913-B5D3-9E4B813ED8A3}" destId="{A765A4A8-D9EA-411B-BB69-52A9710F2630}" srcOrd="4" destOrd="0" parTransId="{EA7E045F-72D8-4A79-B9BB-E4709CC8F5FF}" sibTransId="{7C87BFC3-5B3B-466A-AA3A-26DFAF5EB4D8}"/>
    <dgm:cxn modelId="{37AA7197-7AF4-41DC-87A5-948259B6B358}" type="presOf" srcId="{36FF98E9-5656-4EF7-8B92-CC6F2A5F3655}" destId="{84271FDF-D644-48A5-8BBB-391AF85E26F5}" srcOrd="0" destOrd="3" presId="urn:microsoft.com/office/officeart/2005/8/layout/vList2"/>
    <dgm:cxn modelId="{A8E51018-5A4E-4B00-952F-D37BA21810CA}" type="presOf" srcId="{9B56D241-76D7-4251-B32B-D23DBA23DD57}" destId="{F2725D4B-59A7-40CF-AA8E-A27EC37530B2}" srcOrd="0" destOrd="0" presId="urn:microsoft.com/office/officeart/2005/8/layout/vList2"/>
    <dgm:cxn modelId="{E9A4FEA3-CFB4-4EE6-8C72-DE0E32EC7C9E}" srcId="{D02487A7-D405-4913-B5D3-9E4B813ED8A3}" destId="{36FF98E9-5656-4EF7-8B92-CC6F2A5F3655}" srcOrd="3" destOrd="0" parTransId="{8E8E9C50-21B7-4177-99CD-CFA3DFF060E1}" sibTransId="{CF367263-300A-4100-B1C8-2469043859E7}"/>
    <dgm:cxn modelId="{10FBC9D2-A87E-47C9-90AC-21A4E8F04A6E}" type="presOf" srcId="{055380E7-1356-4300-812C-461537FDAF9B}" destId="{84271FDF-D644-48A5-8BBB-391AF85E26F5}" srcOrd="0" destOrd="2" presId="urn:microsoft.com/office/officeart/2005/8/layout/vList2"/>
    <dgm:cxn modelId="{928B8612-29A1-4AF7-8C9C-B2E81B819C0C}" type="presOf" srcId="{8BFD0C5C-B51E-4EC7-ADD9-528DAF03ABF3}" destId="{84271FDF-D644-48A5-8BBB-391AF85E26F5}" srcOrd="0" destOrd="0" presId="urn:microsoft.com/office/officeart/2005/8/layout/vList2"/>
    <dgm:cxn modelId="{8A6C2138-6402-4452-9E4D-3C076A465B77}" type="presParOf" srcId="{C10E8076-8318-4B9B-A3D2-9D98281FA950}" destId="{A44F0C9A-3648-4916-982F-AF9587978149}" srcOrd="0" destOrd="0" presId="urn:microsoft.com/office/officeart/2005/8/layout/vList2"/>
    <dgm:cxn modelId="{D0F92004-6579-41C3-A714-E6EDACAF1E01}" type="presParOf" srcId="{C10E8076-8318-4B9B-A3D2-9D98281FA950}" destId="{F2725D4B-59A7-40CF-AA8E-A27EC37530B2}" srcOrd="1" destOrd="0" presId="urn:microsoft.com/office/officeart/2005/8/layout/vList2"/>
    <dgm:cxn modelId="{0A75F33F-A9F7-4CF5-B884-15CA5ACF7B1A}" type="presParOf" srcId="{C10E8076-8318-4B9B-A3D2-9D98281FA950}" destId="{6C5C9815-44A2-4551-A509-FE6F0947C3DB}" srcOrd="2" destOrd="0" presId="urn:microsoft.com/office/officeart/2005/8/layout/vList2"/>
    <dgm:cxn modelId="{5BA7020F-13A4-483D-8003-BB6D7E210669}" type="presParOf" srcId="{C10E8076-8318-4B9B-A3D2-9D98281FA950}" destId="{84271FDF-D644-48A5-8BBB-391AF85E26F5}" srcOrd="3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</dsp:spTree>
</dsp:drawing>
</file>

<file path=ppt/diagrams/drawing7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8/layout/RadialCluster">
  <dgm:title val=""/>
  <dgm:desc val=""/>
  <dgm:catLst>
    <dgm:cat type="relationship" pri="19500"/>
    <dgm:cat type="cycle" pri="15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Name0">
    <dgm:varLst>
      <dgm:chMax val="1"/>
      <dgm:chPref val="1"/>
      <dgm:dir/>
      <dgm:animOne val="branch"/>
      <dgm:animLvl val="lvl"/>
    </dgm:varLst>
    <dgm:alg type="composite">
      <dgm:param type="ar" val="1.00"/>
    </dgm:alg>
    <dgm:shape xmlns:r="http://schemas.openxmlformats.org/officeDocument/2006/relationships" r:blip="">
      <dgm:adjLst/>
    </dgm:shape>
    <dgm:choose name="Name1">
      <dgm:if name="Name2" func="var" arg="dir" op="equ" val="norm">
        <dgm:choose name="Name3">
          <dgm:if name="Name4" axis="ch ch" ptType="node node" cnt="1 0" func="cnt" op="equ" val="1">
            <dgm:constrLst>
              <dgm:constr type="l" for="ch" forName="textCenter"/>
              <dgm:constr type="ctrY" for="ch" forName="textCenter" refType="h" fact="0.5"/>
              <dgm:constr type="w" for="ch" forName="textCenter" refType="w" fact="0.32"/>
              <dgm:constr type="h" for="ch" forName="textCenter" refType="w" refFor="ch" refForName="textCenter"/>
              <dgm:constr type="r" for="ch" forName="cycle_1" refType="w"/>
              <dgm:constr type="ctrY" for="ch" forName="cycle_1" refType="h" fact="0.5"/>
              <dgm:constr type="w" for="ch" forName="cycle_1" refType="w" fact="0.56"/>
              <dgm:constr type="h" for="ch" forName="cycle_1" refType="h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userS" for="des" ptType="node" refType="w" refFor="ch" refForName="textCenter" fact="0.67"/>
            </dgm:constrLst>
          </dgm:if>
          <dgm:if name="Name5" axis="ch ch" ptType="node node" cnt="1 0" func="cnt" op="equ" val="2">
            <dgm:constrLst>
              <dgm:constr type="ctrX" for="ch" forName="textCenter" refType="w" fact="0.5"/>
              <dgm:constr type="ctrY" for="ch" forName="textCenter" refType="h" fact="0.5"/>
              <dgm:constr type="w" for="ch" forName="textCenter" refType="w" fact="0.25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/>
              <dgm:constr type="h" for="ch" forName="cycle_1" refType="h" fact="0.34"/>
              <dgm:constr type="ctrX" for="ch" forName="cycle_2" refType="w" fact="0.5"/>
              <dgm:constr type="b" for="ch" forName="cycle_2" refType="h"/>
              <dgm:constr type="w" for="ch" forName="cycle_2" refType="w"/>
              <dgm:constr type="h" for="ch" forName="cycle_2" refType="h" fact="0.34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userS" for="des" ptType="node" refType="w" refFor="ch" refForName="textCenter" fact="0.67"/>
            </dgm:constrLst>
          </dgm:if>
          <dgm:if name="Name6" axis="ch ch" ptType="node node" cnt="1 0" func="cnt" op="equ" val="3">
            <dgm:choose name="Name7">
              <dgm:if name="Name8" axis="ch ch ch" ptType="node node node" st="1 2 0" cnt="1 1 0" func="cnt" op="equ" val="1">
                <dgm:choose name="Name9">
                  <dgm:if name="Name10" axis="ch ch ch" ptType="node node node" st="1 3 0" cnt="1 1 0" func="cnt" op="equ" val="1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r" for="ch" forName="cycle_2" refType="w"/>
                      <dgm:constr type="b" for="ch" forName="cycle_2" refType="h" fact="0.85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l" for="ch" forName="cycle_3"/>
                      <dgm:constr type="b" for="ch" forName="cycle_3" refType="h" fact="0.85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if>
                  <dgm:else name="Name11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r" for="ch" forName="cycle_2" refType="w"/>
                      <dgm:constr type="b" for="ch" forName="cycle_2" refType="h" fact="0.85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l" for="ch" forName="cycle_3"/>
                      <dgm:constr type="b" for="ch" forName="cycle_3" refType="h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else>
                </dgm:choose>
              </dgm:if>
              <dgm:else name="Name12">
                <dgm:choose name="Name13">
                  <dgm:if name="Name14" axis="ch ch ch" ptType="node node node" st="1 3 0" cnt="1 1 0" func="cnt" op="equ" val="1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r" for="ch" forName="cycle_2" refType="w"/>
                      <dgm:constr type="b" for="ch" forName="cycle_2" refType="h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l" for="ch" forName="cycle_3"/>
                      <dgm:constr type="b" for="ch" forName="cycle_3" refType="h" fact="0.85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if>
                  <dgm:else name="Name15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r" for="ch" forName="cycle_2" refType="w"/>
                      <dgm:constr type="b" for="ch" forName="cycle_2" refType="h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l" for="ch" forName="cycle_3"/>
                      <dgm:constr type="b" for="ch" forName="cycle_3" refType="h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else>
                </dgm:choose>
              </dgm:else>
            </dgm:choose>
          </dgm:if>
          <dgm:if name="Name16" axis="ch ch" ptType="node node" cnt="1 0" func="cnt" op="equ" val="4">
            <dgm:constrLst>
              <dgm:constr type="ctrX" for="ch" forName="textCenter" refType="w" fact="0.5"/>
              <dgm:constr type="ctrY" for="ch" forName="textCenter" refType="h" fact="0.5"/>
              <dgm:constr type="w" for="ch" forName="textCenter" refType="w" fact="0.2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5"/>
              <dgm:constr type="h" for="ch" forName="cycle_1" refType="h" fact="0.33"/>
              <dgm:constr type="r" for="ch" forName="cycle_2" refType="w"/>
              <dgm:constr type="ctrY" for="ch" forName="cycle_2" refType="h" fact="0.5"/>
              <dgm:constr type="w" for="ch" forName="cycle_2" refType="w" fact="0.33"/>
              <dgm:constr type="h" for="ch" forName="cycle_2" refType="h" fact="0.5"/>
              <dgm:constr type="ctrX" for="ch" forName="cycle_3" refType="w" fact="0.5"/>
              <dgm:constr type="b" for="ch" forName="cycle_3" refType="h"/>
              <dgm:constr type="w" for="ch" forName="cycle_3" refType="w" fact="0.5"/>
              <dgm:constr type="h" for="ch" forName="cycle_3" refType="h" fact="0.33"/>
              <dgm:constr type="l" for="ch" forName="cycle_4"/>
              <dgm:constr type="ctrY" for="ch" forName="cycle_4" refType="h" fact="0.5"/>
              <dgm:constr type="w" for="ch" forName="cycle_4" refType="w" fact="0.33"/>
              <dgm:constr type="h" for="ch" forName="cycle_4" refType="h" fact="0.5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userS" for="des" ptType="node" refType="w" refFor="ch" refForName="textCenter" fact="0.67"/>
            </dgm:constrLst>
          </dgm:if>
          <dgm:if name="Name17" axis="ch ch" ptType="node node" cnt="1 0" func="cnt" op="equ" val="5">
            <dgm:constrLst>
              <dgm:constr type="ctrX" for="ch" forName="textCenter" refType="w" fact="0.5"/>
              <dgm:constr type="t" for="ch" forName="textCenter" refType="h" fact="0.42"/>
              <dgm:constr type="w" for="ch" forName="textCenter" refType="w" fact="0.2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33"/>
              <dgm:constr type="h" for="ch" forName="cycle_1" refType="w" refFor="ch" refForName="cycle_1"/>
              <dgm:constr type="r" for="ch" forName="cycle_2" refType="w"/>
              <dgm:constr type="t" for="ch" forName="cycle_2" refType="h" fact="0.24"/>
              <dgm:constr type="w" for="ch" forName="cycle_2" refType="w" fact="0.33"/>
              <dgm:constr type="h" for="ch" forName="cycle_2" refType="w" refFor="ch" refForName="cycle_2"/>
              <dgm:constr type="r" for="ch" forName="cycle_3" refType="w" fact="0.89"/>
              <dgm:constr type="b" for="ch" forName="cycle_3" refType="h"/>
              <dgm:constr type="w" for="ch" forName="cycle_3" refType="w" fact="0.33"/>
              <dgm:constr type="h" for="ch" forName="cycle_3" refType="w" refFor="ch" refForName="cycle_3"/>
              <dgm:constr type="l" for="ch" forName="cycle_4" refType="w" fact="0.11"/>
              <dgm:constr type="b" for="ch" forName="cycle_4" refType="h"/>
              <dgm:constr type="w" for="ch" forName="cycle_4" refType="w" fact="0.33"/>
              <dgm:constr type="h" for="ch" forName="cycle_4" refType="w" refFor="ch" refForName="cycle_4"/>
              <dgm:constr type="l" for="ch" forName="cycle_5"/>
              <dgm:constr type="t" for="ch" forName="cycle_5" refType="h" fact="0.24"/>
              <dgm:constr type="w" for="ch" forName="cycle_5" refType="w" fact="0.33"/>
              <dgm:constr type="h" for="ch" forName="cycle_5" refType="w" refFor="ch" refForName="cycle_5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primFontSz" for="des" forName="childCenter5" refType="primFontSz" refFor="des" refForName="childCenter1" op="equ"/>
              <dgm:constr type="primFontSz" for="des" forName="text5" refType="primFontSz" refFor="des" refForName="text1" op="equ"/>
              <dgm:constr type="userS" for="des" ptType="node" refType="w" refFor="ch" refForName="textCenter" fact="0.67"/>
            </dgm:constrLst>
          </dgm:if>
          <dgm:if name="Name18" axis="ch ch" ptType="node node" cnt="1 0" func="cnt" op="equ" val="6">
            <dgm:constrLst>
              <dgm:constr type="ctrX" for="ch" forName="textCenter" refType="w" fact="0.5"/>
              <dgm:constr type="ctrY" for="ch" forName="textCenter" refType="h" fact="0.5"/>
              <dgm:constr type="w" for="ch" forName="textCenter" refType="w" fact="0.2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33"/>
              <dgm:constr type="h" for="ch" forName="cycle_1" refType="w" refFor="ch" refForName="cycle_1"/>
              <dgm:constr type="r" for="ch" forName="cycle_2" refType="w"/>
              <dgm:constr type="t" for="ch" forName="cycle_2" refType="h" fact="0.17"/>
              <dgm:constr type="w" for="ch" forName="cycle_2" refType="w" fact="0.33"/>
              <dgm:constr type="h" for="ch" forName="cycle_2" refType="w" refFor="ch" refForName="cycle_2"/>
              <dgm:constr type="r" for="ch" forName="cycle_3" refType="w"/>
              <dgm:constr type="b" for="ch" forName="cycle_3" refType="h" fact="0.83"/>
              <dgm:constr type="w" for="ch" forName="cycle_3" refType="w" fact="0.33"/>
              <dgm:constr type="h" for="ch" forName="cycle_3" refType="w" refFor="ch" refForName="cycle_3"/>
              <dgm:constr type="ctrX" for="ch" forName="cycle_4" refType="w" fact="0.5"/>
              <dgm:constr type="b" for="ch" forName="cycle_4" refType="h"/>
              <dgm:constr type="w" for="ch" forName="cycle_4" refType="w" fact="0.33"/>
              <dgm:constr type="h" for="ch" forName="cycle_4" refType="w" refFor="ch" refForName="cycle_4"/>
              <dgm:constr type="l" for="ch" forName="cycle_5"/>
              <dgm:constr type="b" for="ch" forName="cycle_5" refType="h" fact="0.83"/>
              <dgm:constr type="w" for="ch" forName="cycle_5" refType="w" fact="0.33"/>
              <dgm:constr type="h" for="ch" forName="cycle_5" refType="w" refFor="ch" refForName="cycle_5"/>
              <dgm:constr type="l" for="ch" forName="cycle_6"/>
              <dgm:constr type="t" for="ch" forName="cycle_6" refType="h" fact="0.17"/>
              <dgm:constr type="w" for="ch" forName="cycle_6" refType="w" fact="0.33"/>
              <dgm:constr type="h" for="ch" forName="cycle_6" refType="w" refFor="ch" refForName="cycle_6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primFontSz" for="des" forName="childCenter5" refType="primFontSz" refFor="des" refForName="childCenter1" op="equ"/>
              <dgm:constr type="primFontSz" for="des" forName="text5" refType="primFontSz" refFor="des" refForName="text1" op="equ"/>
              <dgm:constr type="primFontSz" for="des" forName="childCenter6" refType="primFontSz" refFor="des" refForName="childCenter1" op="equ"/>
              <dgm:constr type="primFontSz" for="des" forName="text6" refType="primFontSz" refFor="des" refForName="text1" op="equ"/>
              <dgm:constr type="userS" for="des" ptType="node" refType="w" refFor="ch" refForName="textCenter" fact="0.67"/>
            </dgm:constrLst>
          </dgm:if>
          <dgm:else name="Name19">
            <dgm:constrLst>
              <dgm:constr type="ctrX" for="ch" forName="textCenter" refType="w" fact="0.5"/>
              <dgm:constr type="t" for="ch" forName="textCenter" refType="h" fact="0.444"/>
              <dgm:constr type="w" for="ch" forName="textCenter" refType="w" fact="0.167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263"/>
              <dgm:constr type="h" for="ch" forName="cycle_1" refType="w" refFor="ch" refForName="cycle_1"/>
              <dgm:constr type="r" for="ch" forName="cycle_2" refType="w" fact="0.938"/>
              <dgm:constr type="t" for="ch" forName="cycle_2" refType="h" fact="0.141"/>
              <dgm:constr type="w" for="ch" forName="cycle_2" refType="w" fact="0.263"/>
              <dgm:constr type="h" for="ch" forName="cycle_2" refType="w" refFor="ch" refForName="cycle_2"/>
              <dgm:constr type="r" for="ch" forName="cycle_3" refType="w"/>
              <dgm:constr type="b" for="ch" forName="cycle_3" refType="h" fact="0.74"/>
              <dgm:constr type="w" for="ch" forName="cycle_3" refType="w" fact="0.263"/>
              <dgm:constr type="h" for="ch" forName="cycle_3" refType="w" refFor="ch" refForName="cycle_3"/>
              <dgm:constr type="r" for="ch" forName="cycle_4" refType="w" fact="0.8"/>
              <dgm:constr type="b" for="ch" forName="cycle_4" refType="h"/>
              <dgm:constr type="w" for="ch" forName="cycle_4" refType="w" fact="0.263"/>
              <dgm:constr type="h" for="ch" forName="cycle_4" refType="w" refFor="ch" refForName="cycle_4"/>
              <dgm:constr type="l" for="ch" forName="cycle_5" refType="w" fact="0.2"/>
              <dgm:constr type="b" for="ch" forName="cycle_5" refType="h"/>
              <dgm:constr type="w" for="ch" forName="cycle_5" refType="w" fact="0.263"/>
              <dgm:constr type="h" for="ch" forName="cycle_5" refType="w" refFor="ch" refForName="cycle_5"/>
              <dgm:constr type="l" for="ch" forName="cycle_6"/>
              <dgm:constr type="b" for="ch" forName="cycle_6" refType="h" fact="0.74"/>
              <dgm:constr type="w" for="ch" forName="cycle_6" refType="w" fact="0.263"/>
              <dgm:constr type="h" for="ch" forName="cycle_6" refType="w" refFor="ch" refForName="cycle_6"/>
              <dgm:constr type="l" for="ch" forName="cycle_7" refType="w" fact="0.062"/>
              <dgm:constr type="t" for="ch" forName="cycle_7" refType="h" fact="0.141"/>
              <dgm:constr type="w" for="ch" forName="cycle_7" refType="w" fact="0.263"/>
              <dgm:constr type="h" for="ch" forName="cycle_7" refType="w" refFor="ch" refForName="cycle_7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primFontSz" for="des" forName="childCenter5" refType="primFontSz" refFor="des" refForName="childCenter1" op="equ"/>
              <dgm:constr type="primFontSz" for="des" forName="text5" refType="primFontSz" refFor="des" refForName="text1" op="equ"/>
              <dgm:constr type="primFontSz" for="des" forName="childCenter6" refType="primFontSz" refFor="des" refForName="childCenter1" op="equ"/>
              <dgm:constr type="primFontSz" for="des" forName="text6" refType="primFontSz" refFor="des" refForName="text1" op="equ"/>
              <dgm:constr type="primFontSz" for="des" forName="childCenter7" refType="primFontSz" refFor="des" refForName="childCenter1" op="equ"/>
              <dgm:constr type="primFontSz" for="des" forName="text7" refType="primFontSz" refFor="des" refForName="text1" op="equ"/>
              <dgm:constr type="userS" for="des" ptType="node" refType="w" refFor="ch" refForName="textCenter" fact="0.67"/>
            </dgm:constrLst>
          </dgm:else>
        </dgm:choose>
      </dgm:if>
      <dgm:else name="Name20">
        <dgm:choose name="Name21">
          <dgm:if name="Name22" axis="ch ch" ptType="node node" func="cnt" op="equ" val="1">
            <dgm:constrLst>
              <dgm:constr type="r" for="ch" forName="textCenter" refType="w"/>
              <dgm:constr type="ctrY" for="ch" forName="textCenter" refType="h" fact="0.5"/>
              <dgm:constr type="w" for="ch" forName="textCenter" refType="w" fact="0.32"/>
              <dgm:constr type="h" for="ch" forName="textCenter" refType="w" refFor="ch" refForName="textCenter"/>
              <dgm:constr type="l" for="ch" forName="cycle_1"/>
              <dgm:constr type="ctrY" for="ch" forName="cycle_1" refType="h" fact="0.5"/>
              <dgm:constr type="w" for="ch" forName="cycle_1" refType="w" fact="0.56"/>
              <dgm:constr type="h" for="ch" forName="cycle_1" refType="h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userS" for="des" ptType="node" refType="w" refFor="ch" refForName="textCenter" fact="0.67"/>
            </dgm:constrLst>
          </dgm:if>
          <dgm:if name="Name23" axis="ch ch" ptType="node node" func="cnt" op="equ" val="2">
            <dgm:constrLst>
              <dgm:constr type="ctrX" for="ch" forName="textCenter" refType="w" fact="0.5"/>
              <dgm:constr type="ctrY" for="ch" forName="textCenter" refType="h" fact="0.5"/>
              <dgm:constr type="w" for="ch" forName="textCenter" refType="w" fact="0.25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/>
              <dgm:constr type="h" for="ch" forName="cycle_1" refType="h" fact="0.34"/>
              <dgm:constr type="ctrX" for="ch" forName="cycle_2" refType="w" fact="0.5"/>
              <dgm:constr type="b" for="ch" forName="cycle_2" refType="h"/>
              <dgm:constr type="w" for="ch" forName="cycle_2" refType="w"/>
              <dgm:constr type="h" for="ch" forName="cycle_2" refType="h" fact="0.34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userS" for="des" ptType="node" refType="w" refFor="ch" refForName="textCenter" fact="0.67"/>
            </dgm:constrLst>
          </dgm:if>
          <dgm:if name="Name24" axis="ch ch" ptType="node node" func="cnt" op="equ" val="3">
            <dgm:choose name="Name25">
              <dgm:if name="Name26" axis="ch ch ch" ptType="node node node" st="1 2 0" cnt="1 1 0" func="cnt" op="equ" val="1">
                <dgm:choose name="Name27">
                  <dgm:if name="Name28" axis="ch ch ch" ptType="node node node" st="1 3 0" cnt="1 1 0" func="cnt" op="equ" val="1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l" for="ch" forName="cycle_2"/>
                      <dgm:constr type="b" for="ch" forName="cycle_2" refType="h" fact="0.85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r" for="ch" forName="cycle_3" refType="w"/>
                      <dgm:constr type="b" for="ch" forName="cycle_3" refType="h" fact="0.85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if>
                  <dgm:else name="Name29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l" for="ch" forName="cycle_2"/>
                      <dgm:constr type="b" for="ch" forName="cycle_2" refType="h" fact="0.85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r" for="ch" forName="cycle_3" refType="w"/>
                      <dgm:constr type="b" for="ch" forName="cycle_3" refType="h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else>
                </dgm:choose>
              </dgm:if>
              <dgm:else name="Name30">
                <dgm:choose name="Name31">
                  <dgm:if name="Name32" axis="ch ch ch" ptType="node node node" st="1 3 0" cnt="1 1 0" func="cnt" op="equ" val="1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l" for="ch" forName="cycle_2"/>
                      <dgm:constr type="b" for="ch" forName="cycle_2" refType="h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r" for="ch" forName="cycle_3" refType="w"/>
                      <dgm:constr type="b" for="ch" forName="cycle_3" refType="h" fact="0.85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if>
                  <dgm:else name="Name33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l" for="ch" forName="cycle_2"/>
                      <dgm:constr type="b" for="ch" forName="cycle_2" refType="h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r" for="ch" forName="cycle_3" refType="w"/>
                      <dgm:constr type="b" for="ch" forName="cycle_3" refType="h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else>
                </dgm:choose>
              </dgm:else>
            </dgm:choose>
          </dgm:if>
          <dgm:if name="Name34" axis="ch ch" ptType="node node" func="cnt" op="equ" val="4">
            <dgm:constrLst>
              <dgm:constr type="ctrX" for="ch" forName="textCenter" refType="w" fact="0.5"/>
              <dgm:constr type="ctrY" for="ch" forName="textCenter" refType="h" fact="0.5"/>
              <dgm:constr type="w" for="ch" forName="textCenter" refType="w" fact="0.2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5"/>
              <dgm:constr type="h" for="ch" forName="cycle_1" refType="h" fact="0.33"/>
              <dgm:constr type="l" for="ch" forName="cycle_2"/>
              <dgm:constr type="ctrY" for="ch" forName="cycle_2" refType="h" fact="0.5"/>
              <dgm:constr type="w" for="ch" forName="cycle_2" refType="w" fact="0.33"/>
              <dgm:constr type="h" for="ch" forName="cycle_2" refType="h" fact="0.5"/>
              <dgm:constr type="ctrX" for="ch" forName="cycle_3" refType="w" fact="0.5"/>
              <dgm:constr type="b" for="ch" forName="cycle_3" refType="h"/>
              <dgm:constr type="w" for="ch" forName="cycle_3" refType="w" fact="0.5"/>
              <dgm:constr type="h" for="ch" forName="cycle_3" refType="h" fact="0.33"/>
              <dgm:constr type="r" for="ch" forName="cycle_4" refType="w"/>
              <dgm:constr type="ctrY" for="ch" forName="cycle_4" refType="h" fact="0.5"/>
              <dgm:constr type="w" for="ch" forName="cycle_4" refType="w" fact="0.33"/>
              <dgm:constr type="h" for="ch" forName="cycle_4" refType="h" fact="0.5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userS" for="des" ptType="node" refType="w" refFor="ch" refForName="textCenter" fact="0.67"/>
            </dgm:constrLst>
          </dgm:if>
          <dgm:if name="Name35" axis="ch ch" ptType="node node" func="cnt" op="equ" val="5">
            <dgm:constrLst>
              <dgm:constr type="ctrX" for="ch" forName="textCenter" refType="w" fact="0.5"/>
              <dgm:constr type="t" for="ch" forName="textCenter" refType="h" fact="0.42"/>
              <dgm:constr type="w" for="ch" forName="textCenter" refType="w" fact="0.2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33"/>
              <dgm:constr type="h" for="ch" forName="cycle_1" refType="w" refFor="ch" refForName="cycle_1"/>
              <dgm:constr type="l" for="ch" forName="cycle_2"/>
              <dgm:constr type="t" for="ch" forName="cycle_2" refType="h" fact="0.24"/>
              <dgm:constr type="w" for="ch" forName="cycle_2" refType="w" fact="0.33"/>
              <dgm:constr type="h" for="ch" forName="cycle_2" refType="w" refFor="ch" refForName="cycle_2"/>
              <dgm:constr type="l" for="ch" forName="cycle_3" refType="w" fact="0.11"/>
              <dgm:constr type="b" for="ch" forName="cycle_3" refType="h"/>
              <dgm:constr type="w" for="ch" forName="cycle_3" refType="w" fact="0.33"/>
              <dgm:constr type="h" for="ch" forName="cycle_3" refType="w" refFor="ch" refForName="cycle_3"/>
              <dgm:constr type="r" for="ch" forName="cycle_4" refType="w" fact="0.89"/>
              <dgm:constr type="b" for="ch" forName="cycle_4" refType="h"/>
              <dgm:constr type="w" for="ch" forName="cycle_4" refType="w" fact="0.33"/>
              <dgm:constr type="h" for="ch" forName="cycle_4" refType="w" refFor="ch" refForName="cycle_4"/>
              <dgm:constr type="r" for="ch" forName="cycle_5" refType="w"/>
              <dgm:constr type="t" for="ch" forName="cycle_5" refType="h" fact="0.24"/>
              <dgm:constr type="w" for="ch" forName="cycle_5" refType="w" fact="0.33"/>
              <dgm:constr type="h" for="ch" forName="cycle_5" refType="w" refFor="ch" refForName="cycle_5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primFontSz" for="des" forName="childCenter5" refType="primFontSz" refFor="des" refForName="childCenter1" op="equ"/>
              <dgm:constr type="primFontSz" for="des" forName="text5" refType="primFontSz" refFor="des" refForName="text1" op="equ"/>
              <dgm:constr type="userS" for="des" ptType="node" refType="w" refFor="ch" refForName="textCenter" fact="0.67"/>
            </dgm:constrLst>
          </dgm:if>
          <dgm:if name="Name36" axis="ch ch" ptType="node node" func="cnt" op="equ" val="6">
            <dgm:constrLst>
              <dgm:constr type="ctrX" for="ch" forName="textCenter" refType="w" fact="0.5"/>
              <dgm:constr type="ctrY" for="ch" forName="textCenter" refType="h" fact="0.5"/>
              <dgm:constr type="w" for="ch" forName="textCenter" refType="w" fact="0.2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33"/>
              <dgm:constr type="h" for="ch" forName="cycle_1" refType="w" refFor="ch" refForName="cycle_1"/>
              <dgm:constr type="l" for="ch" forName="cycle_2"/>
              <dgm:constr type="t" for="ch" forName="cycle_2" refType="h" fact="0.17"/>
              <dgm:constr type="w" for="ch" forName="cycle_2" refType="w" fact="0.33"/>
              <dgm:constr type="h" for="ch" forName="cycle_2" refType="w" refFor="ch" refForName="cycle_2"/>
              <dgm:constr type="l" for="ch" forName="cycle_3"/>
              <dgm:constr type="b" for="ch" forName="cycle_3" refType="h" fact="0.83"/>
              <dgm:constr type="w" for="ch" forName="cycle_3" refType="w" fact="0.33"/>
              <dgm:constr type="h" for="ch" forName="cycle_3" refType="w" refFor="ch" refForName="cycle_3"/>
              <dgm:constr type="ctrX" for="ch" forName="cycle_4" refType="w" fact="0.5"/>
              <dgm:constr type="b" for="ch" forName="cycle_4" refType="h"/>
              <dgm:constr type="w" for="ch" forName="cycle_4" refType="w" fact="0.33"/>
              <dgm:constr type="h" for="ch" forName="cycle_4" refType="w" refFor="ch" refForName="cycle_4"/>
              <dgm:constr type="r" for="ch" forName="cycle_5" refType="w"/>
              <dgm:constr type="b" for="ch" forName="cycle_5" refType="h" fact="0.83"/>
              <dgm:constr type="w" for="ch" forName="cycle_5" refType="w" fact="0.33"/>
              <dgm:constr type="h" for="ch" forName="cycle_5" refType="w" refFor="ch" refForName="cycle_5"/>
              <dgm:constr type="r" for="ch" forName="cycle_6" refType="w"/>
              <dgm:constr type="t" for="ch" forName="cycle_6" refType="h" fact="0.17"/>
              <dgm:constr type="w" for="ch" forName="cycle_6" refType="w" fact="0.33"/>
              <dgm:constr type="h" for="ch" forName="cycle_6" refType="w" refFor="ch" refForName="cycle_6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primFontSz" for="des" forName="childCenter5" refType="primFontSz" refFor="des" refForName="childCenter1" op="equ"/>
              <dgm:constr type="primFontSz" for="des" forName="text5" refType="primFontSz" refFor="des" refForName="text1" op="equ"/>
              <dgm:constr type="primFontSz" for="des" forName="childCenter6" refType="primFontSz" refFor="des" refForName="childCenter1" op="equ"/>
              <dgm:constr type="primFontSz" for="des" forName="text6" refType="primFontSz" refFor="des" refForName="text1" op="equ"/>
              <dgm:constr type="userS" for="des" ptType="node" refType="w" refFor="ch" refForName="textCenter" fact="0.67"/>
            </dgm:constrLst>
          </dgm:if>
          <dgm:else name="Name37">
            <dgm:constrLst>
              <dgm:constr type="ctrX" for="ch" forName="textCenter" refType="w" fact="0.5"/>
              <dgm:constr type="t" for="ch" forName="textCenter" refType="h" fact="0.444"/>
              <dgm:constr type="w" for="ch" forName="textCenter" refType="w" fact="0.167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263"/>
              <dgm:constr type="h" for="ch" forName="cycle_1" refType="w" refFor="ch" refForName="cycle_1"/>
              <dgm:constr type="l" for="ch" forName="cycle_2" refType="w" fact="0.062"/>
              <dgm:constr type="t" for="ch" forName="cycle_2" refType="h" fact="0.141"/>
              <dgm:constr type="w" for="ch" forName="cycle_2" refType="w" fact="0.263"/>
              <dgm:constr type="h" for="ch" forName="cycle_2" refType="w" refFor="ch" refForName="cycle_2"/>
              <dgm:constr type="l" for="ch" forName="cycle_3"/>
              <dgm:constr type="b" for="ch" forName="cycle_3" refType="h" fact="0.74"/>
              <dgm:constr type="w" for="ch" forName="cycle_3" refType="w" fact="0.263"/>
              <dgm:constr type="h" for="ch" forName="cycle_3" refType="w" refFor="ch" refForName="cycle_3"/>
              <dgm:constr type="l" for="ch" forName="cycle_4" refType="w" fact="0.2"/>
              <dgm:constr type="b" for="ch" forName="cycle_4" refType="h"/>
              <dgm:constr type="w" for="ch" forName="cycle_4" refType="w" fact="0.263"/>
              <dgm:constr type="h" for="ch" forName="cycle_4" refType="w" refFor="ch" refForName="cycle_4"/>
              <dgm:constr type="r" for="ch" forName="cycle_5" refType="w" fact="0.8"/>
              <dgm:constr type="b" for="ch" forName="cycle_5" refType="h"/>
              <dgm:constr type="w" for="ch" forName="cycle_5" refType="w" fact="0.263"/>
              <dgm:constr type="h" for="ch" forName="cycle_5" refType="w" refFor="ch" refForName="cycle_5"/>
              <dgm:constr type="r" for="ch" forName="cycle_6" refType="w"/>
              <dgm:constr type="b" for="ch" forName="cycle_6" refType="h" fact="0.74"/>
              <dgm:constr type="w" for="ch" forName="cycle_6" refType="w" fact="0.263"/>
              <dgm:constr type="h" for="ch" forName="cycle_6" refType="w" refFor="ch" refForName="cycle_6"/>
              <dgm:constr type="r" for="ch" forName="cycle_7" refType="w" fact="0.938"/>
              <dgm:constr type="t" for="ch" forName="cycle_7" refType="h" fact="0.141"/>
              <dgm:constr type="w" for="ch" forName="cycle_7" refType="w" fact="0.263"/>
              <dgm:constr type="h" for="ch" forName="cycle_7" refType="w" refFor="ch" refForName="cycle_7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primFontSz" for="des" forName="childCenter5" refType="primFontSz" refFor="des" refForName="childCenter1" op="equ"/>
              <dgm:constr type="primFontSz" for="des" forName="text5" refType="primFontSz" refFor="des" refForName="text1" op="equ"/>
              <dgm:constr type="primFontSz" for="des" forName="childCenter6" refType="primFontSz" refFor="des" refForName="childCenter1" op="equ"/>
              <dgm:constr type="primFontSz" for="des" forName="text6" refType="primFontSz" refFor="des" refForName="text1" op="equ"/>
              <dgm:constr type="primFontSz" for="des" forName="childCenter7" refType="primFontSz" refFor="des" refForName="childCenter1" op="equ"/>
              <dgm:constr type="primFontSz" for="des" forName="text7" refType="primFontSz" refFor="des" refForName="text1" op="equ"/>
              <dgm:constr type="userS" for="des" ptType="node" refType="w" refFor="ch" refForName="textCenter" fact="0.67"/>
            </dgm:constrLst>
          </dgm:else>
        </dgm:choose>
      </dgm:else>
    </dgm:choose>
    <dgm:forEach name="Name38" axis="ch" ptType="node" cnt="1">
      <dgm:choose name="Name39">
        <dgm:if name="Name40" axis="des" func="maxDepth" op="lte" val="1">
          <dgm:layoutNode name="singleCycle">
            <dgm:choose name="Name41">
              <dgm:if name="Name42" axis="ch" ptType="node" func="cnt" op="equ" val="1">
                <dgm:choose name="Name43">
                  <dgm:if name="Name44" func="var" arg="dir" op="equ" val="norm">
                    <dgm:alg type="cycle">
                      <dgm:param type="stAng" val="90"/>
                      <dgm:param type="ctrShpMap" val="fNode"/>
                    </dgm:alg>
                  </dgm:if>
                  <dgm:else name="Name45">
                    <dgm:alg type="cycle">
                      <dgm:param type="stAng" val="-90"/>
                      <dgm:param type="spanAng" val="-360"/>
                      <dgm:param type="ctrShpMap" val="fNode"/>
                    </dgm:alg>
                  </dgm:else>
                </dgm:choose>
              </dgm:if>
              <dgm:else name="Name46">
                <dgm:choose name="Name47">
                  <dgm:if name="Name48" func="var" arg="dir" op="equ" val="norm">
                    <dgm:alg type="cycle">
                      <dgm:param type="ctrShpMap" val="fNode"/>
                    </dgm:alg>
                  </dgm:if>
                  <dgm:else name="Name49">
                    <dgm:alg type="cycle">
                      <dgm:param type="spanAng" val="-360"/>
                      <dgm:param type="ctrShpMap" val="fNode"/>
                    </dgm:alg>
                  </dgm:else>
                </dgm:choose>
              </dgm:else>
            </dgm:choose>
            <dgm:shape xmlns:r="http://schemas.openxmlformats.org/officeDocument/2006/relationships" r:blip="">
              <dgm:adjLst/>
            </dgm:shape>
            <dgm:presOf/>
            <dgm:choose name="Name50">
              <dgm:if name="Name51" axis="ch" ptType="node" func="cnt" op="equ" val="0">
                <dgm:constrLst>
                  <dgm:constr type="w" for="ch" forName="singleCenter" refType="w"/>
                  <dgm:constr type="h" for="ch" forName="singleCenter" refType="w" refFor="ch" refForName="singleCenter"/>
                </dgm:constrLst>
              </dgm:if>
              <dgm:if name="Name52" axis="ch" ptType="node" func="cnt" op="equ" val="1">
                <dgm:constrLst>
                  <dgm:constr type="w" for="ch" forName="singleCenter" refType="w" fact="0.5"/>
                  <dgm:constr type="h" for="ch" forName="singleCenter" refType="w" refFor="ch" refForName="singleCenter"/>
                  <dgm:constr type="userS" for="ch" ptType="node" refType="w" refFor="ch" refForName="singleCenter" fact="0.67"/>
                </dgm:constrLst>
              </dgm:if>
              <dgm:else name="Name53">
                <dgm:constrLst>
                  <dgm:constr type="w" for="ch" forName="singleCenter" refType="w" fact="0.3"/>
                  <dgm:constr type="h" for="ch" forName="singleCenter" refType="w" refFor="ch" refForName="singleCenter"/>
                  <dgm:constr type="userS" for="ch" ptType="node" refType="w" refFor="ch" refForName="singleCenter" fact="0.67"/>
                </dgm:constrLst>
              </dgm:else>
            </dgm:choose>
            <dgm:layoutNode name="singleCenter" styleLbl="node1">
              <dgm:varLst>
                <dgm:chMax val="7"/>
                <dgm:chPref val="7"/>
              </dgm:varLst>
              <dgm:alg type="tx"/>
              <dgm:shape xmlns:r="http://schemas.openxmlformats.org/officeDocument/2006/relationships" type="roundRect" r:blip="">
                <dgm:adjLst/>
              </dgm:shape>
              <dgm:presOf axis="self" ptType="node"/>
              <dgm:constrLst>
                <dgm:constr type="tMarg" refType="primFontSz" fact="0.2"/>
                <dgm:constr type="bMarg" refType="primFontSz" fact="0.2"/>
                <dgm:constr type="lMarg" refType="primFontSz" fact="0.2"/>
                <dgm:constr type="rMarg" refType="primFontSz" fact="0.2"/>
              </dgm:constrLst>
              <dgm:ruleLst>
                <dgm:rule type="primFontSz" val="5" fact="NaN" max="NaN"/>
              </dgm:ruleLst>
            </dgm:layoutNode>
            <dgm:forEach name="Name54" axis="ch" cnt="21">
              <dgm:forEach name="Name55" axis="self" ptType="parTrans">
                <dgm:layoutNode name="Name56">
                  <dgm:alg type="conn">
                    <dgm:param type="dim" val="1D"/>
                    <dgm:param type="begPts" val="auto"/>
                    <dgm:param type="endPts" val="auto"/>
                    <dgm:param type="begSty" val="noArr"/>
                    <dgm:param type="endSty" val="noArr"/>
                  </dgm:alg>
                  <dgm:shape xmlns:r="http://schemas.openxmlformats.org/officeDocument/2006/relationships" type="conn" r:blip="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</dgm:layoutNode>
              </dgm:forEach>
              <dgm:forEach name="Name57" axis="self" ptType="node">
                <dgm:layoutNode name="text0" styleLbl="node1">
                  <dgm:varLst>
                    <dgm:bulletEnabled val="1"/>
                  </dgm:varLst>
                  <dgm:alg type="tx"/>
                  <dgm:shape xmlns:r="http://schemas.openxmlformats.org/officeDocument/2006/relationships" type="roundRect" r:blip="">
                    <dgm:adjLst/>
                  </dgm:shape>
                  <dgm:presOf axis="desOrSelf" ptType="node"/>
                  <dgm:constrLst>
                    <dgm:constr type="userS"/>
                    <dgm:constr type="w" refType="userS"/>
                    <dgm:constr type="h" refType="w"/>
                    <dgm:constr type="tMarg" refType="primFontSz" fact="0.2"/>
                    <dgm:constr type="bMarg" refType="primFontSz" fact="0.2"/>
                    <dgm:constr type="lMarg" refType="primFontSz" fact="0.2"/>
                    <dgm:constr type="rMarg" refType="primFontSz" fact="0.2"/>
                  </dgm:constrLst>
                  <dgm:ruleLst>
                    <dgm:rule type="primFontSz" val="5" fact="NaN" max="NaN"/>
                  </dgm:ruleLst>
                </dgm:layoutNode>
              </dgm:forEach>
            </dgm:forEach>
          </dgm:layoutNode>
        </dgm:if>
        <dgm:else name="Name58">
          <dgm:layoutNode name="textCenter" styleLbl="node1">
            <dgm:alg type="tx"/>
            <dgm:shape xmlns:r="http://schemas.openxmlformats.org/officeDocument/2006/relationships" type="roundRect" r:blip="">
              <dgm:adjLst/>
            </dgm:shape>
            <dgm:presOf axis="self" ptType="node"/>
            <dgm:constrLst>
              <dgm:constr type="tMarg" refType="primFontSz" fact="0.2"/>
              <dgm:constr type="bMarg" refType="primFontSz" fact="0.2"/>
              <dgm:constr type="lMarg" refType="primFontSz" fact="0.2"/>
              <dgm:constr type="rMarg" refType="primFontSz" fact="0.2"/>
            </dgm:constrLst>
            <dgm:ruleLst>
              <dgm:rule type="primFontSz" val="5" fact="NaN" max="NaN"/>
            </dgm:ruleLst>
          </dgm:layoutNode>
          <dgm:choose name="Name59">
            <dgm:if name="Name60" axis="ch" ptType="node" func="cnt" op="gte" val="1">
              <dgm:layoutNode name="cycle_1">
                <dgm:choose name="Name61">
                  <dgm:if name="Name62" func="var" arg="dir" op="equ" val="norm">
                    <dgm:choose name="Name63">
                      <dgm:if name="Name64" axis="ch" ptType="node" func="cnt" op="equ" val="1">
                        <dgm:choose name="Name65">
                          <dgm:if name="Name66" axis="ch ch" ptType="node node" st="1 1" cnt="1 0" func="cnt" op="equ" val="1">
                            <dgm:alg type="cycle">
                              <dgm:param type="ctrShpMap" val="fNode"/>
                              <dgm:param type="stAng" val="90"/>
                            </dgm:alg>
                          </dgm:if>
                          <dgm:if name="Name67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90"/>
                            </dgm:alg>
                          </dgm:if>
                          <dgm:else name="Name68">
                            <dgm:alg type="cycle">
                              <dgm:param type="ctrShpMap" val="fNode"/>
                              <dgm:param type="stAng" val="0"/>
                              <dgm:param type="spanAng" val="180"/>
                            </dgm:alg>
                          </dgm:else>
                        </dgm:choose>
                      </dgm:if>
                      <dgm:if name="Name69" axis="ch" ptType="node" func="cnt" op="equ" val="2">
                        <dgm:choose name="Name70">
                          <dgm:if name="Name71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72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90"/>
                            </dgm:alg>
                          </dgm:if>
                          <dgm:else name="Name73">
                            <dgm:alg type="cycle">
                              <dgm:param type="ctrShpMap" val="fNode"/>
                              <dgm:param type="stAng" val="270"/>
                              <dgm:param type="spanAng" val="180"/>
                            </dgm:alg>
                          </dgm:else>
                        </dgm:choose>
                      </dgm:if>
                      <dgm:if name="Name74" axis="ch" ptType="node" func="cnt" op="equ" val="3">
                        <dgm:choose name="Name75">
                          <dgm:if name="Name76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77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90"/>
                            </dgm:alg>
                          </dgm:if>
                          <dgm:else name="Name78">
                            <dgm:alg type="cycle">
                              <dgm:param type="ctrShpMap" val="fNode"/>
                              <dgm:param type="stAng" val="270"/>
                              <dgm:param type="spanAng" val="180"/>
                            </dgm:alg>
                          </dgm:else>
                        </dgm:choose>
                      </dgm:if>
                      <dgm:if name="Name79" axis="ch" ptType="node" func="cnt" op="equ" val="4">
                        <dgm:choose name="Name80">
                          <dgm:if name="Name81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82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90"/>
                            </dgm:alg>
                          </dgm:if>
                          <dgm:else name="Name83">
                            <dgm:alg type="cycle">
                              <dgm:param type="ctrShpMap" val="fNode"/>
                              <dgm:param type="stAng" val="292.5"/>
                              <dgm:param type="spanAng" val="135"/>
                            </dgm:alg>
                          </dgm:else>
                        </dgm:choose>
                      </dgm:if>
                      <dgm:if name="Name84" axis="ch" ptType="node" func="cnt" op="equ" val="5">
                        <dgm:choose name="Name85">
                          <dgm:if name="Name86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87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90"/>
                            </dgm:alg>
                          </dgm:if>
                          <dgm:else name="Name88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89" axis="ch" ptType="node" func="cnt" op="equ" val="6">
                        <dgm:choose name="Name90">
                          <dgm:if name="Name91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92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90"/>
                            </dgm:alg>
                          </dgm:if>
                          <dgm:else name="Name93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94" axis="ch" ptType="node" func="cnt" op="gte" val="7">
                        <dgm:choose name="Name95">
                          <dgm:if name="Name96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97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90"/>
                            </dgm:alg>
                          </dgm:if>
                          <dgm:else name="Name98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99"/>
                    </dgm:choose>
                  </dgm:if>
                  <dgm:else name="Name100">
                    <dgm:choose name="Name101">
                      <dgm:if name="Name102" axis="ch" ptType="node" func="cnt" op="equ" val="1">
                        <dgm:choose name="Name103">
                          <dgm:if name="Name104" axis="ch ch" ptType="node node" st="1 1" cnt="1 0" func="cnt" op="equ" val="1">
                            <dgm:alg type="cycle">
                              <dgm:param type="ctrShpMap" val="fNode"/>
                              <dgm:param type="stAng" val="270"/>
                            </dgm:alg>
                          </dgm:if>
                          <dgm:if name="Name105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-90"/>
                            </dgm:alg>
                          </dgm:if>
                          <dgm:else name="Name106">
                            <dgm:alg type="cycle">
                              <dgm:param type="ctrShpMap" val="fNode"/>
                              <dgm:param type="stAng" val="0"/>
                              <dgm:param type="spanAng" val="-180"/>
                            </dgm:alg>
                          </dgm:else>
                        </dgm:choose>
                      </dgm:if>
                      <dgm:if name="Name107" axis="ch" ptType="node" func="cnt" op="equ" val="2">
                        <dgm:choose name="Name108">
                          <dgm:if name="Name109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110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-90"/>
                            </dgm:alg>
                          </dgm:if>
                          <dgm:else name="Name111">
                            <dgm:alg type="cycle">
                              <dgm:param type="ctrShpMap" val="fNode"/>
                              <dgm:param type="stAng" val="90"/>
                              <dgm:param type="spanAng" val="-180"/>
                            </dgm:alg>
                          </dgm:else>
                        </dgm:choose>
                      </dgm:if>
                      <dgm:if name="Name112" axis="ch" ptType="node" func="cnt" op="equ" val="3">
                        <dgm:choose name="Name113">
                          <dgm:if name="Name114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115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-90"/>
                            </dgm:alg>
                          </dgm:if>
                          <dgm:else name="Name116">
                            <dgm:alg type="cycle">
                              <dgm:param type="ctrShpMap" val="fNode"/>
                              <dgm:param type="stAng" val="90"/>
                              <dgm:param type="spanAng" val="-180"/>
                            </dgm:alg>
                          </dgm:else>
                        </dgm:choose>
                      </dgm:if>
                      <dgm:if name="Name117" axis="ch" ptType="node" func="cnt" op="equ" val="4">
                        <dgm:choose name="Name118">
                          <dgm:if name="Name119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120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-90"/>
                            </dgm:alg>
                          </dgm:if>
                          <dgm:else name="Name121">
                            <dgm:alg type="cycle">
                              <dgm:param type="ctrShpMap" val="fNode"/>
                              <dgm:param type="stAng" val="67.5"/>
                              <dgm:param type="spanAng" val="-135"/>
                            </dgm:alg>
                          </dgm:else>
                        </dgm:choose>
                      </dgm:if>
                      <dgm:if name="Name122" axis="ch" ptType="node" func="cnt" op="equ" val="5">
                        <dgm:choose name="Name123">
                          <dgm:if name="Name124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125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-90"/>
                            </dgm:alg>
                          </dgm:if>
                          <dgm:else name="Name126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127" axis="ch" ptType="node" func="cnt" op="equ" val="6">
                        <dgm:choose name="Name128">
                          <dgm:if name="Name129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130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-90"/>
                            </dgm:alg>
                          </dgm:if>
                          <dgm:else name="Name131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132" axis="ch" ptType="node" func="cnt" op="gte" val="7">
                        <dgm:choose name="Name133">
                          <dgm:if name="Name134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135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-90"/>
                            </dgm:alg>
                          </dgm:if>
                          <dgm:else name="Name136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137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138" axis="ch" ptType="node" cnt="1">
                  <dgm:layoutNode name="childCenter1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139" axis="ch">
                    <dgm:forEach name="Name140" axis="self" ptType="parTrans">
                      <dgm:layoutNode name="Name141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142" axis="self" ptType="node">
                      <dgm:layoutNode name="text1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143" axis="ch" ptType="parTrans" cnt="1">
                <dgm:layoutNode name="Name144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1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145"/>
          </dgm:choose>
          <dgm:choose name="Name146">
            <dgm:if name="Name147" axis="ch" ptType="node" func="cnt" op="gte" val="2">
              <dgm:layoutNode name="cycle_2">
                <dgm:choose name="Name148">
                  <dgm:if name="Name149" func="var" arg="dir" op="equ" val="norm">
                    <dgm:choose name="Name150">
                      <dgm:if name="Name151" axis="ch" ptType="node" func="cnt" op="equ" val="2">
                        <dgm:choose name="Name152">
                          <dgm:if name="Name153" axis="ch ch" ptType="node node" st="2 1" cnt="1 0" func="cnt" op="equ" val="1">
                            <dgm:alg type="cycle">
                              <dgm:param type="ctrShpMap" val="fNode"/>
                              <dgm:param type="stAng" val="180"/>
                            </dgm:alg>
                          </dgm:if>
                          <dgm:if name="Name154" axis="ch ch" ptType="node node" st="2 1" cnt="1 0" func="cnt" op="equ" val="2">
                            <dgm:alg type="cycle">
                              <dgm:param type="ctrShpMap" val="fNode"/>
                              <dgm:param type="stAng" val="135"/>
                              <dgm:param type="spanAng" val="90"/>
                            </dgm:alg>
                          </dgm:if>
                          <dgm:else name="Name155">
                            <dgm:alg type="cycle">
                              <dgm:param type="ctrShpMap" val="fNode"/>
                              <dgm:param type="stAng" val="90"/>
                              <dgm:param type="spanAng" val="180"/>
                            </dgm:alg>
                          </dgm:else>
                        </dgm:choose>
                      </dgm:if>
                      <dgm:if name="Name156" axis="ch" ptType="node" func="cnt" op="equ" val="3">
                        <dgm:choose name="Name157">
                          <dgm:if name="Name158" axis="ch ch" ptType="node node" st="2 1" cnt="1 0" func="cnt" op="equ" val="1">
                            <dgm:alg type="cycle">
                              <dgm:param type="ctrShpMap" val="fNode"/>
                              <dgm:param type="stAng" val="120"/>
                              <dgm:param type="horzAlign" val="r"/>
                              <dgm:param type="vertAlign" val="b"/>
                            </dgm:alg>
                          </dgm:if>
                          <dgm:if name="Name159" axis="ch ch" ptType="node node" st="2 1" cnt="1 0" func="cnt" op="equ" val="2">
                            <dgm:alg type="cycle">
                              <dgm:param type="ctrShpMap" val="fNode"/>
                              <dgm:param type="stAng" val="75"/>
                              <dgm:param type="spanAng" val="90"/>
                              <dgm:param type="horzAlign" val="r"/>
                              <dgm:param type="vertAlign" val="b"/>
                            </dgm:alg>
                          </dgm:if>
                          <dgm:else name="Name160">
                            <dgm:alg type="cycle">
                              <dgm:param type="ctrShpMap" val="fNode"/>
                              <dgm:param type="stAng" val="30"/>
                              <dgm:param type="spanAng" val="180"/>
                            </dgm:alg>
                          </dgm:else>
                        </dgm:choose>
                      </dgm:if>
                      <dgm:if name="Name161" axis="ch" ptType="node" func="cnt" op="equ" val="4">
                        <dgm:choose name="Name162">
                          <dgm:if name="Name163" axis="ch ch" ptType="node node" st="2 1" cnt="1 0" func="cnt" op="equ" val="1">
                            <dgm:alg type="cycle">
                              <dgm:param type="ctrShpMap" val="fNode"/>
                              <dgm:param type="stAng" val="90"/>
                            </dgm:alg>
                          </dgm:if>
                          <dgm:if name="Name164" axis="ch ch" ptType="node node" st="2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90"/>
                            </dgm:alg>
                          </dgm:if>
                          <dgm:else name="Name165">
                            <dgm:alg type="cycle">
                              <dgm:param type="ctrShpMap" val="fNode"/>
                              <dgm:param type="stAng" val="22.5"/>
                              <dgm:param type="spanAng" val="135"/>
                            </dgm:alg>
                          </dgm:else>
                        </dgm:choose>
                      </dgm:if>
                      <dgm:if name="Name166" axis="ch" ptType="node" func="cnt" op="equ" val="5">
                        <dgm:choose name="Name167">
                          <dgm:if name="Name168" axis="ch ch" ptType="node node" st="2 1" cnt="1 0" func="cnt" op="equ" val="1">
                            <dgm:alg type="cycle">
                              <dgm:param type="ctrShpMap" val="fNode"/>
                              <dgm:param type="stAng" val="72"/>
                            </dgm:alg>
                          </dgm:if>
                          <dgm:if name="Name169" axis="ch ch" ptType="node node" st="2 1" cnt="1 0" func="cnt" op="equ" val="2">
                            <dgm:alg type="cycle">
                              <dgm:param type="ctrShpMap" val="fNode"/>
                              <dgm:param type="stAng" val="27"/>
                              <dgm:param type="spanAng" val="90"/>
                            </dgm:alg>
                          </dgm:if>
                          <dgm:else name="Name170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171" axis="ch" ptType="node" func="cnt" op="equ" val="6">
                        <dgm:choose name="Name172">
                          <dgm:if name="Name173" axis="ch ch" ptType="node node" st="2 1" cnt="1 0" func="cnt" op="equ" val="1">
                            <dgm:alg type="cycle">
                              <dgm:param type="ctrShpMap" val="fNode"/>
                              <dgm:param type="stAng" val="60"/>
                            </dgm:alg>
                          </dgm:if>
                          <dgm:if name="Name174" axis="ch ch" ptType="node node" st="2 1" cnt="1 0" func="cnt" op="equ" val="2">
                            <dgm:alg type="cycle">
                              <dgm:param type="ctrShpMap" val="fNode"/>
                              <dgm:param type="stAng" val="15"/>
                              <dgm:param type="spanAng" val="90"/>
                            </dgm:alg>
                          </dgm:if>
                          <dgm:else name="Name175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176" axis="ch" ptType="node" func="cnt" op="gte" val="7">
                        <dgm:choose name="Name177">
                          <dgm:if name="Name178" axis="ch ch" ptType="node node" st="2 1" cnt="1 0" func="cnt" op="equ" val="1">
                            <dgm:alg type="cycle">
                              <dgm:param type="ctrShpMap" val="fNode"/>
                              <dgm:param type="stAng" val="51"/>
                            </dgm:alg>
                          </dgm:if>
                          <dgm:if name="Name179" axis="ch ch" ptType="node node" st="2 1" cnt="1 0" func="cnt" op="equ" val="2">
                            <dgm:alg type="cycle">
                              <dgm:param type="ctrShpMap" val="fNode"/>
                              <dgm:param type="stAng" val="6"/>
                              <dgm:param type="spanAng" val="90"/>
                            </dgm:alg>
                          </dgm:if>
                          <dgm:else name="Name180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181"/>
                    </dgm:choose>
                  </dgm:if>
                  <dgm:else name="Name182">
                    <dgm:choose name="Name183">
                      <dgm:if name="Name184" axis="ch" ptType="node" func="cnt" op="equ" val="2">
                        <dgm:choose name="Name185">
                          <dgm:if name="Name186" axis="ch ch" ptType="node node" st="2 1" cnt="1 0" func="cnt" op="equ" val="1">
                            <dgm:alg type="cycle">
                              <dgm:param type="ctrShpMap" val="fNode"/>
                              <dgm:param type="stAng" val="180"/>
                            </dgm:alg>
                          </dgm:if>
                          <dgm:if name="Name187" axis="ch ch" ptType="node node" st="2 1" cnt="1 0" func="cnt" op="equ" val="2">
                            <dgm:alg type="cycle">
                              <dgm:param type="ctrShpMap" val="fNode"/>
                              <dgm:param type="stAng" val="225"/>
                              <dgm:param type="spanAng" val="-90"/>
                            </dgm:alg>
                          </dgm:if>
                          <dgm:else name="Name188">
                            <dgm:alg type="cycle">
                              <dgm:param type="ctrShpMap" val="fNode"/>
                              <dgm:param type="stAng" val="270"/>
                              <dgm:param type="spanAng" val="-180"/>
                            </dgm:alg>
                          </dgm:else>
                        </dgm:choose>
                      </dgm:if>
                      <dgm:if name="Name189" axis="ch" ptType="node" func="cnt" op="equ" val="3">
                        <dgm:choose name="Name190">
                          <dgm:if name="Name191" axis="ch ch" ptType="node node" st="2 1" cnt="1 0" func="cnt" op="equ" val="1">
                            <dgm:alg type="cycle">
                              <dgm:param type="ctrShpMap" val="fNode"/>
                              <dgm:param type="stAng" val="240"/>
                              <dgm:param type="horzAlign" val="l"/>
                              <dgm:param type="vertAlign" val="b"/>
                            </dgm:alg>
                          </dgm:if>
                          <dgm:if name="Name192" axis="ch ch" ptType="node node" st="2 1" cnt="1 0" func="cnt" op="equ" val="2">
                            <dgm:alg type="cycle">
                              <dgm:param type="ctrShpMap" val="fNode"/>
                              <dgm:param type="stAng" val="285"/>
                              <dgm:param type="spanAng" val="-90"/>
                              <dgm:param type="horzAlign" val="l"/>
                              <dgm:param type="vertAlign" val="b"/>
                            </dgm:alg>
                          </dgm:if>
                          <dgm:else name="Name193">
                            <dgm:alg type="cycle">
                              <dgm:param type="ctrShpMap" val="fNode"/>
                              <dgm:param type="stAng" val="330"/>
                              <dgm:param type="spanAng" val="-180"/>
                            </dgm:alg>
                          </dgm:else>
                        </dgm:choose>
                      </dgm:if>
                      <dgm:if name="Name194" axis="ch" ptType="node" func="cnt" op="equ" val="4">
                        <dgm:choose name="Name195">
                          <dgm:if name="Name196" axis="ch ch" ptType="node node" st="2 1" cnt="1 0" func="cnt" op="equ" val="1">
                            <dgm:alg type="cycle">
                              <dgm:param type="ctrShpMap" val="fNode"/>
                              <dgm:param type="stAng" val="270"/>
                            </dgm:alg>
                          </dgm:if>
                          <dgm:if name="Name197" axis="ch ch" ptType="node node" st="2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-90"/>
                            </dgm:alg>
                          </dgm:if>
                          <dgm:else name="Name198">
                            <dgm:alg type="cycle">
                              <dgm:param type="ctrShpMap" val="fNode"/>
                              <dgm:param type="stAng" val="337.5"/>
                              <dgm:param type="spanAng" val="-135"/>
                            </dgm:alg>
                          </dgm:else>
                        </dgm:choose>
                      </dgm:if>
                      <dgm:if name="Name199" axis="ch" ptType="node" func="cnt" op="equ" val="5">
                        <dgm:choose name="Name200">
                          <dgm:if name="Name201" axis="ch ch" ptType="node node" st="2 1" cnt="1 0" func="cnt" op="equ" val="1">
                            <dgm:alg type="cycle">
                              <dgm:param type="ctrShpMap" val="fNode"/>
                              <dgm:param type="stAng" val="288"/>
                            </dgm:alg>
                          </dgm:if>
                          <dgm:if name="Name202" axis="ch ch" ptType="node node" st="2 1" cnt="1 0" func="cnt" op="equ" val="2">
                            <dgm:alg type="cycle">
                              <dgm:param type="ctrShpMap" val="fNode"/>
                              <dgm:param type="stAng" val="333"/>
                              <dgm:param type="spanAng" val="-90"/>
                            </dgm:alg>
                          </dgm:if>
                          <dgm:else name="Name203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204" axis="ch" ptType="node" func="cnt" op="equ" val="6">
                        <dgm:choose name="Name205">
                          <dgm:if name="Name206" axis="ch ch" ptType="node node" st="2 1" cnt="1 0" func="cnt" op="equ" val="1">
                            <dgm:alg type="cycle">
                              <dgm:param type="ctrShpMap" val="fNode"/>
                              <dgm:param type="stAng" val="300"/>
                            </dgm:alg>
                          </dgm:if>
                          <dgm:if name="Name207" axis="ch ch" ptType="node node" st="2 1" cnt="1 0" func="cnt" op="equ" val="2">
                            <dgm:alg type="cycle">
                              <dgm:param type="ctrShpMap" val="fNode"/>
                              <dgm:param type="stAng" val="345"/>
                              <dgm:param type="spanAng" val="-90"/>
                            </dgm:alg>
                          </dgm:if>
                          <dgm:else name="Name208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209" axis="ch" ptType="node" func="cnt" op="gte" val="7">
                        <dgm:choose name="Name210">
                          <dgm:if name="Name211" axis="ch ch" ptType="node node" st="2 1" cnt="1 0" func="cnt" op="equ" val="1">
                            <dgm:alg type="cycle">
                              <dgm:param type="ctrShpMap" val="fNode"/>
                              <dgm:param type="stAng" val="308"/>
                            </dgm:alg>
                          </dgm:if>
                          <dgm:if name="Name212" axis="ch ch" ptType="node node" st="2 1" cnt="1 0" func="cnt" op="equ" val="2">
                            <dgm:alg type="cycle">
                              <dgm:param type="ctrShpMap" val="fNode"/>
                              <dgm:param type="stAng" val="353"/>
                              <dgm:param type="spanAng" val="-90"/>
                            </dgm:alg>
                          </dgm:if>
                          <dgm:else name="Name213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214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215" axis="ch" ptType="node" st="2" cnt="1">
                  <dgm:layoutNode name="childCenter2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216" axis="ch">
                    <dgm:forEach name="Name217" axis="self" ptType="parTrans">
                      <dgm:layoutNode name="Name218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219" axis="self" ptType="node">
                      <dgm:layoutNode name="text2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220" axis="ch" ptType="parTrans" st="2" cnt="1">
                <dgm:layoutNode name="Name221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2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222"/>
          </dgm:choose>
          <dgm:choose name="Name223">
            <dgm:if name="Name224" axis="ch" ptType="node" func="cnt" op="gte" val="3">
              <dgm:layoutNode name="cycle_3">
                <dgm:choose name="Name225">
                  <dgm:if name="Name226" func="var" arg="dir" op="equ" val="norm">
                    <dgm:choose name="Name227">
                      <dgm:if name="Name228" axis="ch" ptType="node" func="cnt" op="equ" val="3">
                        <dgm:choose name="Name229">
                          <dgm:if name="Name230" axis="ch ch" ptType="node node" st="3 1" cnt="1 0" func="cnt" op="equ" val="1">
                            <dgm:alg type="cycle">
                              <dgm:param type="ctrShpMap" val="fNode"/>
                              <dgm:param type="stAng" val="240"/>
                              <dgm:param type="horzAlign" val="l"/>
                              <dgm:param type="vertAlign" val="b"/>
                            </dgm:alg>
                          </dgm:if>
                          <dgm:if name="Name231" axis="ch ch" ptType="node node" st="3 1" cnt="1 0" func="cnt" op="equ" val="2">
                            <dgm:alg type="cycle">
                              <dgm:param type="ctrShpMap" val="fNode"/>
                              <dgm:param type="stAng" val="195"/>
                              <dgm:param type="spanAng" val="90"/>
                              <dgm:param type="horzAlign" val="l"/>
                              <dgm:param type="vertAlign" val="b"/>
                            </dgm:alg>
                          </dgm:if>
                          <dgm:else name="Name232">
                            <dgm:alg type="cycle">
                              <dgm:param type="ctrShpMap" val="fNode"/>
                              <dgm:param type="stAng" val="150"/>
                              <dgm:param type="spanAng" val="180"/>
                            </dgm:alg>
                          </dgm:else>
                        </dgm:choose>
                      </dgm:if>
                      <dgm:if name="Name233" axis="ch" ptType="node" func="cnt" op="equ" val="4">
                        <dgm:choose name="Name234">
                          <dgm:if name="Name235" axis="ch ch" ptType="node node" st="3 1" cnt="1 0" func="cnt" op="equ" val="1">
                            <dgm:alg type="cycle">
                              <dgm:param type="ctrShpMap" val="fNode"/>
                              <dgm:param type="stAng" val="180"/>
                            </dgm:alg>
                          </dgm:if>
                          <dgm:if name="Name236" axis="ch ch" ptType="node node" st="3 1" cnt="1 0" func="cnt" op="equ" val="2">
                            <dgm:alg type="cycle">
                              <dgm:param type="ctrShpMap" val="fNode"/>
                              <dgm:param type="stAng" val="135"/>
                              <dgm:param type="spanAng" val="90"/>
                            </dgm:alg>
                          </dgm:if>
                          <dgm:else name="Name237">
                            <dgm:alg type="cycle">
                              <dgm:param type="ctrShpMap" val="fNode"/>
                              <dgm:param type="stAng" val="112.5"/>
                              <dgm:param type="spanAng" val="135"/>
                            </dgm:alg>
                          </dgm:else>
                        </dgm:choose>
                      </dgm:if>
                      <dgm:if name="Name238" axis="ch" ptType="node" func="cnt" op="equ" val="5">
                        <dgm:choose name="Name239">
                          <dgm:if name="Name240" axis="ch ch" ptType="node node" st="3 1" cnt="1 0" func="cnt" op="equ" val="1">
                            <dgm:alg type="cycle">
                              <dgm:param type="ctrShpMap" val="fNode"/>
                              <dgm:param type="stAng" val="144"/>
                            </dgm:alg>
                          </dgm:if>
                          <dgm:if name="Name241" axis="ch ch" ptType="node node" st="3 1" cnt="1 0" func="cnt" op="equ" val="2">
                            <dgm:alg type="cycle">
                              <dgm:param type="ctrShpMap" val="fNode"/>
                              <dgm:param type="stAng" val="99"/>
                              <dgm:param type="spanAng" val="90"/>
                            </dgm:alg>
                          </dgm:if>
                          <dgm:else name="Name242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243" axis="ch" ptType="node" func="cnt" op="equ" val="6">
                        <dgm:choose name="Name244">
                          <dgm:if name="Name245" axis="ch ch" ptType="node node" st="3 1" cnt="1 0" func="cnt" op="equ" val="1">
                            <dgm:alg type="cycle">
                              <dgm:param type="ctrShpMap" val="fNode"/>
                              <dgm:param type="stAng" val="120"/>
                            </dgm:alg>
                          </dgm:if>
                          <dgm:if name="Name246" axis="ch ch" ptType="node node" st="3 1" cnt="1 0" func="cnt" op="equ" val="2">
                            <dgm:alg type="cycle">
                              <dgm:param type="ctrShpMap" val="fNode"/>
                              <dgm:param type="stAng" val="75"/>
                              <dgm:param type="spanAng" val="90"/>
                            </dgm:alg>
                          </dgm:if>
                          <dgm:else name="Name247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248" axis="ch" ptType="node" func="cnt" op="gte" val="7">
                        <dgm:choose name="Name249">
                          <dgm:if name="Name250" axis="ch ch" ptType="node node" st="3 1" cnt="1 0" func="cnt" op="equ" val="1">
                            <dgm:alg type="cycle">
                              <dgm:param type="ctrShpMap" val="fNode"/>
                              <dgm:param type="stAng" val="102"/>
                            </dgm:alg>
                          </dgm:if>
                          <dgm:if name="Name251" axis="ch ch" ptType="node node" st="3 1" cnt="1 0" func="cnt" op="equ" val="2">
                            <dgm:alg type="cycle">
                              <dgm:param type="ctrShpMap" val="fNode"/>
                              <dgm:param type="stAng" val="57"/>
                              <dgm:param type="spanAng" val="90"/>
                            </dgm:alg>
                          </dgm:if>
                          <dgm:else name="Name252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253"/>
                    </dgm:choose>
                  </dgm:if>
                  <dgm:else name="Name254">
                    <dgm:choose name="Name255">
                      <dgm:if name="Name256" axis="ch" ptType="node" func="cnt" op="equ" val="3">
                        <dgm:choose name="Name257">
                          <dgm:if name="Name258" axis="ch ch" ptType="node node" st="3 1" cnt="1 0" func="cnt" op="equ" val="1">
                            <dgm:alg type="cycle">
                              <dgm:param type="ctrShpMap" val="fNode"/>
                              <dgm:param type="stAng" val="120"/>
                              <dgm:param type="horzAlign" val="r"/>
                              <dgm:param type="vertAlign" val="b"/>
                            </dgm:alg>
                          </dgm:if>
                          <dgm:if name="Name259" axis="ch ch" ptType="node node" st="3 1" cnt="1 0" func="cnt" op="equ" val="2">
                            <dgm:alg type="cycle">
                              <dgm:param type="ctrShpMap" val="fNode"/>
                              <dgm:param type="stAng" val="165"/>
                              <dgm:param type="spanAng" val="-90"/>
                              <dgm:param type="horzAlign" val="r"/>
                              <dgm:param type="vertAlign" val="b"/>
                            </dgm:alg>
                          </dgm:if>
                          <dgm:else name="Name260">
                            <dgm:alg type="cycle">
                              <dgm:param type="ctrShpMap" val="fNode"/>
                              <dgm:param type="stAng" val="210"/>
                              <dgm:param type="spanAng" val="-180"/>
                            </dgm:alg>
                          </dgm:else>
                        </dgm:choose>
                      </dgm:if>
                      <dgm:if name="Name261" axis="ch" ptType="node" func="cnt" op="equ" val="4">
                        <dgm:choose name="Name262">
                          <dgm:if name="Name263" axis="ch ch" ptType="node node" st="3 1" cnt="1 0" func="cnt" op="equ" val="1">
                            <dgm:alg type="cycle">
                              <dgm:param type="ctrShpMap" val="fNode"/>
                              <dgm:param type="stAng" val="180"/>
                            </dgm:alg>
                          </dgm:if>
                          <dgm:if name="Name264" axis="ch ch" ptType="node node" st="3 1" cnt="1 0" func="cnt" op="equ" val="2">
                            <dgm:alg type="cycle">
                              <dgm:param type="ctrShpMap" val="fNode"/>
                              <dgm:param type="stAng" val="225"/>
                              <dgm:param type="spanAng" val="-90"/>
                            </dgm:alg>
                          </dgm:if>
                          <dgm:else name="Name265">
                            <dgm:alg type="cycle">
                              <dgm:param type="ctrShpMap" val="fNode"/>
                              <dgm:param type="stAng" val="247.5"/>
                              <dgm:param type="spanAng" val="-135"/>
                            </dgm:alg>
                          </dgm:else>
                        </dgm:choose>
                      </dgm:if>
                      <dgm:if name="Name266" axis="ch" ptType="node" func="cnt" op="equ" val="5">
                        <dgm:choose name="Name267">
                          <dgm:if name="Name268" axis="ch ch" ptType="node node" st="3 1" cnt="1 0" func="cnt" op="equ" val="1">
                            <dgm:alg type="cycle">
                              <dgm:param type="ctrShpMap" val="fNode"/>
                              <dgm:param type="stAng" val="216"/>
                            </dgm:alg>
                          </dgm:if>
                          <dgm:if name="Name269" axis="ch ch" ptType="node node" st="3 1" cnt="1 0" func="cnt" op="equ" val="2">
                            <dgm:alg type="cycle">
                              <dgm:param type="ctrShpMap" val="fNode"/>
                              <dgm:param type="stAng" val="261"/>
                              <dgm:param type="spanAng" val="-90"/>
                            </dgm:alg>
                          </dgm:if>
                          <dgm:else name="Name270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271" axis="ch" ptType="node" func="cnt" op="equ" val="6">
                        <dgm:choose name="Name272">
                          <dgm:if name="Name273" axis="ch ch" ptType="node node" st="3 1" cnt="1 0" func="cnt" op="equ" val="1">
                            <dgm:alg type="cycle">
                              <dgm:param type="ctrShpMap" val="fNode"/>
                              <dgm:param type="stAng" val="240"/>
                            </dgm:alg>
                          </dgm:if>
                          <dgm:if name="Name274" axis="ch ch" ptType="node node" st="3 1" cnt="1 0" func="cnt" op="equ" val="2">
                            <dgm:alg type="cycle">
                              <dgm:param type="ctrShpMap" val="fNode"/>
                              <dgm:param type="stAng" val="285"/>
                              <dgm:param type="spanAng" val="-90"/>
                            </dgm:alg>
                          </dgm:if>
                          <dgm:else name="Name275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276" axis="ch" ptType="node" func="cnt" op="gte" val="7">
                        <dgm:choose name="Name277">
                          <dgm:if name="Name278" axis="ch ch" ptType="node node" st="3 1" cnt="1 0" func="cnt" op="equ" val="1">
                            <dgm:alg type="cycle">
                              <dgm:param type="ctrShpMap" val="fNode"/>
                              <dgm:param type="stAng" val="257"/>
                            </dgm:alg>
                          </dgm:if>
                          <dgm:if name="Name279" axis="ch ch" ptType="node node" st="3 1" cnt="1 0" func="cnt" op="equ" val="2">
                            <dgm:alg type="cycle">
                              <dgm:param type="ctrShpMap" val="fNode"/>
                              <dgm:param type="stAng" val="302"/>
                              <dgm:param type="spanAng" val="-90"/>
                            </dgm:alg>
                          </dgm:if>
                          <dgm:else name="Name280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281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282" axis="ch" ptType="node" st="3" cnt="1">
                  <dgm:layoutNode name="childCenter3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283" axis="ch">
                    <dgm:forEach name="Name284" axis="self" ptType="parTrans">
                      <dgm:layoutNode name="Name285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286" axis="self" ptType="node">
                      <dgm:layoutNode name="text3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287" axis="ch" ptType="parTrans" st="3" cnt="1">
                <dgm:layoutNode name="Name288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3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289"/>
          </dgm:choose>
          <dgm:choose name="Name290">
            <dgm:if name="Name291" axis="ch" ptType="node" func="cnt" op="gte" val="4">
              <dgm:layoutNode name="cycle_4">
                <dgm:choose name="Name292">
                  <dgm:if name="Name293" func="var" arg="dir" op="equ" val="norm">
                    <dgm:choose name="Name294">
                      <dgm:if name="Name295" axis="ch" ptType="node" func="cnt" op="equ" val="4">
                        <dgm:choose name="Name296">
                          <dgm:if name="Name297" axis="ch ch" ptType="node node" st="4 1" cnt="1 0" func="cnt" op="equ" val="1">
                            <dgm:alg type="cycle">
                              <dgm:param type="ctrShpMap" val="fNode"/>
                              <dgm:param type="stAng" val="270"/>
                            </dgm:alg>
                          </dgm:if>
                          <dgm:if name="Name298" axis="ch ch" ptType="node node" st="4 1" cnt="1 0" func="cnt" op="equ" val="2">
                            <dgm:alg type="cycle">
                              <dgm:param type="ctrShpMap" val="fNode"/>
                              <dgm:param type="stAng" val="225"/>
                              <dgm:param type="spanAng" val="90"/>
                            </dgm:alg>
                          </dgm:if>
                          <dgm:else name="Name299">
                            <dgm:alg type="cycle">
                              <dgm:param type="ctrShpMap" val="fNode"/>
                              <dgm:param type="stAng" val="202.5"/>
                              <dgm:param type="spanAng" val="135"/>
                            </dgm:alg>
                          </dgm:else>
                        </dgm:choose>
                      </dgm:if>
                      <dgm:if name="Name300" axis="ch" ptType="node" func="cnt" op="equ" val="5">
                        <dgm:choose name="Name301">
                          <dgm:if name="Name302" axis="ch ch" ptType="node node" st="4 1" cnt="1 0" func="cnt" op="equ" val="1">
                            <dgm:alg type="cycle">
                              <dgm:param type="ctrShpMap" val="fNode"/>
                              <dgm:param type="stAng" val="216"/>
                            </dgm:alg>
                          </dgm:if>
                          <dgm:if name="Name303" axis="ch ch" ptType="node node" st="4 1" cnt="1 0" func="cnt" op="equ" val="2">
                            <dgm:alg type="cycle">
                              <dgm:param type="ctrShpMap" val="fNode"/>
                              <dgm:param type="stAng" val="171"/>
                              <dgm:param type="spanAng" val="90"/>
                            </dgm:alg>
                          </dgm:if>
                          <dgm:else name="Name304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305" axis="ch" ptType="node" func="cnt" op="equ" val="6">
                        <dgm:choose name="Name306">
                          <dgm:if name="Name307" axis="ch ch" ptType="node node" st="4 1" cnt="1 0" func="cnt" op="equ" val="1">
                            <dgm:alg type="cycle">
                              <dgm:param type="ctrShpMap" val="fNode"/>
                              <dgm:param type="stAng" val="180"/>
                            </dgm:alg>
                          </dgm:if>
                          <dgm:if name="Name308" axis="ch ch" ptType="node node" st="4 1" cnt="1 0" func="cnt" op="equ" val="2">
                            <dgm:alg type="cycle">
                              <dgm:param type="ctrShpMap" val="fNode"/>
                              <dgm:param type="stAng" val="135"/>
                              <dgm:param type="spanAng" val="90"/>
                            </dgm:alg>
                          </dgm:if>
                          <dgm:else name="Name309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310" axis="ch" ptType="node" func="cnt" op="gte" val="7">
                        <dgm:choose name="Name311">
                          <dgm:if name="Name312" axis="ch ch" ptType="node node" st="4 1" cnt="1 0" func="cnt" op="equ" val="1">
                            <dgm:alg type="cycle">
                              <dgm:param type="ctrShpMap" val="fNode"/>
                              <dgm:param type="stAng" val="154"/>
                            </dgm:alg>
                          </dgm:if>
                          <dgm:if name="Name313" axis="ch ch" ptType="node node" st="4 1" cnt="1 0" func="cnt" op="equ" val="2">
                            <dgm:alg type="cycle">
                              <dgm:param type="ctrShpMap" val="fNode"/>
                              <dgm:param type="stAng" val="109"/>
                              <dgm:param type="spanAng" val="90"/>
                            </dgm:alg>
                          </dgm:if>
                          <dgm:else name="Name314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315"/>
                    </dgm:choose>
                  </dgm:if>
                  <dgm:else name="Name316">
                    <dgm:choose name="Name317">
                      <dgm:if name="Name318" axis="ch" ptType="node" func="cnt" op="equ" val="4">
                        <dgm:choose name="Name319">
                          <dgm:if name="Name320" axis="ch ch" ptType="node node" st="4 1" cnt="1 0" func="cnt" op="equ" val="1">
                            <dgm:alg type="cycle">
                              <dgm:param type="ctrShpMap" val="fNode"/>
                              <dgm:param type="stAng" val="90"/>
                            </dgm:alg>
                          </dgm:if>
                          <dgm:if name="Name321" axis="ch ch" ptType="node node" st="4 1" cnt="1 0" func="cnt" op="equ" val="2">
                            <dgm:alg type="cycle">
                              <dgm:param type="ctrShpMap" val="fNode"/>
                              <dgm:param type="stAng" val="135"/>
                              <dgm:param type="spanAng" val="-90"/>
                            </dgm:alg>
                          </dgm:if>
                          <dgm:else name="Name322">
                            <dgm:alg type="cycle">
                              <dgm:param type="ctrShpMap" val="fNode"/>
                              <dgm:param type="stAng" val="157.5"/>
                              <dgm:param type="spanAng" val="-135"/>
                            </dgm:alg>
                          </dgm:else>
                        </dgm:choose>
                      </dgm:if>
                      <dgm:if name="Name323" axis="ch" ptType="node" func="cnt" op="equ" val="5">
                        <dgm:choose name="Name324">
                          <dgm:if name="Name325" axis="ch ch" ptType="node node" st="4 1" cnt="1 0" func="cnt" op="equ" val="1">
                            <dgm:alg type="cycle">
                              <dgm:param type="ctrShpMap" val="fNode"/>
                              <dgm:param type="stAng" val="144"/>
                            </dgm:alg>
                          </dgm:if>
                          <dgm:if name="Name326" axis="ch ch" ptType="node node" st="4 1" cnt="1 0" func="cnt" op="equ" val="2">
                            <dgm:alg type="cycle">
                              <dgm:param type="ctrShpMap" val="fNode"/>
                              <dgm:param type="stAng" val="189"/>
                              <dgm:param type="spanAng" val="-90"/>
                            </dgm:alg>
                          </dgm:if>
                          <dgm:else name="Name327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328" axis="ch" ptType="node" func="cnt" op="equ" val="6">
                        <dgm:choose name="Name329">
                          <dgm:if name="Name330" axis="ch ch" ptType="node node" st="4 1" cnt="1 0" func="cnt" op="equ" val="1">
                            <dgm:alg type="cycle">
                              <dgm:param type="ctrShpMap" val="fNode"/>
                              <dgm:param type="stAng" val="180"/>
                            </dgm:alg>
                          </dgm:if>
                          <dgm:if name="Name331" axis="ch ch" ptType="node node" st="4 1" cnt="1 0" func="cnt" op="equ" val="2">
                            <dgm:alg type="cycle">
                              <dgm:param type="ctrShpMap" val="fNode"/>
                              <dgm:param type="stAng" val="225"/>
                              <dgm:param type="spanAng" val="-90"/>
                            </dgm:alg>
                          </dgm:if>
                          <dgm:else name="Name332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333" axis="ch" ptType="node" func="cnt" op="gte" val="7">
                        <dgm:choose name="Name334">
                          <dgm:if name="Name335" axis="ch ch" ptType="node node" st="4 1" cnt="1 0" func="cnt" op="equ" val="1">
                            <dgm:alg type="cycle">
                              <dgm:param type="ctrShpMap" val="fNode"/>
                              <dgm:param type="stAng" val="205"/>
                            </dgm:alg>
                          </dgm:if>
                          <dgm:if name="Name336" axis="ch ch" ptType="node node" st="4 1" cnt="1 0" func="cnt" op="equ" val="2">
                            <dgm:alg type="cycle">
                              <dgm:param type="ctrShpMap" val="fNode"/>
                              <dgm:param type="stAng" val="250"/>
                              <dgm:param type="spanAng" val="-90"/>
                            </dgm:alg>
                          </dgm:if>
                          <dgm:else name="Name337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338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339" axis="ch" ptType="node" st="4" cnt="1">
                  <dgm:layoutNode name="childCenter4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340" axis="ch">
                    <dgm:forEach name="Name341" axis="self" ptType="parTrans">
                      <dgm:layoutNode name="Name342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343" axis="self" ptType="node">
                      <dgm:layoutNode name="text4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344" axis="ch" ptType="parTrans" st="4" cnt="1">
                <dgm:layoutNode name="Name345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4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346"/>
          </dgm:choose>
          <dgm:choose name="Name347">
            <dgm:if name="Name348" axis="ch" ptType="node" func="cnt" op="gte" val="5">
              <dgm:layoutNode name="cycle_5">
                <dgm:choose name="Name349">
                  <dgm:if name="Name350" func="var" arg="dir" op="equ" val="norm">
                    <dgm:choose name="Name351">
                      <dgm:if name="Name352" axis="ch" ptType="node" func="cnt" op="equ" val="5">
                        <dgm:choose name="Name353">
                          <dgm:if name="Name354" axis="ch ch" ptType="node node" st="5 1" cnt="1 0" func="cnt" op="equ" val="1">
                            <dgm:alg type="cycle">
                              <dgm:param type="ctrShpMap" val="fNode"/>
                              <dgm:param type="stAng" val="288"/>
                            </dgm:alg>
                          </dgm:if>
                          <dgm:if name="Name355" axis="ch ch" ptType="node node" st="5 1" cnt="1 0" func="cnt" op="equ" val="2">
                            <dgm:alg type="cycle">
                              <dgm:param type="ctrShpMap" val="fNode"/>
                              <dgm:param type="stAng" val="243"/>
                              <dgm:param type="spanAng" val="90"/>
                            </dgm:alg>
                          </dgm:if>
                          <dgm:else name="Name356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357" axis="ch" ptType="node" func="cnt" op="equ" val="6">
                        <dgm:choose name="Name358">
                          <dgm:if name="Name359" axis="ch ch" ptType="node node" st="5 1" cnt="1 0" func="cnt" op="equ" val="1">
                            <dgm:alg type="cycle">
                              <dgm:param type="ctrShpMap" val="fNode"/>
                              <dgm:param type="stAng" val="240"/>
                            </dgm:alg>
                          </dgm:if>
                          <dgm:if name="Name360" axis="ch ch" ptType="node node" st="5 1" cnt="1 0" func="cnt" op="equ" val="2">
                            <dgm:alg type="cycle">
                              <dgm:param type="ctrShpMap" val="fNode"/>
                              <dgm:param type="stAng" val="195"/>
                              <dgm:param type="spanAng" val="90"/>
                            </dgm:alg>
                          </dgm:if>
                          <dgm:else name="Name361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362" axis="ch" ptType="node" func="cnt" op="gte" val="7">
                        <dgm:choose name="Name363">
                          <dgm:if name="Name364" axis="ch ch" ptType="node node" st="5 1" cnt="1 0" func="cnt" op="equ" val="1">
                            <dgm:alg type="cycle">
                              <dgm:param type="ctrShpMap" val="fNode"/>
                              <dgm:param type="stAng" val="205"/>
                            </dgm:alg>
                          </dgm:if>
                          <dgm:if name="Name365" axis="ch ch" ptType="node node" st="5 1" cnt="1 0" func="cnt" op="equ" val="2">
                            <dgm:alg type="cycle">
                              <dgm:param type="ctrShpMap" val="fNode"/>
                              <dgm:param type="stAng" val="160"/>
                              <dgm:param type="spanAng" val="90"/>
                            </dgm:alg>
                          </dgm:if>
                          <dgm:else name="Name366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367"/>
                    </dgm:choose>
                  </dgm:if>
                  <dgm:else name="Name368">
                    <dgm:choose name="Name369">
                      <dgm:if name="Name370" axis="ch" ptType="node" func="cnt" op="equ" val="5">
                        <dgm:choose name="Name371">
                          <dgm:if name="Name372" axis="ch ch" ptType="node node" st="5 1" cnt="1 0" func="cnt" op="equ" val="1">
                            <dgm:alg type="cycle">
                              <dgm:param type="ctrShpMap" val="fNode"/>
                              <dgm:param type="stAng" val="72"/>
                            </dgm:alg>
                          </dgm:if>
                          <dgm:if name="Name373" axis="ch ch" ptType="node node" st="5 1" cnt="1 0" func="cnt" op="equ" val="2">
                            <dgm:alg type="cycle">
                              <dgm:param type="ctrShpMap" val="fNode"/>
                              <dgm:param type="stAng" val="117"/>
                              <dgm:param type="spanAng" val="-90"/>
                            </dgm:alg>
                          </dgm:if>
                          <dgm:else name="Name374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375" axis="ch" ptType="node" func="cnt" op="equ" val="6">
                        <dgm:choose name="Name376">
                          <dgm:if name="Name377" axis="ch ch" ptType="node node" st="5 1" cnt="1 0" func="cnt" op="equ" val="1">
                            <dgm:alg type="cycle">
                              <dgm:param type="ctrShpMap" val="fNode"/>
                              <dgm:param type="stAng" val="120"/>
                            </dgm:alg>
                          </dgm:if>
                          <dgm:if name="Name378" axis="ch ch" ptType="node node" st="5 1" cnt="1 0" func="cnt" op="equ" val="2">
                            <dgm:alg type="cycle">
                              <dgm:param type="ctrShpMap" val="fNode"/>
                              <dgm:param type="stAng" val="165"/>
                              <dgm:param type="spanAng" val="-90"/>
                            </dgm:alg>
                          </dgm:if>
                          <dgm:else name="Name379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380" axis="ch" ptType="node" func="cnt" op="gte" val="7">
                        <dgm:choose name="Name381">
                          <dgm:if name="Name382" axis="ch ch" ptType="node node" st="5 1" cnt="1 0" func="cnt" op="equ" val="1">
                            <dgm:alg type="cycle">
                              <dgm:param type="ctrShpMap" val="fNode"/>
                              <dgm:param type="stAng" val="154"/>
                            </dgm:alg>
                          </dgm:if>
                          <dgm:if name="Name383" axis="ch ch" ptType="node node" st="5 1" cnt="1 0" func="cnt" op="equ" val="2">
                            <dgm:alg type="cycle">
                              <dgm:param type="ctrShpMap" val="fNode"/>
                              <dgm:param type="stAng" val="199"/>
                              <dgm:param type="spanAng" val="-90"/>
                            </dgm:alg>
                          </dgm:if>
                          <dgm:else name="Name384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385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386" axis="ch" ptType="node" st="5" cnt="1">
                  <dgm:layoutNode name="childCenter5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387" axis="ch">
                    <dgm:forEach name="Name388" axis="self" ptType="parTrans">
                      <dgm:layoutNode name="Name389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390" axis="self" ptType="node">
                      <dgm:layoutNode name="text5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391" axis="ch" ptType="parTrans" st="5" cnt="1">
                <dgm:layoutNode name="Name392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5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393"/>
          </dgm:choose>
          <dgm:choose name="Name394">
            <dgm:if name="Name395" axis="ch" ptType="node" func="cnt" op="gte" val="6">
              <dgm:layoutNode name="cycle_6">
                <dgm:choose name="Name396">
                  <dgm:if name="Name397" func="var" arg="dir" op="equ" val="norm">
                    <dgm:choose name="Name398">
                      <dgm:if name="Name399" axis="ch" ptType="node" func="cnt" op="equ" val="6">
                        <dgm:choose name="Name400">
                          <dgm:if name="Name401" axis="ch ch" ptType="node node" st="6 1" cnt="1 0" func="cnt" op="equ" val="1">
                            <dgm:alg type="cycle">
                              <dgm:param type="ctrShpMap" val="fNode"/>
                              <dgm:param type="stAng" val="300"/>
                            </dgm:alg>
                          </dgm:if>
                          <dgm:if name="Name402" axis="ch ch" ptType="node node" st="6 1" cnt="1 0" func="cnt" op="equ" val="2">
                            <dgm:alg type="cycle">
                              <dgm:param type="ctrShpMap" val="fNode"/>
                              <dgm:param type="stAng" val="255"/>
                              <dgm:param type="spanAng" val="90"/>
                            </dgm:alg>
                          </dgm:if>
                          <dgm:else name="Name403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404" axis="ch" ptType="node" func="cnt" op="gte" val="7">
                        <dgm:choose name="Name405">
                          <dgm:if name="Name406" axis="ch ch" ptType="node node" st="6 1" cnt="1 0" func="cnt" op="equ" val="1">
                            <dgm:alg type="cycle">
                              <dgm:param type="ctrShpMap" val="fNode"/>
                              <dgm:param type="stAng" val="257"/>
                            </dgm:alg>
                          </dgm:if>
                          <dgm:if name="Name407" axis="ch ch" ptType="node node" st="6 1" cnt="1 0" func="cnt" op="equ" val="2">
                            <dgm:alg type="cycle">
                              <dgm:param type="ctrShpMap" val="fNode"/>
                              <dgm:param type="stAng" val="212"/>
                              <dgm:param type="spanAng" val="90"/>
                            </dgm:alg>
                          </dgm:if>
                          <dgm:else name="Name408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409"/>
                    </dgm:choose>
                  </dgm:if>
                  <dgm:else name="Name410">
                    <dgm:choose name="Name411">
                      <dgm:if name="Name412" axis="ch" ptType="node" func="cnt" op="equ" val="6">
                        <dgm:choose name="Name413">
                          <dgm:if name="Name414" axis="ch ch" ptType="node node" st="6 1" cnt="1 0" func="cnt" op="equ" val="1">
                            <dgm:alg type="cycle">
                              <dgm:param type="ctrShpMap" val="fNode"/>
                              <dgm:param type="stAng" val="60"/>
                            </dgm:alg>
                          </dgm:if>
                          <dgm:if name="Name415" axis="ch ch" ptType="node node" st="6 1" cnt="1 0" func="cnt" op="equ" val="2">
                            <dgm:alg type="cycle">
                              <dgm:param type="ctrShpMap" val="fNode"/>
                              <dgm:param type="stAng" val="105"/>
                              <dgm:param type="spanAng" val="-90"/>
                            </dgm:alg>
                          </dgm:if>
                          <dgm:else name="Name416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417" axis="ch" ptType="node" func="cnt" op="gte" val="7">
                        <dgm:choose name="Name418">
                          <dgm:if name="Name419" axis="ch ch" ptType="node node" st="6 1" cnt="1 0" func="cnt" op="equ" val="1">
                            <dgm:alg type="cycle">
                              <dgm:param type="ctrShpMap" val="fNode"/>
                              <dgm:param type="stAng" val="102"/>
                            </dgm:alg>
                          </dgm:if>
                          <dgm:if name="Name420" axis="ch ch" ptType="node node" st="6 1" cnt="1 0" func="cnt" op="equ" val="2">
                            <dgm:alg type="cycle">
                              <dgm:param type="ctrShpMap" val="fNode"/>
                              <dgm:param type="stAng" val="147"/>
                              <dgm:param type="spanAng" val="-90"/>
                            </dgm:alg>
                          </dgm:if>
                          <dgm:else name="Name421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422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423" axis="ch" ptType="node" st="6" cnt="1">
                  <dgm:layoutNode name="childCenter6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424" axis="ch">
                    <dgm:forEach name="Name425" axis="self" ptType="parTrans">
                      <dgm:layoutNode name="Name426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427" axis="self" ptType="node">
                      <dgm:layoutNode name="text6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428" axis="ch" ptType="parTrans" st="6" cnt="1">
                <dgm:layoutNode name="Name429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6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430"/>
          </dgm:choose>
          <dgm:choose name="Name431">
            <dgm:if name="Name432" axis="ch" ptType="node" func="cnt" op="gte" val="7">
              <dgm:layoutNode name="cycle_7">
                <dgm:choose name="Name433">
                  <dgm:if name="Name434" func="var" arg="dir" op="equ" val="norm">
                    <dgm:choose name="Name435">
                      <dgm:if name="Name436" axis="ch" ptType="node" func="cnt" op="gte" val="7">
                        <dgm:choose name="Name437">
                          <dgm:if name="Name438" axis="ch ch" ptType="node node" st="7 1" cnt="1 0" func="cnt" op="equ" val="1">
                            <dgm:alg type="cycle">
                              <dgm:param type="ctrShpMap" val="fNode"/>
                              <dgm:param type="stAng" val="308"/>
                            </dgm:alg>
                          </dgm:if>
                          <dgm:if name="Name439" axis="ch ch" ptType="node node" st="7 1" cnt="1 0" func="cnt" op="equ" val="2">
                            <dgm:alg type="cycle">
                              <dgm:param type="ctrShpMap" val="fNode"/>
                              <dgm:param type="stAng" val="263"/>
                              <dgm:param type="spanAng" val="90"/>
                            </dgm:alg>
                          </dgm:if>
                          <dgm:else name="Name440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441"/>
                    </dgm:choose>
                  </dgm:if>
                  <dgm:else name="Name442">
                    <dgm:choose name="Name443">
                      <dgm:if name="Name444" axis="ch" ptType="node" func="cnt" op="gte" val="7">
                        <dgm:choose name="Name445">
                          <dgm:if name="Name446" axis="ch ch" ptType="node node" st="7 1" cnt="1 0" func="cnt" op="equ" val="1">
                            <dgm:alg type="cycle">
                              <dgm:param type="ctrShpMap" val="fNode"/>
                              <dgm:param type="stAng" val="51"/>
                            </dgm:alg>
                          </dgm:if>
                          <dgm:if name="Name447" axis="ch ch" ptType="node node" st="7 1" cnt="1 0" func="cnt" op="equ" val="2">
                            <dgm:alg type="cycle">
                              <dgm:param type="ctrShpMap" val="fNode"/>
                              <dgm:param type="stAng" val="96"/>
                              <dgm:param type="spanAng" val="-90"/>
                            </dgm:alg>
                          </dgm:if>
                          <dgm:else name="Name448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449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450" axis="ch" ptType="node" st="7" cnt="1">
                  <dgm:layoutNode name="childCenter7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451" axis="ch">
                    <dgm:forEach name="Name452" axis="self" ptType="parTrans">
                      <dgm:layoutNode name="Name453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454" axis="self" ptType="node">
                      <dgm:layoutNode name="text7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455" axis="ch" ptType="parTrans" st="7" cnt="1">
                <dgm:layoutNode name="Name456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7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457"/>
          </dgm:choose>
        </dgm:else>
      </dgm:choos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hProcess9">
  <dgm:title val=""/>
  <dgm:desc val=""/>
  <dgm:catLst>
    <dgm:cat type="process" pri="5000"/>
    <dgm:cat type="convert" pri="13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CompostProcess">
    <dgm:varLst>
      <dgm:dir/>
      <dgm:resizeHandles val="exact"/>
    </dgm:varLst>
    <dgm:alg type="composite">
      <dgm:param type="horzAlign" val="ctr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arrow" refType="w" fact="0.85"/>
      <dgm:constr type="h" for="ch" forName="arrow" refType="h"/>
      <dgm:constr type="ctrX" for="ch" forName="arrow" refType="w" fact="0.5"/>
      <dgm:constr type="ctrY" for="ch" forName="arrow" refType="h" fact="0.5"/>
      <dgm:constr type="w" for="ch" forName="linearProcess" refType="w"/>
      <dgm:constr type="h" for="ch" forName="linearProcess" refType="h" fact="0.4"/>
      <dgm:constr type="ctrX" for="ch" forName="linearProcess" refType="w" fact="0.5"/>
      <dgm:constr type="ctrY" for="ch" forName="linearProcess" refType="h" fact="0.5"/>
    </dgm:constrLst>
    <dgm:ruleLst/>
    <dgm:layoutNode name="arrow" styleLbl="bgShp">
      <dgm:alg type="sp"/>
      <dgm:choose name="Name0">
        <dgm:if name="Name1" func="var" arg="dir" op="equ" val="norm">
          <dgm:shape xmlns:r="http://schemas.openxmlformats.org/officeDocument/2006/relationships" type="rightArrow" r:blip="">
            <dgm:adjLst/>
          </dgm:shape>
        </dgm:if>
        <dgm:else name="Name2">
          <dgm:shape xmlns:r="http://schemas.openxmlformats.org/officeDocument/2006/relationships" type="leftArrow" r:blip="">
            <dgm:adjLst/>
          </dgm:shape>
        </dgm:else>
      </dgm:choose>
      <dgm:presOf/>
      <dgm:constrLst/>
      <dgm:ruleLst/>
    </dgm:layoutNode>
    <dgm:layoutNode name="linearProcess">
      <dgm:choose name="Name3">
        <dgm:if name="Name4" func="var" arg="dir" op="equ" val="norm">
          <dgm:alg type="lin"/>
        </dgm:if>
        <dgm:else name="Name5">
          <dgm:alg type="lin">
            <dgm:param type="linDir" val="fromR"/>
          </dgm:alg>
        </dgm:else>
      </dgm:choose>
      <dgm:shape xmlns:r="http://schemas.openxmlformats.org/officeDocument/2006/relationships" r:blip="">
        <dgm:adjLst/>
      </dgm:shape>
      <dgm:presOf/>
      <dgm:constrLst>
        <dgm:constr type="userA" for="ch" ptType="node" refType="w"/>
        <dgm:constr type="h" for="ch" ptType="node" refType="h"/>
        <dgm:constr type="w" for="ch" ptType="node" op="equ"/>
        <dgm:constr type="w" for="ch" forName="sibTrans" refType="w" fact="0.05"/>
        <dgm:constr type="primFontSz" for="ch" ptType="node" op="equ" val="65"/>
      </dgm:constrLst>
      <dgm:ruleLst/>
      <dgm:forEach name="Name6" axis="ch" ptType="node">
        <dgm:layoutNode name="textNode" styleLbl="node1">
          <dgm:varLst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desOrSelf" ptType="node"/>
          <dgm:constrLst>
            <dgm:constr type="userA"/>
            <dgm:constr type="w" refType="userA" fact="0.3"/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w" val="NaN" fact="1" max="NaN"/>
            <dgm:rule type="primFontSz" val="5" fact="NaN" max="NaN"/>
          </dgm:ruleLst>
        </dgm:layoutNode>
        <dgm:forEach name="Name7" axis="followSib" ptType="sibTrans" cnt="1">
          <dgm:layoutNode name="sibTrans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</dgm:forEach>
      </dgm:forEach>
    </dgm:layoutNode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hProcess6">
  <dgm:title val=""/>
  <dgm:desc val=""/>
  <dgm:catLst>
    <dgm:cat type="process" pri="7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14" srcId="1" destId="12" srcOrd="0" destOrd="0"/>
        <dgm:cxn modelId="23" srcId="2" destId="21" srcOrd="0" destOrd="0"/>
        <dgm:cxn modelId="24" srcId="2" destId="22" srcOrd="0" destOrd="0"/>
        <dgm:cxn modelId="33" srcId="3" destId="31" srcOrd="0" destOrd="0"/>
        <dgm:cxn modelId="34" srcId="3" destId="32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theList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L"/>
          <dgm:param type="nodeHorzAlign" val="l"/>
        </dgm:alg>
      </dgm:if>
      <dgm:else name="Name2">
        <dgm:alg type="lin">
          <dgm:param type="linDir" val="from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compNode" refType="w"/>
      <dgm:constr type="h" for="ch" forName="compNode" refType="w" refFor="ch" refForName="compNode" fact="0.7"/>
      <dgm:constr type="ctrY" for="ch" forName="compNode" refType="h" fact="0.5"/>
      <dgm:constr type="w" for="ch" forName="aSpace" refType="w" fact="0.05"/>
      <dgm:constr type="primFontSz" for="des" forName="childTextHidden" op="equ" val="65"/>
      <dgm:constr type="primFontSz" for="des" forName="parentText" op="equ"/>
    </dgm:constrLst>
    <dgm:ruleLst/>
    <dgm:forEach name="aNodeForEach" axis="ch" ptType="node">
      <dgm:layoutNode name="compNode">
        <dgm:alg type="composite">
          <dgm:param type="ar" val="1.43"/>
        </dgm:alg>
        <dgm:shape xmlns:r="http://schemas.openxmlformats.org/officeDocument/2006/relationships" r:blip="">
          <dgm:adjLst/>
        </dgm:shape>
        <dgm:presOf/>
        <dgm:choose name="Name3">
          <dgm:if name="Name4" func="var" arg="dir" op="equ" val="norm">
            <dgm:constrLst>
              <dgm:constr type="w" for="ch" forName="childTextVisible" refType="w" fact="0.8"/>
              <dgm:constr type="h" for="ch" forName="childTextVisible" refType="h"/>
              <dgm:constr type="r" for="ch" forName="childTextVisible" refType="w"/>
              <dgm:constr type="w" for="ch" forName="childTextHidden" refType="w" fact="0.6"/>
              <dgm:constr type="h" for="ch" forName="childTextHidden" refType="h"/>
              <dgm:constr type="r" for="ch" forName="childTextHidden" refType="w"/>
              <dgm:constr type="l" for="ch" forName="parentText"/>
              <dgm:constr type="w" for="ch" forName="parentText" refType="w" fact="0.4"/>
              <dgm:constr type="h" for="ch" forName="parentText" refType="w" refFor="ch" refForName="parentText" op="equ"/>
              <dgm:constr type="ctrY" for="ch" forName="parentText" refType="h" fact="0.5"/>
            </dgm:constrLst>
          </dgm:if>
          <dgm:else name="Name5">
            <dgm:constrLst>
              <dgm:constr type="w" for="ch" forName="childTextVisible" refType="w" fact="0.8"/>
              <dgm:constr type="h" for="ch" forName="childTextVisible" refType="h"/>
              <dgm:constr type="l" for="ch" forName="childTextVisible"/>
              <dgm:constr type="w" for="ch" forName="childTextHidden" refType="w" fact="0.6"/>
              <dgm:constr type="h" for="ch" forName="childTextHidden" refType="h"/>
              <dgm:constr type="l" for="ch" forName="childTextHidden"/>
              <dgm:constr type="r" for="ch" forName="parentText" refType="w"/>
              <dgm:constr type="w" for="ch" forName="parentText" refType="w" fact="0.4"/>
              <dgm:constr type="h" for="ch" forName="parentText" refType="w" refFor="ch" refForName="parentText" op="equ"/>
              <dgm:constr type="ctrY" for="ch" forName="parentText" refType="h" fact="0.5"/>
            </dgm:constrLst>
          </dgm:else>
        </dgm:choose>
        <dgm:ruleLst/>
        <dgm:layoutNode name="noGeometry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childTextVisible" styleLbl="bgAccFollowNode1">
          <dgm:varLst>
            <dgm:bulletEnabled val="1"/>
          </dgm:varLst>
          <dgm:alg type="sp"/>
          <dgm:choose name="Name6">
            <dgm:if name="Name7" func="var" arg="dir" op="equ" val="norm">
              <dgm:shape xmlns:r="http://schemas.openxmlformats.org/officeDocument/2006/relationships" type="rightArrow" r:blip="">
                <dgm:adjLst>
                  <dgm:adj idx="1" val="0.7"/>
                  <dgm:adj idx="2" val="0.5"/>
                </dgm:adjLst>
              </dgm:shape>
            </dgm:if>
            <dgm:else name="Name8">
              <dgm:shape xmlns:r="http://schemas.openxmlformats.org/officeDocument/2006/relationships" type="leftArrow" r:blip="">
                <dgm:adjLst>
                  <dgm:adj idx="1" val="0.7"/>
                  <dgm:adj idx="2" val="0.5"/>
                </dgm:adjLst>
              </dgm:shape>
            </dgm:else>
          </dgm:choose>
          <dgm:presOf axis="des" ptType="node"/>
          <dgm:constrLst/>
          <dgm:ruleLst/>
        </dgm:layoutNode>
        <dgm:layoutNode name="childTextHidden" styleLbl="bgAccFollowNode1">
          <dgm:choose name="Name9">
            <dgm:if name="Name10" axis="des followSib" ptType="node node" st="1 1" cnt="1 0" func="cnt" op="gte" val="1">
              <dgm:alg type="tx">
                <dgm:param type="stBulletLvl" val="1"/>
                <dgm:param type="txAnchorVertCh" val="mid"/>
              </dgm:alg>
            </dgm:if>
            <dgm:else name="Name11">
              <dgm:alg type="tx">
                <dgm:param type="stBulletLvl" val="2"/>
                <dgm:param type="txAnchorVertCh" val="mid"/>
              </dgm:alg>
            </dgm:else>
          </dgm:choose>
          <dgm:choose name="Name12">
            <dgm:if name="Name13" func="var" arg="dir" op="equ" val="norm">
              <dgm:shape xmlns:r="http://schemas.openxmlformats.org/officeDocument/2006/relationships" type="rightArrow" r:blip="" hideGeom="1">
                <dgm:adjLst>
                  <dgm:adj idx="1" val="0.7"/>
                  <dgm:adj idx="2" val="0.5"/>
                </dgm:adjLst>
              </dgm:shape>
            </dgm:if>
            <dgm:else name="Name14">
              <dgm:shape xmlns:r="http://schemas.openxmlformats.org/officeDocument/2006/relationships" type="leftArrow" r:blip="" hideGeom="1">
                <dgm:adjLst>
                  <dgm:adj idx="1" val="0.7"/>
                  <dgm:adj idx="2" val="0.5"/>
                </dgm:adjLst>
              </dgm:shape>
            </dgm:else>
          </dgm:choose>
          <dgm:presOf axis="des" ptType="node"/>
          <dgm:constrLst>
            <dgm:constr type="secFontSz" refType="primFontSz"/>
            <dgm:constr type="tMarg" refType="primFontSz" fact="0.05"/>
            <dgm:constr type="bMarg" refType="primFontSz" fact="0.05"/>
            <dgm:constr type="rMarg" refType="primFontSz" fact="0.1"/>
            <dgm:constr type="lMarg" refType="primFontSz" fact="0.2"/>
          </dgm:constrLst>
          <dgm:ruleLst>
            <dgm:rule type="primFontSz" val="5" fact="NaN" max="NaN"/>
          </dgm:ruleLst>
        </dgm:layoutNode>
        <dgm:layoutNode name="parentText" styleLbl="node1">
          <dgm:varLst>
            <dgm:chMax val="1"/>
            <dgm:bulletEnabled val="1"/>
          </dgm:varLst>
          <dgm:alg type="tx"/>
          <dgm:shape xmlns:r="http://schemas.openxmlformats.org/officeDocument/2006/relationships" type="ellipse" r:blip="">
            <dgm:adjLst/>
          </dgm:shape>
          <dgm:presOf axis="self"/>
          <dgm:constrLst>
            <dgm:constr type="primFontSz" val="65"/>
            <dgm:constr type="tMarg" refType="primFontSz" fact="0.05"/>
            <dgm:constr type="bMarg" refType="primFontSz" fact="0.05"/>
            <dgm:constr type="lMarg" refType="primFontSz" fact="0.05"/>
            <dgm:constr type="rMarg" refType="primFontSz" fact="0.05"/>
          </dgm:constrLst>
          <dgm:ruleLst>
            <dgm:rule type="primFontSz" val="5" fact="NaN" max="NaN"/>
          </dgm:ruleLst>
        </dgm:layoutNode>
      </dgm:layoutNode>
      <dgm:choose name="Name15">
        <dgm:if name="Name16" axis="self" ptType="node" func="revPos" op="gte" val="2">
          <dgm:layoutNode name="aSpace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</dgm:if>
        <dgm:else name="Name17"/>
      </dgm:choose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hProcess6">
  <dgm:title val=""/>
  <dgm:desc val=""/>
  <dgm:catLst>
    <dgm:cat type="process" pri="7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14" srcId="1" destId="12" srcOrd="0" destOrd="0"/>
        <dgm:cxn modelId="23" srcId="2" destId="21" srcOrd="0" destOrd="0"/>
        <dgm:cxn modelId="24" srcId="2" destId="22" srcOrd="0" destOrd="0"/>
        <dgm:cxn modelId="33" srcId="3" destId="31" srcOrd="0" destOrd="0"/>
        <dgm:cxn modelId="34" srcId="3" destId="32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theList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L"/>
          <dgm:param type="nodeHorzAlign" val="l"/>
        </dgm:alg>
      </dgm:if>
      <dgm:else name="Name2">
        <dgm:alg type="lin">
          <dgm:param type="linDir" val="from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compNode" refType="w"/>
      <dgm:constr type="h" for="ch" forName="compNode" refType="w" refFor="ch" refForName="compNode" fact="0.7"/>
      <dgm:constr type="ctrY" for="ch" forName="compNode" refType="h" fact="0.5"/>
      <dgm:constr type="w" for="ch" forName="aSpace" refType="w" fact="0.05"/>
      <dgm:constr type="primFontSz" for="des" forName="childTextHidden" op="equ" val="65"/>
      <dgm:constr type="primFontSz" for="des" forName="parentText" op="equ"/>
    </dgm:constrLst>
    <dgm:ruleLst/>
    <dgm:forEach name="aNodeForEach" axis="ch" ptType="node">
      <dgm:layoutNode name="compNode">
        <dgm:alg type="composite">
          <dgm:param type="ar" val="1.43"/>
        </dgm:alg>
        <dgm:shape xmlns:r="http://schemas.openxmlformats.org/officeDocument/2006/relationships" r:blip="">
          <dgm:adjLst/>
        </dgm:shape>
        <dgm:presOf/>
        <dgm:choose name="Name3">
          <dgm:if name="Name4" func="var" arg="dir" op="equ" val="norm">
            <dgm:constrLst>
              <dgm:constr type="w" for="ch" forName="childTextVisible" refType="w" fact="0.8"/>
              <dgm:constr type="h" for="ch" forName="childTextVisible" refType="h"/>
              <dgm:constr type="r" for="ch" forName="childTextVisible" refType="w"/>
              <dgm:constr type="w" for="ch" forName="childTextHidden" refType="w" fact="0.6"/>
              <dgm:constr type="h" for="ch" forName="childTextHidden" refType="h"/>
              <dgm:constr type="r" for="ch" forName="childTextHidden" refType="w"/>
              <dgm:constr type="l" for="ch" forName="parentText"/>
              <dgm:constr type="w" for="ch" forName="parentText" refType="w" fact="0.4"/>
              <dgm:constr type="h" for="ch" forName="parentText" refType="w" refFor="ch" refForName="parentText" op="equ"/>
              <dgm:constr type="ctrY" for="ch" forName="parentText" refType="h" fact="0.5"/>
            </dgm:constrLst>
          </dgm:if>
          <dgm:else name="Name5">
            <dgm:constrLst>
              <dgm:constr type="w" for="ch" forName="childTextVisible" refType="w" fact="0.8"/>
              <dgm:constr type="h" for="ch" forName="childTextVisible" refType="h"/>
              <dgm:constr type="l" for="ch" forName="childTextVisible"/>
              <dgm:constr type="w" for="ch" forName="childTextHidden" refType="w" fact="0.6"/>
              <dgm:constr type="h" for="ch" forName="childTextHidden" refType="h"/>
              <dgm:constr type="l" for="ch" forName="childTextHidden"/>
              <dgm:constr type="r" for="ch" forName="parentText" refType="w"/>
              <dgm:constr type="w" for="ch" forName="parentText" refType="w" fact="0.4"/>
              <dgm:constr type="h" for="ch" forName="parentText" refType="w" refFor="ch" refForName="parentText" op="equ"/>
              <dgm:constr type="ctrY" for="ch" forName="parentText" refType="h" fact="0.5"/>
            </dgm:constrLst>
          </dgm:else>
        </dgm:choose>
        <dgm:ruleLst/>
        <dgm:layoutNode name="noGeometry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childTextVisible" styleLbl="bgAccFollowNode1">
          <dgm:varLst>
            <dgm:bulletEnabled val="1"/>
          </dgm:varLst>
          <dgm:alg type="sp"/>
          <dgm:choose name="Name6">
            <dgm:if name="Name7" func="var" arg="dir" op="equ" val="norm">
              <dgm:shape xmlns:r="http://schemas.openxmlformats.org/officeDocument/2006/relationships" type="rightArrow" r:blip="">
                <dgm:adjLst>
                  <dgm:adj idx="1" val="0.7"/>
                  <dgm:adj idx="2" val="0.5"/>
                </dgm:adjLst>
              </dgm:shape>
            </dgm:if>
            <dgm:else name="Name8">
              <dgm:shape xmlns:r="http://schemas.openxmlformats.org/officeDocument/2006/relationships" type="leftArrow" r:blip="">
                <dgm:adjLst>
                  <dgm:adj idx="1" val="0.7"/>
                  <dgm:adj idx="2" val="0.5"/>
                </dgm:adjLst>
              </dgm:shape>
            </dgm:else>
          </dgm:choose>
          <dgm:presOf axis="des" ptType="node"/>
          <dgm:constrLst/>
          <dgm:ruleLst/>
        </dgm:layoutNode>
        <dgm:layoutNode name="childTextHidden" styleLbl="bgAccFollowNode1">
          <dgm:choose name="Name9">
            <dgm:if name="Name10" axis="des followSib" ptType="node node" st="1 1" cnt="1 0" func="cnt" op="gte" val="1">
              <dgm:alg type="tx">
                <dgm:param type="stBulletLvl" val="1"/>
                <dgm:param type="txAnchorVertCh" val="mid"/>
              </dgm:alg>
            </dgm:if>
            <dgm:else name="Name11">
              <dgm:alg type="tx">
                <dgm:param type="stBulletLvl" val="2"/>
                <dgm:param type="txAnchorVertCh" val="mid"/>
              </dgm:alg>
            </dgm:else>
          </dgm:choose>
          <dgm:choose name="Name12">
            <dgm:if name="Name13" func="var" arg="dir" op="equ" val="norm">
              <dgm:shape xmlns:r="http://schemas.openxmlformats.org/officeDocument/2006/relationships" type="rightArrow" r:blip="" hideGeom="1">
                <dgm:adjLst>
                  <dgm:adj idx="1" val="0.7"/>
                  <dgm:adj idx="2" val="0.5"/>
                </dgm:adjLst>
              </dgm:shape>
            </dgm:if>
            <dgm:else name="Name14">
              <dgm:shape xmlns:r="http://schemas.openxmlformats.org/officeDocument/2006/relationships" type="leftArrow" r:blip="" hideGeom="1">
                <dgm:adjLst>
                  <dgm:adj idx="1" val="0.7"/>
                  <dgm:adj idx="2" val="0.5"/>
                </dgm:adjLst>
              </dgm:shape>
            </dgm:else>
          </dgm:choose>
          <dgm:presOf axis="des" ptType="node"/>
          <dgm:constrLst>
            <dgm:constr type="secFontSz" refType="primFontSz"/>
            <dgm:constr type="tMarg" refType="primFontSz" fact="0.05"/>
            <dgm:constr type="bMarg" refType="primFontSz" fact="0.05"/>
            <dgm:constr type="rMarg" refType="primFontSz" fact="0.1"/>
            <dgm:constr type="lMarg" refType="primFontSz" fact="0.2"/>
          </dgm:constrLst>
          <dgm:ruleLst>
            <dgm:rule type="primFontSz" val="5" fact="NaN" max="NaN"/>
          </dgm:ruleLst>
        </dgm:layoutNode>
        <dgm:layoutNode name="parentText" styleLbl="node1">
          <dgm:varLst>
            <dgm:chMax val="1"/>
            <dgm:bulletEnabled val="1"/>
          </dgm:varLst>
          <dgm:alg type="tx"/>
          <dgm:shape xmlns:r="http://schemas.openxmlformats.org/officeDocument/2006/relationships" type="ellipse" r:blip="">
            <dgm:adjLst/>
          </dgm:shape>
          <dgm:presOf axis="self"/>
          <dgm:constrLst>
            <dgm:constr type="primFontSz" val="65"/>
            <dgm:constr type="tMarg" refType="primFontSz" fact="0.05"/>
            <dgm:constr type="bMarg" refType="primFontSz" fact="0.05"/>
            <dgm:constr type="lMarg" refType="primFontSz" fact="0.05"/>
            <dgm:constr type="rMarg" refType="primFontSz" fact="0.05"/>
          </dgm:constrLst>
          <dgm:ruleLst>
            <dgm:rule type="primFontSz" val="5" fact="NaN" max="NaN"/>
          </dgm:ruleLst>
        </dgm:layoutNode>
      </dgm:layoutNode>
      <dgm:choose name="Name15">
        <dgm:if name="Name16" axis="self" ptType="node" func="revPos" op="gte" val="2">
          <dgm:layoutNode name="aSpace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</dgm:if>
        <dgm:else name="Name17"/>
      </dgm:choose>
    </dgm:forEach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5/8/layout/hProcess6">
  <dgm:title val=""/>
  <dgm:desc val=""/>
  <dgm:catLst>
    <dgm:cat type="process" pri="7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14" srcId="1" destId="12" srcOrd="0" destOrd="0"/>
        <dgm:cxn modelId="23" srcId="2" destId="21" srcOrd="0" destOrd="0"/>
        <dgm:cxn modelId="24" srcId="2" destId="22" srcOrd="0" destOrd="0"/>
        <dgm:cxn modelId="33" srcId="3" destId="31" srcOrd="0" destOrd="0"/>
        <dgm:cxn modelId="34" srcId="3" destId="32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theList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L"/>
          <dgm:param type="nodeHorzAlign" val="l"/>
        </dgm:alg>
      </dgm:if>
      <dgm:else name="Name2">
        <dgm:alg type="lin">
          <dgm:param type="linDir" val="from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compNode" refType="w"/>
      <dgm:constr type="h" for="ch" forName="compNode" refType="w" refFor="ch" refForName="compNode" fact="0.7"/>
      <dgm:constr type="ctrY" for="ch" forName="compNode" refType="h" fact="0.5"/>
      <dgm:constr type="w" for="ch" forName="aSpace" refType="w" fact="0.05"/>
      <dgm:constr type="primFontSz" for="des" forName="childTextHidden" op="equ" val="65"/>
      <dgm:constr type="primFontSz" for="des" forName="parentText" op="equ"/>
    </dgm:constrLst>
    <dgm:ruleLst/>
    <dgm:forEach name="aNodeForEach" axis="ch" ptType="node">
      <dgm:layoutNode name="compNode">
        <dgm:alg type="composite">
          <dgm:param type="ar" val="1.43"/>
        </dgm:alg>
        <dgm:shape xmlns:r="http://schemas.openxmlformats.org/officeDocument/2006/relationships" r:blip="">
          <dgm:adjLst/>
        </dgm:shape>
        <dgm:presOf/>
        <dgm:choose name="Name3">
          <dgm:if name="Name4" func="var" arg="dir" op="equ" val="norm">
            <dgm:constrLst>
              <dgm:constr type="w" for="ch" forName="childTextVisible" refType="w" fact="0.8"/>
              <dgm:constr type="h" for="ch" forName="childTextVisible" refType="h"/>
              <dgm:constr type="r" for="ch" forName="childTextVisible" refType="w"/>
              <dgm:constr type="w" for="ch" forName="childTextHidden" refType="w" fact="0.6"/>
              <dgm:constr type="h" for="ch" forName="childTextHidden" refType="h"/>
              <dgm:constr type="r" for="ch" forName="childTextHidden" refType="w"/>
              <dgm:constr type="l" for="ch" forName="parentText"/>
              <dgm:constr type="w" for="ch" forName="parentText" refType="w" fact="0.4"/>
              <dgm:constr type="h" for="ch" forName="parentText" refType="w" refFor="ch" refForName="parentText" op="equ"/>
              <dgm:constr type="ctrY" for="ch" forName="parentText" refType="h" fact="0.5"/>
            </dgm:constrLst>
          </dgm:if>
          <dgm:else name="Name5">
            <dgm:constrLst>
              <dgm:constr type="w" for="ch" forName="childTextVisible" refType="w" fact="0.8"/>
              <dgm:constr type="h" for="ch" forName="childTextVisible" refType="h"/>
              <dgm:constr type="l" for="ch" forName="childTextVisible"/>
              <dgm:constr type="w" for="ch" forName="childTextHidden" refType="w" fact="0.6"/>
              <dgm:constr type="h" for="ch" forName="childTextHidden" refType="h"/>
              <dgm:constr type="l" for="ch" forName="childTextHidden"/>
              <dgm:constr type="r" for="ch" forName="parentText" refType="w"/>
              <dgm:constr type="w" for="ch" forName="parentText" refType="w" fact="0.4"/>
              <dgm:constr type="h" for="ch" forName="parentText" refType="w" refFor="ch" refForName="parentText" op="equ"/>
              <dgm:constr type="ctrY" for="ch" forName="parentText" refType="h" fact="0.5"/>
            </dgm:constrLst>
          </dgm:else>
        </dgm:choose>
        <dgm:ruleLst/>
        <dgm:layoutNode name="noGeometry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childTextVisible" styleLbl="bgAccFollowNode1">
          <dgm:varLst>
            <dgm:bulletEnabled val="1"/>
          </dgm:varLst>
          <dgm:alg type="sp"/>
          <dgm:choose name="Name6">
            <dgm:if name="Name7" func="var" arg="dir" op="equ" val="norm">
              <dgm:shape xmlns:r="http://schemas.openxmlformats.org/officeDocument/2006/relationships" type="rightArrow" r:blip="">
                <dgm:adjLst>
                  <dgm:adj idx="1" val="0.7"/>
                  <dgm:adj idx="2" val="0.5"/>
                </dgm:adjLst>
              </dgm:shape>
            </dgm:if>
            <dgm:else name="Name8">
              <dgm:shape xmlns:r="http://schemas.openxmlformats.org/officeDocument/2006/relationships" type="leftArrow" r:blip="">
                <dgm:adjLst>
                  <dgm:adj idx="1" val="0.7"/>
                  <dgm:adj idx="2" val="0.5"/>
                </dgm:adjLst>
              </dgm:shape>
            </dgm:else>
          </dgm:choose>
          <dgm:presOf axis="des" ptType="node"/>
          <dgm:constrLst/>
          <dgm:ruleLst/>
        </dgm:layoutNode>
        <dgm:layoutNode name="childTextHidden" styleLbl="bgAccFollowNode1">
          <dgm:choose name="Name9">
            <dgm:if name="Name10" axis="des followSib" ptType="node node" st="1 1" cnt="1 0" func="cnt" op="gte" val="1">
              <dgm:alg type="tx">
                <dgm:param type="stBulletLvl" val="1"/>
                <dgm:param type="txAnchorVertCh" val="mid"/>
              </dgm:alg>
            </dgm:if>
            <dgm:else name="Name11">
              <dgm:alg type="tx">
                <dgm:param type="stBulletLvl" val="2"/>
                <dgm:param type="txAnchorVertCh" val="mid"/>
              </dgm:alg>
            </dgm:else>
          </dgm:choose>
          <dgm:choose name="Name12">
            <dgm:if name="Name13" func="var" arg="dir" op="equ" val="norm">
              <dgm:shape xmlns:r="http://schemas.openxmlformats.org/officeDocument/2006/relationships" type="rightArrow" r:blip="" hideGeom="1">
                <dgm:adjLst>
                  <dgm:adj idx="1" val="0.7"/>
                  <dgm:adj idx="2" val="0.5"/>
                </dgm:adjLst>
              </dgm:shape>
            </dgm:if>
            <dgm:else name="Name14">
              <dgm:shape xmlns:r="http://schemas.openxmlformats.org/officeDocument/2006/relationships" type="leftArrow" r:blip="" hideGeom="1">
                <dgm:adjLst>
                  <dgm:adj idx="1" val="0.7"/>
                  <dgm:adj idx="2" val="0.5"/>
                </dgm:adjLst>
              </dgm:shape>
            </dgm:else>
          </dgm:choose>
          <dgm:presOf axis="des" ptType="node"/>
          <dgm:constrLst>
            <dgm:constr type="secFontSz" refType="primFontSz"/>
            <dgm:constr type="tMarg" refType="primFontSz" fact="0.05"/>
            <dgm:constr type="bMarg" refType="primFontSz" fact="0.05"/>
            <dgm:constr type="rMarg" refType="primFontSz" fact="0.1"/>
            <dgm:constr type="lMarg" refType="primFontSz" fact="0.2"/>
          </dgm:constrLst>
          <dgm:ruleLst>
            <dgm:rule type="primFontSz" val="5" fact="NaN" max="NaN"/>
          </dgm:ruleLst>
        </dgm:layoutNode>
        <dgm:layoutNode name="parentText" styleLbl="node1">
          <dgm:varLst>
            <dgm:chMax val="1"/>
            <dgm:bulletEnabled val="1"/>
          </dgm:varLst>
          <dgm:alg type="tx"/>
          <dgm:shape xmlns:r="http://schemas.openxmlformats.org/officeDocument/2006/relationships" type="ellipse" r:blip="">
            <dgm:adjLst/>
          </dgm:shape>
          <dgm:presOf axis="self"/>
          <dgm:constrLst>
            <dgm:constr type="primFontSz" val="65"/>
            <dgm:constr type="tMarg" refType="primFontSz" fact="0.05"/>
            <dgm:constr type="bMarg" refType="primFontSz" fact="0.05"/>
            <dgm:constr type="lMarg" refType="primFontSz" fact="0.05"/>
            <dgm:constr type="rMarg" refType="primFontSz" fact="0.05"/>
          </dgm:constrLst>
          <dgm:ruleLst>
            <dgm:rule type="primFontSz" val="5" fact="NaN" max="NaN"/>
          </dgm:ruleLst>
        </dgm:layoutNode>
      </dgm:layoutNode>
      <dgm:choose name="Name15">
        <dgm:if name="Name16" axis="self" ptType="node" func="revPos" op="gte" val="2">
          <dgm:layoutNode name="aSpace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</dgm:if>
        <dgm:else name="Name17"/>
      </dgm:choose>
    </dgm:forEach>
  </dgm:layoutNode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7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7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F87DA49-9917-4A7E-BE43-A1E4A72285DB}" type="datetimeFigureOut">
              <a:rPr lang="ru-RU" smtClean="0"/>
              <a:t>02.12.2025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89D1B74-7F90-4CBF-9224-F66A6D7BD4D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9898594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7499603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1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ru-RU" smtClean="0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D494A6-AC0E-4564-848B-C9299726F19B}" type="datetime1">
              <a:rPr lang="ru-RU" smtClean="0"/>
              <a:t>02.12.2025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357986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02.12.2025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664513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87F089-DB3A-44EC-8E6C-70C807261B64}" type="datetime1">
              <a:rPr lang="ru-RU" smtClean="0"/>
              <a:t>02.12.2025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135218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8" y="1845734"/>
            <a:ext cx="4937760" cy="4023360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9F477-1E06-42B9-98CE-724D285F544D}" type="datetime1">
              <a:rPr lang="ru-RU" smtClean="0"/>
              <a:t>02.12.2025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517481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4"/>
            <a:ext cx="4937760" cy="3378200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378200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ABE4F1-295B-4CC0-A10F-3BDEF5F6B9B6}" type="datetime1">
              <a:rPr lang="ru-RU" smtClean="0"/>
              <a:t>02.12.2025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143032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15850B-FCCB-4950-8D75-8D81D52F3FBD}" type="datetime1">
              <a:rPr lang="ru-RU" smtClean="0"/>
              <a:t>02.12.2025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4224108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02.12.2025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9307669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fld id="{AA82D743-4282-4860-9AE2-FAD442C19B6D}" type="datetime1">
              <a:rPr lang="ru-RU" smtClean="0"/>
              <a:t>02.12.2025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0885349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645" cy="822960"/>
          </a:xfrm>
        </p:spPr>
        <p:txBody>
          <a:bodyPr lIns="91440" tIns="0" rIns="9144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solidFill>
            <a:schemeClr val="bg2">
              <a:lumMod val="90000"/>
            </a:schemeClr>
          </a:solidFill>
        </p:spPr>
        <p:txBody>
          <a:bodyPr lIns="457200" tIns="457200"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ru-RU" smtClean="0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4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122F36-14C5-4E46-8DE1-22F5FE5A6635}" type="datetime1">
              <a:rPr lang="ru-RU" smtClean="0"/>
              <a:t>02.12.2025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0721792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54F09E-5B73-4FCA-A245-E4B9F24EF6EE}" type="datetime1">
              <a:rPr lang="ru-RU" smtClean="0"/>
              <a:t>02.12.2025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9493135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2302"/>
            <a:ext cx="2628900" cy="5759898"/>
          </a:xfrm>
        </p:spPr>
        <p:txBody>
          <a:bodyPr vert="eaVert"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2302"/>
            <a:ext cx="7734300" cy="5759898"/>
          </a:xfrm>
        </p:spPr>
        <p:txBody>
          <a:bodyPr vert="eaVert" lIns="45720" tIns="0" rIns="45720" bIns="0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0EF1CB-1F45-4BB0-ACA2-7F2CD691ED8E}" type="datetime1">
              <a:rPr lang="ru-RU" smtClean="0"/>
              <a:t>02.12.2025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6041589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6334316"/>
            <a:ext cx="12191985" cy="66484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fld id="{DF78E439-9BA7-4640-B448-B030DCC85B49}" type="datetime1">
              <a:rPr lang="ru-RU" smtClean="0"/>
              <a:t>02.12.2025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  <p:cxnSp>
        <p:nvCxnSpPr>
          <p:cNvPr id="10" name="Straight Connector 9"/>
          <p:cNvCxnSpPr/>
          <p:nvPr/>
        </p:nvCxnSpPr>
        <p:spPr>
          <a:xfrm>
            <a:off x="1193532" y="1737845"/>
            <a:ext cx="99669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907074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4" r:id="rId1"/>
    <p:sldLayoutId id="2147483715" r:id="rId2"/>
    <p:sldLayoutId id="2147483716" r:id="rId3"/>
    <p:sldLayoutId id="2147483717" r:id="rId4"/>
    <p:sldLayoutId id="2147483718" r:id="rId5"/>
    <p:sldLayoutId id="2147483719" r:id="rId6"/>
    <p:sldLayoutId id="2147483720" r:id="rId7"/>
    <p:sldLayoutId id="2147483721" r:id="rId8"/>
    <p:sldLayoutId id="2147483722" r:id="rId9"/>
    <p:sldLayoutId id="2147483723" r:id="rId10"/>
    <p:sldLayoutId id="2147483724" r:id="rId11"/>
  </p:sldLayoutIdLst>
  <p:hf hdr="0"/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3" Type="http://schemas.openxmlformats.org/officeDocument/2006/relationships/image" Target="../media/image12.png"/><Relationship Id="rId7" Type="http://schemas.openxmlformats.org/officeDocument/2006/relationships/image" Target="../media/image1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10" Type="http://schemas.openxmlformats.org/officeDocument/2006/relationships/image" Target="../media/image19.png"/><Relationship Id="rId4" Type="http://schemas.openxmlformats.org/officeDocument/2006/relationships/image" Target="../media/image13.png"/><Relationship Id="rId9" Type="http://schemas.openxmlformats.org/officeDocument/2006/relationships/image" Target="../media/image18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3" Type="http://schemas.openxmlformats.org/officeDocument/2006/relationships/image" Target="../media/image21.png"/><Relationship Id="rId7" Type="http://schemas.openxmlformats.org/officeDocument/2006/relationships/image" Target="../media/image25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3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36.png"/><Relationship Id="rId13" Type="http://schemas.openxmlformats.org/officeDocument/2006/relationships/image" Target="../media/image41.png"/><Relationship Id="rId18" Type="http://schemas.openxmlformats.org/officeDocument/2006/relationships/image" Target="../media/image46.png"/><Relationship Id="rId3" Type="http://schemas.openxmlformats.org/officeDocument/2006/relationships/diagramLayout" Target="../diagrams/layout1.xml"/><Relationship Id="rId21" Type="http://schemas.openxmlformats.org/officeDocument/2006/relationships/image" Target="../media/image49.png"/><Relationship Id="rId7" Type="http://schemas.openxmlformats.org/officeDocument/2006/relationships/image" Target="../media/image35.png"/><Relationship Id="rId12" Type="http://schemas.openxmlformats.org/officeDocument/2006/relationships/image" Target="../media/image40.png"/><Relationship Id="rId17" Type="http://schemas.openxmlformats.org/officeDocument/2006/relationships/image" Target="../media/image45.png"/><Relationship Id="rId2" Type="http://schemas.openxmlformats.org/officeDocument/2006/relationships/diagramData" Target="../diagrams/data1.xml"/><Relationship Id="rId16" Type="http://schemas.openxmlformats.org/officeDocument/2006/relationships/image" Target="../media/image44.png"/><Relationship Id="rId20" Type="http://schemas.openxmlformats.org/officeDocument/2006/relationships/image" Target="../media/image48.png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11" Type="http://schemas.openxmlformats.org/officeDocument/2006/relationships/image" Target="../media/image39.png"/><Relationship Id="rId5" Type="http://schemas.openxmlformats.org/officeDocument/2006/relationships/diagramColors" Target="../diagrams/colors1.xml"/><Relationship Id="rId15" Type="http://schemas.openxmlformats.org/officeDocument/2006/relationships/image" Target="../media/image43.png"/><Relationship Id="rId10" Type="http://schemas.openxmlformats.org/officeDocument/2006/relationships/image" Target="../media/image38.png"/><Relationship Id="rId19" Type="http://schemas.openxmlformats.org/officeDocument/2006/relationships/image" Target="../media/image47.png"/><Relationship Id="rId4" Type="http://schemas.openxmlformats.org/officeDocument/2006/relationships/diagramQuickStyle" Target="../diagrams/quickStyle1.xml"/><Relationship Id="rId9" Type="http://schemas.openxmlformats.org/officeDocument/2006/relationships/image" Target="../media/image37.png"/><Relationship Id="rId14" Type="http://schemas.openxmlformats.org/officeDocument/2006/relationships/image" Target="../media/image42.png"/><Relationship Id="rId22" Type="http://schemas.openxmlformats.org/officeDocument/2006/relationships/image" Target="../media/image50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52.png"/><Relationship Id="rId3" Type="http://schemas.openxmlformats.org/officeDocument/2006/relationships/diagramLayout" Target="../diagrams/layout2.xml"/><Relationship Id="rId7" Type="http://schemas.openxmlformats.org/officeDocument/2006/relationships/image" Target="../media/image51.png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Relationship Id="rId9" Type="http://schemas.openxmlformats.org/officeDocument/2006/relationships/image" Target="../media/image53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60.png"/><Relationship Id="rId13" Type="http://schemas.openxmlformats.org/officeDocument/2006/relationships/image" Target="../media/image65.png"/><Relationship Id="rId3" Type="http://schemas.openxmlformats.org/officeDocument/2006/relationships/image" Target="../media/image55.png"/><Relationship Id="rId7" Type="http://schemas.openxmlformats.org/officeDocument/2006/relationships/image" Target="../media/image59.png"/><Relationship Id="rId12" Type="http://schemas.openxmlformats.org/officeDocument/2006/relationships/image" Target="../media/image64.png"/><Relationship Id="rId17" Type="http://schemas.openxmlformats.org/officeDocument/2006/relationships/image" Target="../media/image69.png"/><Relationship Id="rId2" Type="http://schemas.openxmlformats.org/officeDocument/2006/relationships/image" Target="../media/image54.png"/><Relationship Id="rId16" Type="http://schemas.openxmlformats.org/officeDocument/2006/relationships/image" Target="../media/image68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58.png"/><Relationship Id="rId11" Type="http://schemas.openxmlformats.org/officeDocument/2006/relationships/image" Target="../media/image63.png"/><Relationship Id="rId5" Type="http://schemas.openxmlformats.org/officeDocument/2006/relationships/image" Target="../media/image57.png"/><Relationship Id="rId15" Type="http://schemas.openxmlformats.org/officeDocument/2006/relationships/image" Target="../media/image67.png"/><Relationship Id="rId10" Type="http://schemas.openxmlformats.org/officeDocument/2006/relationships/image" Target="../media/image62.png"/><Relationship Id="rId4" Type="http://schemas.openxmlformats.org/officeDocument/2006/relationships/image" Target="../media/image56.png"/><Relationship Id="rId9" Type="http://schemas.openxmlformats.org/officeDocument/2006/relationships/image" Target="../media/image61.png"/><Relationship Id="rId14" Type="http://schemas.openxmlformats.org/officeDocument/2006/relationships/image" Target="../media/image66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62.png"/><Relationship Id="rId3" Type="http://schemas.openxmlformats.org/officeDocument/2006/relationships/image" Target="../media/image71.png"/><Relationship Id="rId7" Type="http://schemas.openxmlformats.org/officeDocument/2006/relationships/image" Target="../media/image75.png"/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4.png"/><Relationship Id="rId5" Type="http://schemas.openxmlformats.org/officeDocument/2006/relationships/image" Target="../media/image73.png"/><Relationship Id="rId4" Type="http://schemas.openxmlformats.org/officeDocument/2006/relationships/image" Target="../media/image72.png"/><Relationship Id="rId9" Type="http://schemas.openxmlformats.org/officeDocument/2006/relationships/image" Target="../media/image76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73.png"/><Relationship Id="rId3" Type="http://schemas.openxmlformats.org/officeDocument/2006/relationships/image" Target="../media/image77.png"/><Relationship Id="rId7" Type="http://schemas.openxmlformats.org/officeDocument/2006/relationships/image" Target="../media/image74.png"/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8.png"/><Relationship Id="rId5" Type="http://schemas.openxmlformats.org/officeDocument/2006/relationships/image" Target="../media/image64.png"/><Relationship Id="rId4" Type="http://schemas.openxmlformats.org/officeDocument/2006/relationships/image" Target="../media/image63.png"/><Relationship Id="rId9" Type="http://schemas.openxmlformats.org/officeDocument/2006/relationships/image" Target="../media/image79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84.png"/><Relationship Id="rId3" Type="http://schemas.openxmlformats.org/officeDocument/2006/relationships/image" Target="../media/image70.png"/><Relationship Id="rId7" Type="http://schemas.openxmlformats.org/officeDocument/2006/relationships/image" Target="../media/image78.png"/><Relationship Id="rId12" Type="http://schemas.openxmlformats.org/officeDocument/2006/relationships/image" Target="../media/image86.png"/><Relationship Id="rId2" Type="http://schemas.openxmlformats.org/officeDocument/2006/relationships/image" Target="../media/image8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3.png"/><Relationship Id="rId11" Type="http://schemas.openxmlformats.org/officeDocument/2006/relationships/image" Target="../media/image73.png"/><Relationship Id="rId5" Type="http://schemas.openxmlformats.org/officeDocument/2006/relationships/image" Target="../media/image82.png"/><Relationship Id="rId10" Type="http://schemas.openxmlformats.org/officeDocument/2006/relationships/image" Target="../media/image74.png"/><Relationship Id="rId4" Type="http://schemas.openxmlformats.org/officeDocument/2006/relationships/image" Target="../media/image81.png"/><Relationship Id="rId9" Type="http://schemas.openxmlformats.org/officeDocument/2006/relationships/image" Target="../media/image85.png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87.png"/><Relationship Id="rId3" Type="http://schemas.openxmlformats.org/officeDocument/2006/relationships/diagramLayout" Target="../diagrams/layout3.xml"/><Relationship Id="rId7" Type="http://schemas.openxmlformats.org/officeDocument/2006/relationships/image" Target="../media/image27.png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Relationship Id="rId9" Type="http://schemas.openxmlformats.org/officeDocument/2006/relationships/image" Target="../media/image88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7" Type="http://schemas.openxmlformats.org/officeDocument/2006/relationships/image" Target="../media/image87.png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90.png"/><Relationship Id="rId3" Type="http://schemas.openxmlformats.org/officeDocument/2006/relationships/diagramLayout" Target="../diagrams/layout5.xml"/><Relationship Id="rId7" Type="http://schemas.openxmlformats.org/officeDocument/2006/relationships/image" Target="../media/image89.png"/><Relationship Id="rId2" Type="http://schemas.openxmlformats.org/officeDocument/2006/relationships/diagramData" Target="../diagrams/data5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5.xml"/><Relationship Id="rId5" Type="http://schemas.openxmlformats.org/officeDocument/2006/relationships/diagramColors" Target="../diagrams/colors5.xml"/><Relationship Id="rId4" Type="http://schemas.openxmlformats.org/officeDocument/2006/relationships/diagramQuickStyle" Target="../diagrams/quickStyle5.xml"/><Relationship Id="rId9" Type="http://schemas.openxmlformats.org/officeDocument/2006/relationships/image" Target="../media/image91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3.png"/><Relationship Id="rId7" Type="http://schemas.openxmlformats.org/officeDocument/2006/relationships/image" Target="../media/image97.png"/><Relationship Id="rId2" Type="http://schemas.openxmlformats.org/officeDocument/2006/relationships/image" Target="../media/image9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6.png"/><Relationship Id="rId5" Type="http://schemas.openxmlformats.org/officeDocument/2006/relationships/image" Target="../media/image95.png"/><Relationship Id="rId4" Type="http://schemas.openxmlformats.org/officeDocument/2006/relationships/image" Target="../media/image94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9.png"/><Relationship Id="rId2" Type="http://schemas.openxmlformats.org/officeDocument/2006/relationships/image" Target="../media/image98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01.png"/><Relationship Id="rId4" Type="http://schemas.openxmlformats.org/officeDocument/2006/relationships/image" Target="../media/image100.png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3.png"/><Relationship Id="rId13" Type="http://schemas.openxmlformats.org/officeDocument/2006/relationships/image" Target="../media/image108.png"/><Relationship Id="rId3" Type="http://schemas.openxmlformats.org/officeDocument/2006/relationships/diagramLayout" Target="../diagrams/layout6.xml"/><Relationship Id="rId7" Type="http://schemas.openxmlformats.org/officeDocument/2006/relationships/image" Target="../media/image102.png"/><Relationship Id="rId12" Type="http://schemas.openxmlformats.org/officeDocument/2006/relationships/image" Target="../media/image107.png"/><Relationship Id="rId2" Type="http://schemas.openxmlformats.org/officeDocument/2006/relationships/diagramData" Target="../diagrams/data6.xml"/><Relationship Id="rId16" Type="http://schemas.openxmlformats.org/officeDocument/2006/relationships/image" Target="../media/image111.png"/><Relationship Id="rId1" Type="http://schemas.openxmlformats.org/officeDocument/2006/relationships/slideLayout" Target="../slideLayouts/slideLayout6.xml"/><Relationship Id="rId6" Type="http://schemas.microsoft.com/office/2007/relationships/diagramDrawing" Target="../diagrams/drawing6.xml"/><Relationship Id="rId11" Type="http://schemas.openxmlformats.org/officeDocument/2006/relationships/image" Target="../media/image106.png"/><Relationship Id="rId5" Type="http://schemas.openxmlformats.org/officeDocument/2006/relationships/diagramColors" Target="../diagrams/colors6.xml"/><Relationship Id="rId15" Type="http://schemas.openxmlformats.org/officeDocument/2006/relationships/image" Target="../media/image110.png"/><Relationship Id="rId10" Type="http://schemas.openxmlformats.org/officeDocument/2006/relationships/image" Target="../media/image105.png"/><Relationship Id="rId4" Type="http://schemas.openxmlformats.org/officeDocument/2006/relationships/diagramQuickStyle" Target="../diagrams/quickStyle6.xml"/><Relationship Id="rId9" Type="http://schemas.openxmlformats.org/officeDocument/2006/relationships/image" Target="../media/image104.png"/><Relationship Id="rId14" Type="http://schemas.openxmlformats.org/officeDocument/2006/relationships/image" Target="../media/image109.png"/></Relationships>
</file>

<file path=ppt/slides/_rels/slide2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3.png"/><Relationship Id="rId3" Type="http://schemas.openxmlformats.org/officeDocument/2006/relationships/diagramLayout" Target="../diagrams/layout7.xml"/><Relationship Id="rId7" Type="http://schemas.openxmlformats.org/officeDocument/2006/relationships/image" Target="../media/image112.png"/><Relationship Id="rId2" Type="http://schemas.openxmlformats.org/officeDocument/2006/relationships/diagramData" Target="../diagrams/data7.xml"/><Relationship Id="rId1" Type="http://schemas.openxmlformats.org/officeDocument/2006/relationships/slideLayout" Target="../slideLayouts/slideLayout6.xml"/><Relationship Id="rId6" Type="http://schemas.microsoft.com/office/2007/relationships/diagramDrawing" Target="../diagrams/drawing7.xml"/><Relationship Id="rId5" Type="http://schemas.openxmlformats.org/officeDocument/2006/relationships/diagramColors" Target="../diagrams/colors7.xml"/><Relationship Id="rId10" Type="http://schemas.openxmlformats.org/officeDocument/2006/relationships/image" Target="../media/image115.png"/><Relationship Id="rId4" Type="http://schemas.openxmlformats.org/officeDocument/2006/relationships/diagramQuickStyle" Target="../diagrams/quickStyle7.xml"/><Relationship Id="rId9" Type="http://schemas.openxmlformats.org/officeDocument/2006/relationships/image" Target="../media/image114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82804213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529074"/>
          </a:xfrm>
        </p:spPr>
        <p:txBody>
          <a:bodyPr>
            <a:normAutofit fontScale="90000"/>
          </a:bodyPr>
          <a:lstStyle/>
          <a:p>
            <a:endParaRPr lang="ru-RU" dirty="0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1097280" y="1632155"/>
            <a:ext cx="10058400" cy="3963973"/>
          </a:xfrm>
        </p:spPr>
        <p:txBody>
          <a:bodyPr/>
          <a:lstStyle/>
          <a:p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87F089-DB3A-44EC-8E6C-70C807261B64}" type="datetime1">
              <a:rPr lang="ru-RU" smtClean="0"/>
              <a:t>02.12.2025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0074121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811483"/>
          </a:xfrm>
        </p:spPr>
        <p:txBody>
          <a:bodyPr/>
          <a:lstStyle/>
          <a:p>
            <a:endParaRPr lang="ru-RU" dirty="0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02.12.2025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3</a:t>
            </a:fld>
            <a:endParaRPr lang="ru-RU"/>
          </a:p>
        </p:txBody>
      </p:sp>
      <p:pic>
        <p:nvPicPr>
          <p:cNvPr id="3" name="Рисунок 2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7280" y="1573309"/>
            <a:ext cx="3384959" cy="4513279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7588" y="3399863"/>
            <a:ext cx="2876084" cy="900000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7588" y="5373187"/>
            <a:ext cx="2876083" cy="900000"/>
          </a:xfrm>
          <a:prstGeom prst="rect">
            <a:avLst/>
          </a:prstGeom>
        </p:spPr>
      </p:pic>
      <p:pic>
        <p:nvPicPr>
          <p:cNvPr id="12" name="Объект 11"/>
          <p:cNvPicPr>
            <a:picLocks noGrp="1" noChangeAspect="1"/>
          </p:cNvPicPr>
          <p:nvPr>
            <p:ph idx="1"/>
          </p:nvPr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7587" y="1471283"/>
            <a:ext cx="2876084" cy="900000"/>
          </a:xfrm>
        </p:spPr>
      </p:pic>
      <p:pic>
        <p:nvPicPr>
          <p:cNvPr id="13" name="Рисунок 12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7586" y="2435573"/>
            <a:ext cx="2876085" cy="900000"/>
          </a:xfrm>
          <a:prstGeom prst="rect">
            <a:avLst/>
          </a:prstGeom>
        </p:spPr>
      </p:pic>
      <p:pic>
        <p:nvPicPr>
          <p:cNvPr id="14" name="Рисунок 13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7587" y="4390217"/>
            <a:ext cx="2876084" cy="9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472362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02.12.2025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4</a:t>
            </a:fld>
            <a:endParaRPr lang="ru-RU"/>
          </a:p>
        </p:txBody>
      </p:sp>
      <p:pic>
        <p:nvPicPr>
          <p:cNvPr id="9" name="Рисунок 8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9031" y="156884"/>
            <a:ext cx="1789957" cy="978996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18297" y="47006"/>
            <a:ext cx="2077058" cy="1102467"/>
          </a:xfrm>
          <a:prstGeom prst="rect">
            <a:avLst/>
          </a:prstGeom>
        </p:spPr>
      </p:pic>
      <p:pic>
        <p:nvPicPr>
          <p:cNvPr id="11" name="Рисунок 10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23962" y="2628696"/>
            <a:ext cx="1415007" cy="828211"/>
          </a:xfrm>
          <a:prstGeom prst="rect">
            <a:avLst/>
          </a:prstGeom>
        </p:spPr>
      </p:pic>
      <p:sp>
        <p:nvSpPr>
          <p:cNvPr id="12" name="Прямоугольник с двумя усеченными противолежащими углами 11"/>
          <p:cNvSpPr/>
          <p:nvPr/>
        </p:nvSpPr>
        <p:spPr>
          <a:xfrm rot="5400000">
            <a:off x="1553935" y="1163727"/>
            <a:ext cx="1102466" cy="1848465"/>
          </a:xfrm>
          <a:prstGeom prst="snip2DiagRect">
            <a:avLst/>
          </a:prstGeom>
          <a:solidFill>
            <a:srgbClr val="92D050"/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" name="Прямоугольник 12"/>
          <p:cNvSpPr/>
          <p:nvPr/>
        </p:nvSpPr>
        <p:spPr>
          <a:xfrm>
            <a:off x="1442713" y="1320333"/>
            <a:ext cx="1244251" cy="1323439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8000" b="1" cap="none" spc="0" dirty="0" smtClean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</a:rPr>
              <a:t>Qt</a:t>
            </a:r>
            <a:endParaRPr lang="ru-RU" sz="8000" b="1" cap="none" spc="0" dirty="0">
              <a:ln w="10160">
                <a:solidFill>
                  <a:schemeClr val="accent5"/>
                </a:solidFill>
                <a:prstDash val="solid"/>
              </a:ln>
              <a:solidFill>
                <a:srgbClr val="FFFFFF"/>
              </a:solidFill>
              <a:effectLst>
                <a:outerShdw blurRad="38100" dist="22860" dir="5400000" algn="tl" rotWithShape="0">
                  <a:srgbClr val="000000">
                    <a:alpha val="30000"/>
                  </a:srgbClr>
                </a:outerShdw>
              </a:effectLst>
            </a:endParaRPr>
          </a:p>
        </p:txBody>
      </p:sp>
      <p:sp>
        <p:nvSpPr>
          <p:cNvPr id="14" name="Прямоугольник с двумя усеченными противолежащими углами 13"/>
          <p:cNvSpPr/>
          <p:nvPr/>
        </p:nvSpPr>
        <p:spPr>
          <a:xfrm rot="5400000">
            <a:off x="1663469" y="2398204"/>
            <a:ext cx="776776" cy="1340630"/>
          </a:xfrm>
          <a:prstGeom prst="snip2DiagRect">
            <a:avLst/>
          </a:prstGeom>
          <a:solidFill>
            <a:srgbClr val="92D050"/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5" name="Прямоугольник 14"/>
          <p:cNvSpPr/>
          <p:nvPr/>
        </p:nvSpPr>
        <p:spPr>
          <a:xfrm>
            <a:off x="1376893" y="2809639"/>
            <a:ext cx="1349927" cy="461665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2400" b="1" cap="none" spc="0" dirty="0" smtClean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</a:rPr>
              <a:t>QML</a:t>
            </a:r>
            <a:endParaRPr lang="ru-RU" sz="2400" b="1" cap="none" spc="0" dirty="0">
              <a:ln w="10160">
                <a:solidFill>
                  <a:schemeClr val="accent5"/>
                </a:solidFill>
                <a:prstDash val="solid"/>
              </a:ln>
              <a:solidFill>
                <a:srgbClr val="FFFFFF"/>
              </a:solidFill>
              <a:effectLst>
                <a:outerShdw blurRad="38100" dist="22860" dir="5400000" algn="tl" rotWithShape="0">
                  <a:srgbClr val="000000">
                    <a:alpha val="30000"/>
                  </a:srgbClr>
                </a:outerShdw>
              </a:effectLst>
            </a:endParaRPr>
          </a:p>
        </p:txBody>
      </p:sp>
      <p:sp>
        <p:nvSpPr>
          <p:cNvPr id="16" name="Прямоугольник с двумя усеченными противолежащими углами 15"/>
          <p:cNvSpPr/>
          <p:nvPr/>
        </p:nvSpPr>
        <p:spPr>
          <a:xfrm rot="5400000">
            <a:off x="1728753" y="3769050"/>
            <a:ext cx="795777" cy="1848465"/>
          </a:xfrm>
          <a:prstGeom prst="snip2DiagRect">
            <a:avLst/>
          </a:prstGeom>
          <a:solidFill>
            <a:srgbClr val="92D050"/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7" name="Прямоугольник 16"/>
          <p:cNvSpPr/>
          <p:nvPr/>
        </p:nvSpPr>
        <p:spPr>
          <a:xfrm>
            <a:off x="1278494" y="4425175"/>
            <a:ext cx="1696297" cy="46166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2400" b="1" cap="none" spc="0" dirty="0" smtClean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</a:rPr>
              <a:t>Qt Designer</a:t>
            </a:r>
            <a:endParaRPr lang="ru-RU" sz="2400" b="1" cap="none" spc="0" dirty="0">
              <a:ln w="10160">
                <a:solidFill>
                  <a:schemeClr val="accent5"/>
                </a:solidFill>
                <a:prstDash val="solid"/>
              </a:ln>
              <a:solidFill>
                <a:srgbClr val="FFFFFF"/>
              </a:solidFill>
              <a:effectLst>
                <a:outerShdw blurRad="38100" dist="22860" dir="5400000" algn="tl" rotWithShape="0">
                  <a:srgbClr val="000000">
                    <a:alpha val="30000"/>
                  </a:srgbClr>
                </a:outerShdw>
              </a:effectLst>
            </a:endParaRPr>
          </a:p>
        </p:txBody>
      </p:sp>
      <p:sp>
        <p:nvSpPr>
          <p:cNvPr id="18" name="Прямоугольник с двумя усеченными противолежащими углами 17"/>
          <p:cNvSpPr/>
          <p:nvPr/>
        </p:nvSpPr>
        <p:spPr>
          <a:xfrm rot="5400000">
            <a:off x="1758351" y="2816636"/>
            <a:ext cx="795777" cy="1848465"/>
          </a:xfrm>
          <a:prstGeom prst="snip2DiagRect">
            <a:avLst/>
          </a:prstGeom>
          <a:solidFill>
            <a:srgbClr val="92D050"/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9" name="Прямоугольник 18"/>
          <p:cNvSpPr/>
          <p:nvPr/>
        </p:nvSpPr>
        <p:spPr>
          <a:xfrm>
            <a:off x="1467756" y="3465517"/>
            <a:ext cx="1525033" cy="46166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2400" b="1" cap="none" spc="0" dirty="0" smtClean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</a:rPr>
              <a:t>Qt Creator</a:t>
            </a:r>
            <a:endParaRPr lang="ru-RU" sz="2400" b="1" cap="none" spc="0" dirty="0">
              <a:ln w="10160">
                <a:solidFill>
                  <a:schemeClr val="accent5"/>
                </a:solidFill>
                <a:prstDash val="solid"/>
              </a:ln>
              <a:solidFill>
                <a:srgbClr val="FFFFFF"/>
              </a:solidFill>
              <a:effectLst>
                <a:outerShdw blurRad="38100" dist="22860" dir="5400000" algn="tl" rotWithShape="0">
                  <a:srgbClr val="000000">
                    <a:alpha val="30000"/>
                  </a:srgbClr>
                </a:outerShdw>
              </a:effectLst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3106994" y="1035782"/>
            <a:ext cx="12993365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 типы</a:t>
            </a:r>
            <a:r>
              <a:rPr lang="en-US" dirty="0"/>
              <a:t> </a:t>
            </a:r>
            <a:r>
              <a:rPr lang="ru-RU" dirty="0"/>
              <a:t>данных</a:t>
            </a:r>
            <a:r>
              <a:rPr lang="ru-RU" dirty="0" smtClean="0"/>
              <a:t>, константы и строки, массивы, </a:t>
            </a:r>
            <a:r>
              <a:rPr lang="ru-RU" dirty="0"/>
              <a:t>ветвления, </a:t>
            </a:r>
            <a:r>
              <a:rPr lang="ru-RU" dirty="0" smtClean="0"/>
              <a:t>циклы, функции, преобразование типов, </a:t>
            </a:r>
          </a:p>
          <a:p>
            <a:r>
              <a:rPr lang="ru-RU" dirty="0" smtClean="0"/>
              <a:t>ссылки и указатели, работа с файлами, перечисления и структуры, макросы и препроцессор, перегрузка функций, </a:t>
            </a:r>
          </a:p>
          <a:p>
            <a:r>
              <a:rPr lang="ru-RU" dirty="0" smtClean="0"/>
              <a:t>шаблоны функций, ООП, перегрузка операторов, семантика перемещения, умные указатели, наследование, </a:t>
            </a:r>
          </a:p>
          <a:p>
            <a:r>
              <a:rPr lang="ru-RU" dirty="0" smtClean="0"/>
              <a:t>виртуальные функции, шаблоны классов, </a:t>
            </a:r>
            <a:r>
              <a:rPr lang="en-US" dirty="0" smtClean="0"/>
              <a:t>STL, </a:t>
            </a:r>
            <a:r>
              <a:rPr lang="ru-RU" dirty="0" smtClean="0"/>
              <a:t>многопоточность, исключения, свойства типов, шаблонное метапрограммирование</a:t>
            </a:r>
          </a:p>
        </p:txBody>
      </p:sp>
      <p:pic>
        <p:nvPicPr>
          <p:cNvPr id="21" name="Рисунок 20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52784" y="5420382"/>
            <a:ext cx="436649" cy="437075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3058712" y="5652911"/>
            <a:ext cx="57928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д</a:t>
            </a:r>
            <a:r>
              <a:rPr lang="ru-RU" dirty="0" smtClean="0"/>
              <a:t>остаточно знаний для описания правил сборки проекта</a:t>
            </a:r>
            <a:endParaRPr lang="ru-RU" dirty="0"/>
          </a:p>
        </p:txBody>
      </p:sp>
      <p:sp>
        <p:nvSpPr>
          <p:cNvPr id="23" name="TextBox 22"/>
          <p:cNvSpPr txBox="1"/>
          <p:nvPr/>
        </p:nvSpPr>
        <p:spPr>
          <a:xfrm>
            <a:off x="1383968" y="5789289"/>
            <a:ext cx="8280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CMake</a:t>
            </a:r>
            <a:endParaRPr lang="ru-RU" dirty="0"/>
          </a:p>
        </p:txBody>
      </p:sp>
      <p:sp>
        <p:nvSpPr>
          <p:cNvPr id="24" name="TextBox 23"/>
          <p:cNvSpPr txBox="1"/>
          <p:nvPr/>
        </p:nvSpPr>
        <p:spPr>
          <a:xfrm>
            <a:off x="3509999" y="4556941"/>
            <a:ext cx="81152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для визуального проектирования графических </a:t>
            </a:r>
            <a:r>
              <a:rPr lang="ru-RU" dirty="0" smtClean="0"/>
              <a:t>интерфейсов</a:t>
            </a:r>
            <a:r>
              <a:rPr lang="en-US" dirty="0" smtClean="0"/>
              <a:t> </a:t>
            </a:r>
            <a:r>
              <a:rPr lang="ru-RU" dirty="0" smtClean="0"/>
              <a:t>без написания кода</a:t>
            </a:r>
            <a:endParaRPr lang="ru-RU" dirty="0"/>
          </a:p>
        </p:txBody>
      </p:sp>
      <p:sp>
        <p:nvSpPr>
          <p:cNvPr id="25" name="TextBox 24"/>
          <p:cNvSpPr txBox="1"/>
          <p:nvPr/>
        </p:nvSpPr>
        <p:spPr>
          <a:xfrm>
            <a:off x="3569551" y="4060404"/>
            <a:ext cx="95088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для создания кроссплатформенных приложений с графическим интерфейсом пользователя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316221" y="3003848"/>
            <a:ext cx="9457461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д</a:t>
            </a:r>
            <a:r>
              <a:rPr lang="ru-RU" dirty="0" smtClean="0"/>
              <a:t>ля разработки пользовательских интерфейсов</a:t>
            </a:r>
          </a:p>
          <a:p>
            <a:r>
              <a:rPr lang="ru-RU" dirty="0" smtClean="0"/>
              <a:t>элементы, </a:t>
            </a:r>
            <a:r>
              <a:rPr lang="ru-RU" dirty="0"/>
              <a:t>у</a:t>
            </a:r>
            <a:r>
              <a:rPr lang="ru-RU" dirty="0" smtClean="0"/>
              <a:t>правление </a:t>
            </a:r>
            <a:r>
              <a:rPr lang="ru-RU" dirty="0"/>
              <a:t>размещением </a:t>
            </a:r>
            <a:r>
              <a:rPr lang="ru-RU" dirty="0" smtClean="0"/>
              <a:t>элементов, </a:t>
            </a:r>
            <a:r>
              <a:rPr lang="ru-RU" dirty="0"/>
              <a:t>э</a:t>
            </a:r>
            <a:r>
              <a:rPr lang="ru-RU" dirty="0" smtClean="0"/>
              <a:t>лементы графики, </a:t>
            </a:r>
            <a:r>
              <a:rPr lang="ru-RU" dirty="0"/>
              <a:t>п</a:t>
            </a:r>
            <a:r>
              <a:rPr lang="ru-RU" dirty="0" smtClean="0"/>
              <a:t>ользовательский ввод, </a:t>
            </a:r>
          </a:p>
          <a:p>
            <a:r>
              <a:rPr lang="ru-RU" dirty="0"/>
              <a:t>а</a:t>
            </a:r>
            <a:r>
              <a:rPr lang="ru-RU" dirty="0" smtClean="0"/>
              <a:t>нимация, </a:t>
            </a:r>
            <a:r>
              <a:rPr lang="en-US" dirty="0"/>
              <a:t>3D-</a:t>
            </a:r>
            <a:r>
              <a:rPr lang="ru-RU" dirty="0"/>
              <a:t>графика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131543" y="2133141"/>
            <a:ext cx="11005642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Концепция межобъектных коммуникаций – сигналы и слоты, </a:t>
            </a:r>
            <a:r>
              <a:rPr lang="en-US" dirty="0" smtClean="0"/>
              <a:t>qmake, </a:t>
            </a:r>
            <a:r>
              <a:rPr lang="ru-RU" dirty="0" smtClean="0"/>
              <a:t>библиотека контейнеров, </a:t>
            </a:r>
          </a:p>
          <a:p>
            <a:r>
              <a:rPr lang="ru-RU" dirty="0"/>
              <a:t>в</a:t>
            </a:r>
            <a:r>
              <a:rPr lang="ru-RU" dirty="0" smtClean="0"/>
              <a:t>иджеты, события, графика, </a:t>
            </a:r>
            <a:r>
              <a:rPr lang="ru-RU" dirty="0"/>
              <a:t>мультимедиа, </a:t>
            </a:r>
            <a:r>
              <a:rPr lang="ru-RU" dirty="0" smtClean="0"/>
              <a:t>анимация, </a:t>
            </a:r>
            <a:r>
              <a:rPr lang="en-US" dirty="0" smtClean="0"/>
              <a:t>SDI- </a:t>
            </a:r>
            <a:r>
              <a:rPr lang="ru-RU" dirty="0"/>
              <a:t>и М</a:t>
            </a:r>
            <a:r>
              <a:rPr lang="en-US" dirty="0"/>
              <a:t>DI-</a:t>
            </a:r>
            <a:r>
              <a:rPr lang="ru-RU" dirty="0" smtClean="0"/>
              <a:t>приложения, </a:t>
            </a:r>
            <a:r>
              <a:rPr lang="ru-RU" dirty="0"/>
              <a:t>р</a:t>
            </a:r>
            <a:r>
              <a:rPr lang="ru-RU" dirty="0" smtClean="0"/>
              <a:t>абота </a:t>
            </a:r>
            <a:r>
              <a:rPr lang="ru-RU" dirty="0"/>
              <a:t>с файлами, каталогами </a:t>
            </a:r>
            <a:endParaRPr lang="ru-RU" dirty="0" smtClean="0"/>
          </a:p>
          <a:p>
            <a:r>
              <a:rPr lang="ru-RU" dirty="0" smtClean="0"/>
              <a:t>и </a:t>
            </a:r>
            <a:r>
              <a:rPr lang="ru-RU" dirty="0"/>
              <a:t>потоками </a:t>
            </a:r>
            <a:r>
              <a:rPr lang="ru-RU" dirty="0" smtClean="0"/>
              <a:t>ввода/вывода, </a:t>
            </a:r>
            <a:r>
              <a:rPr lang="ru-RU" dirty="0"/>
              <a:t>п</a:t>
            </a:r>
            <a:r>
              <a:rPr lang="ru-RU" dirty="0" smtClean="0"/>
              <a:t>роцессы </a:t>
            </a:r>
            <a:r>
              <a:rPr lang="ru-RU" dirty="0"/>
              <a:t>и потоки</a:t>
            </a:r>
          </a:p>
        </p:txBody>
      </p:sp>
    </p:spTree>
    <p:extLst>
      <p:ext uri="{BB962C8B-B14F-4D97-AF65-F5344CB8AC3E}">
        <p14:creationId xmlns:p14="http://schemas.microsoft.com/office/powerpoint/2010/main" val="384108003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82D743-4282-4860-9AE2-FAD442C19B6D}" type="datetime1">
              <a:rPr lang="ru-RU" smtClean="0"/>
              <a:t>02.12.2025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7451536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Заголовок 2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C4FDAF-C654-4288-9437-917D77737F5E}" type="datetime1">
              <a:rPr lang="ru-RU" smtClean="0"/>
              <a:t>02.12.2025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6</a:t>
            </a:fld>
            <a:endParaRPr lang="ru-RU"/>
          </a:p>
        </p:txBody>
      </p:sp>
      <p:pic>
        <p:nvPicPr>
          <p:cNvPr id="7" name="Рисунок 6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59165" y="1884268"/>
            <a:ext cx="2452061" cy="3468091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70637" y="2770900"/>
            <a:ext cx="1121068" cy="1585591"/>
          </a:xfrm>
          <a:prstGeom prst="rect">
            <a:avLst/>
          </a:prstGeom>
        </p:spPr>
      </p:pic>
      <p:sp>
        <p:nvSpPr>
          <p:cNvPr id="13" name="Стрелка вправо 12"/>
          <p:cNvSpPr/>
          <p:nvPr/>
        </p:nvSpPr>
        <p:spPr>
          <a:xfrm>
            <a:off x="3706269" y="3390245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5" name="Рисунок 14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04499" y="2363007"/>
            <a:ext cx="1726332" cy="2441651"/>
          </a:xfrm>
          <a:prstGeom prst="rect">
            <a:avLst/>
          </a:prstGeom>
        </p:spPr>
      </p:pic>
      <p:sp>
        <p:nvSpPr>
          <p:cNvPr id="16" name="Стрелка вправо 15"/>
          <p:cNvSpPr/>
          <p:nvPr/>
        </p:nvSpPr>
        <p:spPr>
          <a:xfrm>
            <a:off x="5330074" y="3375996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7" name="Рисунок 16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96479" y="2206531"/>
            <a:ext cx="1919123" cy="2714326"/>
          </a:xfrm>
          <a:prstGeom prst="rect">
            <a:avLst/>
          </a:prstGeom>
        </p:spPr>
      </p:pic>
      <p:sp>
        <p:nvSpPr>
          <p:cNvPr id="18" name="Стрелка вправо 17"/>
          <p:cNvSpPr/>
          <p:nvPr/>
        </p:nvSpPr>
        <p:spPr>
          <a:xfrm>
            <a:off x="853443" y="3375996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9" name="Стрелка вправо 18"/>
          <p:cNvSpPr/>
          <p:nvPr/>
        </p:nvSpPr>
        <p:spPr>
          <a:xfrm>
            <a:off x="6715359" y="3375996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0" name="Стрелка вправо 19"/>
          <p:cNvSpPr/>
          <p:nvPr/>
        </p:nvSpPr>
        <p:spPr>
          <a:xfrm>
            <a:off x="8466450" y="3375996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1" name="Рисунок 20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93753" y="2085149"/>
            <a:ext cx="2119244" cy="2997369"/>
          </a:xfrm>
          <a:prstGeom prst="rect">
            <a:avLst/>
          </a:prstGeom>
        </p:spPr>
      </p:pic>
      <p:sp>
        <p:nvSpPr>
          <p:cNvPr id="22" name="Стрелка вправо 21"/>
          <p:cNvSpPr/>
          <p:nvPr/>
        </p:nvSpPr>
        <p:spPr>
          <a:xfrm>
            <a:off x="10297172" y="3453516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3" name="Рисунок 22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19694" y="2499352"/>
            <a:ext cx="1505053" cy="2128683"/>
          </a:xfrm>
          <a:prstGeom prst="rect">
            <a:avLst/>
          </a:prstGeom>
        </p:spPr>
      </p:pic>
      <p:sp>
        <p:nvSpPr>
          <p:cNvPr id="24" name="Стрелка вправо 23"/>
          <p:cNvSpPr/>
          <p:nvPr/>
        </p:nvSpPr>
        <p:spPr>
          <a:xfrm>
            <a:off x="2168509" y="3375996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220854" y="2675759"/>
            <a:ext cx="1255327" cy="1775482"/>
          </a:xfrm>
          <a:prstGeom prst="rect">
            <a:avLst/>
          </a:prstGeom>
        </p:spPr>
      </p:pic>
      <p:pic>
        <p:nvPicPr>
          <p:cNvPr id="8" name="Рисунок 7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50535" y="2522442"/>
            <a:ext cx="1424188" cy="20143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439580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02.12.2025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7</a:t>
            </a:fld>
            <a:endParaRPr lang="ru-RU"/>
          </a:p>
        </p:txBody>
      </p:sp>
      <p:sp>
        <p:nvSpPr>
          <p:cNvPr id="5" name="Стрелка вправо 4"/>
          <p:cNvSpPr/>
          <p:nvPr/>
        </p:nvSpPr>
        <p:spPr>
          <a:xfrm rot="5400000">
            <a:off x="1149561" y="3368528"/>
            <a:ext cx="576576" cy="1794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" name="Стрелка вправо 5"/>
          <p:cNvSpPr/>
          <p:nvPr/>
        </p:nvSpPr>
        <p:spPr>
          <a:xfrm>
            <a:off x="2073461" y="3935834"/>
            <a:ext cx="603483" cy="520484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" name="TextBox 6"/>
          <p:cNvSpPr txBox="1"/>
          <p:nvPr/>
        </p:nvSpPr>
        <p:spPr>
          <a:xfrm>
            <a:off x="1955436" y="2159776"/>
            <a:ext cx="279373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Файл</a:t>
            </a:r>
            <a:r>
              <a:rPr lang="ru-RU" dirty="0"/>
              <a:t> </a:t>
            </a:r>
            <a:r>
              <a:rPr lang="ru-RU" dirty="0" smtClean="0"/>
              <a:t>конфигурации:</a:t>
            </a:r>
          </a:p>
          <a:p>
            <a:pPr marL="285750" indent="-285750">
              <a:buFontTx/>
              <a:buChar char="-"/>
            </a:pPr>
            <a:r>
              <a:rPr lang="ru-RU" dirty="0" smtClean="0"/>
              <a:t>общая конфигурация;</a:t>
            </a:r>
          </a:p>
          <a:p>
            <a:pPr marL="285750" indent="-285750">
              <a:buFontTx/>
              <a:buChar char="-"/>
            </a:pPr>
            <a:r>
              <a:rPr lang="ru-RU" dirty="0" smtClean="0"/>
              <a:t>массив имён файлов</a:t>
            </a:r>
            <a:endParaRPr lang="ru-RU" dirty="0"/>
          </a:p>
        </p:txBody>
      </p:sp>
      <p:sp>
        <p:nvSpPr>
          <p:cNvPr id="8" name="TextBox 7"/>
          <p:cNvSpPr txBox="1"/>
          <p:nvPr/>
        </p:nvSpPr>
        <p:spPr>
          <a:xfrm>
            <a:off x="802236" y="4481147"/>
            <a:ext cx="127122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Текстовые  </a:t>
            </a:r>
            <a:r>
              <a:rPr lang="ru-RU" dirty="0" smtClean="0"/>
              <a:t>файлы</a:t>
            </a:r>
            <a:endParaRPr lang="ru-RU" dirty="0"/>
          </a:p>
        </p:txBody>
      </p:sp>
      <p:pic>
        <p:nvPicPr>
          <p:cNvPr id="9" name="Рисунок 8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4041" y="1958482"/>
            <a:ext cx="849172" cy="1201033"/>
          </a:xfrm>
          <a:prstGeom prst="rect">
            <a:avLst/>
          </a:prstGeom>
        </p:spPr>
      </p:pic>
      <p:pic>
        <p:nvPicPr>
          <p:cNvPr id="12" name="Рисунок 11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0491" y="3185607"/>
            <a:ext cx="1372970" cy="1941871"/>
          </a:xfrm>
          <a:prstGeom prst="rect">
            <a:avLst/>
          </a:prstGeom>
        </p:spPr>
      </p:pic>
      <p:pic>
        <p:nvPicPr>
          <p:cNvPr id="14" name="Рисунок 13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55124" y="2962168"/>
            <a:ext cx="1887399" cy="2669458"/>
          </a:xfrm>
          <a:prstGeom prst="rect">
            <a:avLst/>
          </a:prstGeom>
        </p:spPr>
      </p:pic>
      <p:pic>
        <p:nvPicPr>
          <p:cNvPr id="15" name="Рисунок 14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20643" y="277534"/>
            <a:ext cx="754265" cy="10668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572034" y="626268"/>
            <a:ext cx="16530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Файл запросов</a:t>
            </a:r>
          </a:p>
        </p:txBody>
      </p:sp>
      <p:sp>
        <p:nvSpPr>
          <p:cNvPr id="17" name="Стрелка вправо 16"/>
          <p:cNvSpPr/>
          <p:nvPr/>
        </p:nvSpPr>
        <p:spPr>
          <a:xfrm rot="5400000">
            <a:off x="5899709" y="1449818"/>
            <a:ext cx="596131" cy="179526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8" name="Рисунок 17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20643" y="1778424"/>
            <a:ext cx="723441" cy="1023204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710284" y="2105360"/>
            <a:ext cx="13765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Список слов</a:t>
            </a:r>
          </a:p>
        </p:txBody>
      </p:sp>
      <p:sp>
        <p:nvSpPr>
          <p:cNvPr id="20" name="Стрелка вправо 19"/>
          <p:cNvSpPr/>
          <p:nvPr/>
        </p:nvSpPr>
        <p:spPr>
          <a:xfrm rot="5400000">
            <a:off x="5899709" y="2957084"/>
            <a:ext cx="596131" cy="179526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1" name="Стрелка вправо 20"/>
          <p:cNvSpPr/>
          <p:nvPr/>
        </p:nvSpPr>
        <p:spPr>
          <a:xfrm>
            <a:off x="4795288" y="3896300"/>
            <a:ext cx="595800" cy="520484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2" name="Рисунок 21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06331" y="2575201"/>
            <a:ext cx="2362414" cy="3341299"/>
          </a:xfrm>
          <a:prstGeom prst="rect">
            <a:avLst/>
          </a:prstGeom>
        </p:spPr>
      </p:pic>
      <p:sp>
        <p:nvSpPr>
          <p:cNvPr id="23" name="Стрелка вправо 22"/>
          <p:cNvSpPr/>
          <p:nvPr/>
        </p:nvSpPr>
        <p:spPr>
          <a:xfrm>
            <a:off x="7329070" y="3931366"/>
            <a:ext cx="603483" cy="520484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4" name="Рисунок 23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42580" y="3082033"/>
            <a:ext cx="1569016" cy="221915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9232821" y="4416784"/>
            <a:ext cx="15052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Файл ответов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64279670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9F477-1E06-42B9-98CE-724D285F544D}" type="datetime1">
              <a:rPr lang="ru-RU" smtClean="0"/>
              <a:t>02.12.2025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8</a:t>
            </a:fld>
            <a:endParaRPr lang="ru-RU"/>
          </a:p>
        </p:txBody>
      </p:sp>
      <p:pic>
        <p:nvPicPr>
          <p:cNvPr id="8" name="Рисунок 7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69551" y="1805147"/>
            <a:ext cx="1908994" cy="2700000"/>
          </a:xfrm>
          <a:prstGeom prst="rect">
            <a:avLst/>
          </a:prstGeom>
        </p:spPr>
      </p:pic>
      <p:sp>
        <p:nvSpPr>
          <p:cNvPr id="10" name="Стрелка вправо 9"/>
          <p:cNvSpPr/>
          <p:nvPr/>
        </p:nvSpPr>
        <p:spPr>
          <a:xfrm>
            <a:off x="2537467" y="3015996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" name="Стрелка вправо 12"/>
          <p:cNvSpPr/>
          <p:nvPr/>
        </p:nvSpPr>
        <p:spPr>
          <a:xfrm>
            <a:off x="5478543" y="3015996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" name="TextBox 13"/>
          <p:cNvSpPr txBox="1"/>
          <p:nvPr/>
        </p:nvSpPr>
        <p:spPr>
          <a:xfrm>
            <a:off x="320303" y="4505147"/>
            <a:ext cx="2621167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Файл</a:t>
            </a:r>
            <a:r>
              <a:rPr lang="ru-RU" dirty="0"/>
              <a:t> </a:t>
            </a:r>
            <a:r>
              <a:rPr lang="ru-RU" dirty="0" smtClean="0"/>
              <a:t>конфигурации:</a:t>
            </a:r>
          </a:p>
          <a:p>
            <a:pPr marL="285750" indent="-285750">
              <a:buFontTx/>
              <a:buChar char="-"/>
            </a:pPr>
            <a:r>
              <a:rPr lang="ru-RU" dirty="0" smtClean="0"/>
              <a:t>общая конфигурация;</a:t>
            </a:r>
          </a:p>
          <a:p>
            <a:pPr marL="285750" indent="-285750">
              <a:buFontTx/>
              <a:buChar char="-"/>
            </a:pPr>
            <a:r>
              <a:rPr lang="ru-RU" dirty="0" smtClean="0"/>
              <a:t>массив имён файлов</a:t>
            </a:r>
            <a:endParaRPr lang="ru-RU" dirty="0"/>
          </a:p>
        </p:txBody>
      </p:sp>
      <p:sp>
        <p:nvSpPr>
          <p:cNvPr id="15" name="TextBox 14"/>
          <p:cNvSpPr txBox="1"/>
          <p:nvPr/>
        </p:nvSpPr>
        <p:spPr>
          <a:xfrm>
            <a:off x="3438205" y="4526811"/>
            <a:ext cx="23811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Текстовые  документы</a:t>
            </a:r>
            <a:endParaRPr lang="ru-RU" dirty="0"/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0358" y="2133468"/>
            <a:ext cx="1590607" cy="22496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073088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/>
          <p:cNvSpPr>
            <a:spLocks noGrp="1"/>
          </p:cNvSpPr>
          <p:nvPr>
            <p:ph type="title"/>
          </p:nvPr>
        </p:nvSpPr>
        <p:spPr>
          <a:xfrm>
            <a:off x="1097280" y="147484"/>
            <a:ext cx="10058400" cy="894735"/>
          </a:xfrm>
        </p:spPr>
        <p:txBody>
          <a:bodyPr/>
          <a:lstStyle/>
          <a:p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9F477-1E06-42B9-98CE-724D285F544D}" type="datetime1">
              <a:rPr lang="ru-RU" smtClean="0"/>
              <a:t>02.12.2025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9</a:t>
            </a:fld>
            <a:endParaRPr lang="ru-RU"/>
          </a:p>
        </p:txBody>
      </p:sp>
      <p:sp>
        <p:nvSpPr>
          <p:cNvPr id="13" name="Стрелка вправо 12"/>
          <p:cNvSpPr/>
          <p:nvPr/>
        </p:nvSpPr>
        <p:spPr>
          <a:xfrm>
            <a:off x="6856803" y="2387019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4" name="Рисунок 13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47809" y="1279335"/>
            <a:ext cx="1908994" cy="2700000"/>
          </a:xfrm>
          <a:prstGeom prst="rect">
            <a:avLst/>
          </a:prstGeom>
        </p:spPr>
      </p:pic>
      <p:sp>
        <p:nvSpPr>
          <p:cNvPr id="15" name="Стрелка вправо 14"/>
          <p:cNvSpPr/>
          <p:nvPr/>
        </p:nvSpPr>
        <p:spPr>
          <a:xfrm>
            <a:off x="3993312" y="2387019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6" name="Рисунок 15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84318" y="1279335"/>
            <a:ext cx="1908994" cy="2700000"/>
          </a:xfrm>
          <a:prstGeom prst="rect">
            <a:avLst/>
          </a:prstGeom>
        </p:spPr>
      </p:pic>
      <p:sp>
        <p:nvSpPr>
          <p:cNvPr id="17" name="Стрелка вправо 16"/>
          <p:cNvSpPr/>
          <p:nvPr/>
        </p:nvSpPr>
        <p:spPr>
          <a:xfrm>
            <a:off x="1129821" y="2387019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" name="TextBox 17"/>
          <p:cNvSpPr txBox="1"/>
          <p:nvPr/>
        </p:nvSpPr>
        <p:spPr>
          <a:xfrm>
            <a:off x="2342406" y="3886845"/>
            <a:ext cx="139281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Поиск по </a:t>
            </a:r>
          </a:p>
          <a:p>
            <a:r>
              <a:rPr lang="ru-RU" dirty="0" smtClean="0"/>
              <a:t>документам</a:t>
            </a:r>
            <a:endParaRPr lang="ru-RU" dirty="0"/>
          </a:p>
        </p:txBody>
      </p:sp>
      <p:sp>
        <p:nvSpPr>
          <p:cNvPr id="19" name="TextBox 18"/>
          <p:cNvSpPr txBox="1"/>
          <p:nvPr/>
        </p:nvSpPr>
        <p:spPr>
          <a:xfrm>
            <a:off x="4647796" y="3886845"/>
            <a:ext cx="250902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База инвертированных </a:t>
            </a:r>
          </a:p>
          <a:p>
            <a:r>
              <a:rPr lang="ru-RU" dirty="0" smtClean="0"/>
              <a:t>индексов</a:t>
            </a:r>
            <a:endParaRPr lang="ru-RU" dirty="0"/>
          </a:p>
        </p:txBody>
      </p:sp>
      <p:graphicFrame>
        <p:nvGraphicFramePr>
          <p:cNvPr id="2" name="Таблица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10147523"/>
              </p:ext>
            </p:extLst>
          </p:nvPr>
        </p:nvGraphicFramePr>
        <p:xfrm>
          <a:off x="7802900" y="5585904"/>
          <a:ext cx="4044335" cy="64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579"/>
                <a:gridCol w="3038756"/>
              </a:tblGrid>
              <a:tr h="370840">
                <a:tc>
                  <a:txBody>
                    <a:bodyPr/>
                    <a:lstStyle/>
                    <a:p>
                      <a:r>
                        <a:rPr lang="ru-RU" dirty="0" smtClean="0"/>
                        <a:t>Слово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{ID </a:t>
                      </a:r>
                      <a:r>
                        <a:rPr lang="ru-RU" dirty="0" smtClean="0"/>
                        <a:t>документа, количество вхождений слова</a:t>
                      </a:r>
                      <a:r>
                        <a:rPr lang="en-US" dirty="0" smtClean="0"/>
                        <a:t>}</a:t>
                      </a:r>
                      <a:r>
                        <a:rPr lang="ru-RU" dirty="0" smtClean="0"/>
                        <a:t>, …</a:t>
                      </a:r>
                      <a:endParaRPr lang="ru-RU" dirty="0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802900" y="5127149"/>
            <a:ext cx="34341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База инвертированных индексов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93445552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/>
          <p:cNvSpPr>
            <a:spLocks noGrp="1"/>
          </p:cNvSpPr>
          <p:nvPr>
            <p:ph type="title"/>
          </p:nvPr>
        </p:nvSpPr>
        <p:spPr>
          <a:xfrm>
            <a:off x="1097280" y="286604"/>
            <a:ext cx="10058400" cy="866520"/>
          </a:xfrm>
        </p:spPr>
        <p:txBody>
          <a:bodyPr/>
          <a:lstStyle/>
          <a:p>
            <a:endParaRPr lang="ru-RU" dirty="0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9F477-1E06-42B9-98CE-724D285F544D}" type="datetime1">
              <a:rPr lang="ru-RU" smtClean="0"/>
              <a:t>02.12.2025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10</a:t>
            </a:fld>
            <a:endParaRPr lang="ru-RU"/>
          </a:p>
        </p:txBody>
      </p:sp>
      <p:sp>
        <p:nvSpPr>
          <p:cNvPr id="12" name="Стрелка вправо 11"/>
          <p:cNvSpPr/>
          <p:nvPr/>
        </p:nvSpPr>
        <p:spPr>
          <a:xfrm>
            <a:off x="4235752" y="2558783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" name="Стрелка вправо 17"/>
          <p:cNvSpPr/>
          <p:nvPr/>
        </p:nvSpPr>
        <p:spPr>
          <a:xfrm>
            <a:off x="7148898" y="2558783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9" name="Стрелка вправо 18"/>
          <p:cNvSpPr/>
          <p:nvPr/>
        </p:nvSpPr>
        <p:spPr>
          <a:xfrm>
            <a:off x="10012389" y="2558783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0" name="Рисунок 19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15752" y="1451099"/>
            <a:ext cx="1908994" cy="2700000"/>
          </a:xfrm>
          <a:prstGeom prst="rect">
            <a:avLst/>
          </a:prstGeom>
        </p:spPr>
      </p:pic>
      <p:pic>
        <p:nvPicPr>
          <p:cNvPr id="21" name="Рисунок 20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03395" y="1451099"/>
            <a:ext cx="1908994" cy="2700000"/>
          </a:xfrm>
          <a:prstGeom prst="rect">
            <a:avLst/>
          </a:prstGeom>
        </p:spPr>
      </p:pic>
      <p:sp>
        <p:nvSpPr>
          <p:cNvPr id="22" name="Стрелка вправо 21"/>
          <p:cNvSpPr/>
          <p:nvPr/>
        </p:nvSpPr>
        <p:spPr>
          <a:xfrm>
            <a:off x="1372261" y="2558783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3" name="TextBox 22"/>
          <p:cNvSpPr txBox="1"/>
          <p:nvPr/>
        </p:nvSpPr>
        <p:spPr>
          <a:xfrm>
            <a:off x="2000095" y="4094057"/>
            <a:ext cx="271401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Файл запросов:</a:t>
            </a:r>
          </a:p>
          <a:p>
            <a:pPr marL="285750" indent="-285750">
              <a:buFontTx/>
              <a:buChar char="-"/>
            </a:pPr>
            <a:r>
              <a:rPr lang="ru-RU" dirty="0"/>
              <a:t>н</a:t>
            </a:r>
            <a:r>
              <a:rPr lang="ru-RU" dirty="0" smtClean="0"/>
              <a:t>абор слов для поиска</a:t>
            </a:r>
            <a:endParaRPr lang="ru-RU" dirty="0"/>
          </a:p>
        </p:txBody>
      </p:sp>
      <p:sp>
        <p:nvSpPr>
          <p:cNvPr id="24" name="TextBox 23"/>
          <p:cNvSpPr txBox="1"/>
          <p:nvPr/>
        </p:nvSpPr>
        <p:spPr>
          <a:xfrm>
            <a:off x="4966273" y="4094056"/>
            <a:ext cx="288495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Поиск по базе </a:t>
            </a:r>
          </a:p>
          <a:p>
            <a:r>
              <a:rPr lang="ru-RU" dirty="0" smtClean="0"/>
              <a:t>инвертированного индекса</a:t>
            </a:r>
            <a:endParaRPr lang="ru-RU" dirty="0"/>
          </a:p>
        </p:txBody>
      </p:sp>
      <p:sp>
        <p:nvSpPr>
          <p:cNvPr id="25" name="TextBox 24"/>
          <p:cNvSpPr txBox="1"/>
          <p:nvPr/>
        </p:nvSpPr>
        <p:spPr>
          <a:xfrm>
            <a:off x="7826390" y="4145521"/>
            <a:ext cx="29456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База релевантности ответов</a:t>
            </a:r>
            <a:endParaRPr lang="ru-RU" dirty="0"/>
          </a:p>
        </p:txBody>
      </p:sp>
      <p:graphicFrame>
        <p:nvGraphicFramePr>
          <p:cNvPr id="2" name="Таблица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85259596"/>
              </p:ext>
            </p:extLst>
          </p:nvPr>
        </p:nvGraphicFramePr>
        <p:xfrm>
          <a:off x="6544370" y="5572828"/>
          <a:ext cx="5305486" cy="64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29032"/>
                <a:gridCol w="4076454"/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 smtClean="0"/>
                        <a:t>ID </a:t>
                      </a:r>
                      <a:r>
                        <a:rPr lang="ru-RU" dirty="0" smtClean="0"/>
                        <a:t>запроса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{ID</a:t>
                      </a:r>
                      <a:r>
                        <a:rPr lang="en-US" baseline="0" dirty="0" smtClean="0"/>
                        <a:t> </a:t>
                      </a:r>
                      <a:r>
                        <a:rPr lang="ru-RU" baseline="0" dirty="0" smtClean="0"/>
                        <a:t>документа, относительная релевантность</a:t>
                      </a:r>
                      <a:r>
                        <a:rPr lang="en-US" dirty="0" smtClean="0"/>
                        <a:t>}</a:t>
                      </a:r>
                      <a:r>
                        <a:rPr lang="ru-RU" dirty="0" smtClean="0"/>
                        <a:t>, …</a:t>
                      </a:r>
                      <a:endParaRPr lang="ru-RU" dirty="0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1097280" y="5737837"/>
            <a:ext cx="750749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 </a:t>
            </a:r>
            <a:endParaRPr lang="ru-RU" dirty="0"/>
          </a:p>
        </p:txBody>
      </p:sp>
      <p:sp>
        <p:nvSpPr>
          <p:cNvPr id="8" name="TextBox 7"/>
          <p:cNvSpPr txBox="1"/>
          <p:nvPr/>
        </p:nvSpPr>
        <p:spPr>
          <a:xfrm>
            <a:off x="6543458" y="5120992"/>
            <a:ext cx="21380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База релевантности</a:t>
            </a:r>
            <a:endParaRPr lang="ru-RU" dirty="0"/>
          </a:p>
        </p:txBody>
      </p:sp>
      <p:pic>
        <p:nvPicPr>
          <p:cNvPr id="10" name="Рисунок 9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07639" y="1729933"/>
            <a:ext cx="1497226" cy="21176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800699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9F477-1E06-42B9-98CE-724D285F544D}" type="datetime1">
              <a:rPr lang="ru-RU" smtClean="0"/>
              <a:t>02.12.2025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11</a:t>
            </a:fld>
            <a:endParaRPr lang="ru-RU"/>
          </a:p>
        </p:txBody>
      </p:sp>
      <p:sp>
        <p:nvSpPr>
          <p:cNvPr id="18" name="Стрелка вправо 17"/>
          <p:cNvSpPr/>
          <p:nvPr/>
        </p:nvSpPr>
        <p:spPr>
          <a:xfrm>
            <a:off x="1097280" y="2968884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9" name="Стрелка вправо 18"/>
          <p:cNvSpPr/>
          <p:nvPr/>
        </p:nvSpPr>
        <p:spPr>
          <a:xfrm>
            <a:off x="4086274" y="2968884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1" name="Рисунок 20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77280" y="1884266"/>
            <a:ext cx="1908994" cy="27000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036285" y="4633485"/>
            <a:ext cx="219098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База релевантности </a:t>
            </a:r>
          </a:p>
          <a:p>
            <a:r>
              <a:rPr lang="ru-RU" dirty="0" smtClean="0"/>
              <a:t>ответов</a:t>
            </a:r>
            <a:endParaRPr lang="ru-RU" dirty="0"/>
          </a:p>
        </p:txBody>
      </p:sp>
      <p:sp>
        <p:nvSpPr>
          <p:cNvPr id="15" name="TextBox 14"/>
          <p:cNvSpPr txBox="1"/>
          <p:nvPr/>
        </p:nvSpPr>
        <p:spPr>
          <a:xfrm>
            <a:off x="4723435" y="4649008"/>
            <a:ext cx="2806089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Файл ответов:</a:t>
            </a:r>
          </a:p>
          <a:p>
            <a:pPr marL="285750" indent="-285750">
              <a:buFontTx/>
              <a:buChar char="-"/>
            </a:pPr>
            <a:r>
              <a:rPr lang="ru-RU" dirty="0"/>
              <a:t>с</a:t>
            </a:r>
            <a:r>
              <a:rPr lang="ru-RU" dirty="0" smtClean="0"/>
              <a:t>тепень релевантности </a:t>
            </a:r>
          </a:p>
          <a:p>
            <a:r>
              <a:rPr lang="ru-RU" dirty="0"/>
              <a:t>д</a:t>
            </a:r>
            <a:r>
              <a:rPr lang="ru-RU" dirty="0" smtClean="0"/>
              <a:t>окументов</a:t>
            </a:r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81170" y="1834209"/>
            <a:ext cx="1947160" cy="27539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623525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 dirty="0"/>
          </a:p>
        </p:txBody>
      </p:sp>
      <p:graphicFrame>
        <p:nvGraphicFramePr>
          <p:cNvPr id="7" name="Объект 6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635678402"/>
              </p:ext>
            </p:extLst>
          </p:nvPr>
        </p:nvGraphicFramePr>
        <p:xfrm>
          <a:off x="1097279" y="1846263"/>
          <a:ext cx="10058083" cy="404439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02.12.2025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12</a:t>
            </a:fld>
            <a:endParaRPr lang="ru-RU"/>
          </a:p>
        </p:txBody>
      </p:sp>
      <p:pic>
        <p:nvPicPr>
          <p:cNvPr id="3" name="Рисунок 2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80822" y="2980774"/>
            <a:ext cx="509065" cy="720000"/>
          </a:xfrm>
          <a:prstGeom prst="rect">
            <a:avLst/>
          </a:prstGeom>
        </p:spPr>
      </p:pic>
      <p:pic>
        <p:nvPicPr>
          <p:cNvPr id="8" name="Рисунок 7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85564" y="3005462"/>
            <a:ext cx="509065" cy="720000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46074" y="3014983"/>
            <a:ext cx="509065" cy="720000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01937" y="3014983"/>
            <a:ext cx="509065" cy="7200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149620" y="2553320"/>
            <a:ext cx="132828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 smtClean="0"/>
              <a:t>Содержит базу </a:t>
            </a:r>
          </a:p>
          <a:p>
            <a:r>
              <a:rPr lang="ru-RU" sz="1200" dirty="0" smtClean="0"/>
              <a:t>документов</a:t>
            </a:r>
            <a:endParaRPr lang="ru-RU" sz="1200" dirty="0"/>
          </a:p>
        </p:txBody>
      </p:sp>
      <p:sp>
        <p:nvSpPr>
          <p:cNvPr id="13" name="TextBox 12"/>
          <p:cNvSpPr txBox="1"/>
          <p:nvPr/>
        </p:nvSpPr>
        <p:spPr>
          <a:xfrm>
            <a:off x="5190436" y="2553320"/>
            <a:ext cx="181430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 smtClean="0"/>
              <a:t>Индексирует </a:t>
            </a:r>
          </a:p>
          <a:p>
            <a:r>
              <a:rPr lang="ru-RU" sz="1200" dirty="0"/>
              <a:t>д</a:t>
            </a:r>
            <a:r>
              <a:rPr lang="ru-RU" sz="1200" dirty="0" smtClean="0"/>
              <a:t>окументы и хранит базу индекса</a:t>
            </a:r>
            <a:endParaRPr lang="ru-RU" sz="1200" dirty="0"/>
          </a:p>
        </p:txBody>
      </p:sp>
      <p:sp>
        <p:nvSpPr>
          <p:cNvPr id="14" name="TextBox 13"/>
          <p:cNvSpPr txBox="1"/>
          <p:nvPr/>
        </p:nvSpPr>
        <p:spPr>
          <a:xfrm>
            <a:off x="1097279" y="2556907"/>
            <a:ext cx="132828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 smtClean="0"/>
              <a:t>Реализует работу с </a:t>
            </a:r>
            <a:r>
              <a:rPr lang="en-US" sz="1200" dirty="0" smtClean="0"/>
              <a:t>JSON-</a:t>
            </a:r>
            <a:r>
              <a:rPr lang="ru-RU" sz="1200" dirty="0" smtClean="0"/>
              <a:t>бъектами</a:t>
            </a:r>
            <a:endParaRPr lang="ru-RU" sz="1200" dirty="0"/>
          </a:p>
        </p:txBody>
      </p:sp>
      <p:sp>
        <p:nvSpPr>
          <p:cNvPr id="15" name="TextBox 14"/>
          <p:cNvSpPr txBox="1"/>
          <p:nvPr/>
        </p:nvSpPr>
        <p:spPr>
          <a:xfrm>
            <a:off x="7414347" y="2553319"/>
            <a:ext cx="181430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/>
              <a:t>Содержит базу </a:t>
            </a:r>
          </a:p>
          <a:p>
            <a:r>
              <a:rPr lang="ru-RU" sz="1200" dirty="0" smtClean="0"/>
              <a:t>запросов</a:t>
            </a:r>
            <a:endParaRPr lang="ru-RU" sz="1200" dirty="0"/>
          </a:p>
        </p:txBody>
      </p:sp>
      <p:sp>
        <p:nvSpPr>
          <p:cNvPr id="16" name="TextBox 15"/>
          <p:cNvSpPr txBox="1"/>
          <p:nvPr/>
        </p:nvSpPr>
        <p:spPr>
          <a:xfrm>
            <a:off x="9346823" y="2553318"/>
            <a:ext cx="1814301" cy="72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 smtClean="0"/>
              <a:t>Определяет релевантность ответов и хранит базу релевантности</a:t>
            </a:r>
            <a:endParaRPr lang="ru-RU" sz="1200" dirty="0"/>
          </a:p>
        </p:txBody>
      </p:sp>
      <p:sp>
        <p:nvSpPr>
          <p:cNvPr id="17" name="TextBox 16"/>
          <p:cNvSpPr txBox="1"/>
          <p:nvPr/>
        </p:nvSpPr>
        <p:spPr>
          <a:xfrm>
            <a:off x="5152252" y="5129628"/>
            <a:ext cx="177683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200" dirty="0"/>
              <a:t>О</a:t>
            </a:r>
            <a:r>
              <a:rPr lang="ru-RU" sz="1200" dirty="0" smtClean="0"/>
              <a:t>рганизует </a:t>
            </a:r>
          </a:p>
          <a:p>
            <a:r>
              <a:rPr lang="ru-RU" sz="1200" dirty="0" smtClean="0"/>
              <a:t>взаимодействие </a:t>
            </a:r>
            <a:r>
              <a:rPr lang="ru-RU" sz="1200" dirty="0"/>
              <a:t>между </a:t>
            </a:r>
            <a:endParaRPr lang="ru-RU" sz="1200" dirty="0" smtClean="0"/>
          </a:p>
          <a:p>
            <a:r>
              <a:rPr lang="ru-RU" sz="1200" dirty="0" smtClean="0"/>
              <a:t>классами</a:t>
            </a:r>
            <a:endParaRPr lang="ru-RU" sz="1200" dirty="0"/>
          </a:p>
        </p:txBody>
      </p:sp>
      <p:sp>
        <p:nvSpPr>
          <p:cNvPr id="20" name="TextBox 19"/>
          <p:cNvSpPr txBox="1"/>
          <p:nvPr/>
        </p:nvSpPr>
        <p:spPr>
          <a:xfrm>
            <a:off x="9539559" y="4923827"/>
            <a:ext cx="181430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/>
              <a:t>Р</a:t>
            </a:r>
            <a:r>
              <a:rPr lang="ru-RU" sz="1200" dirty="0" smtClean="0"/>
              <a:t>еализует </a:t>
            </a:r>
            <a:r>
              <a:rPr lang="ru-RU" sz="1200" dirty="0"/>
              <a:t>диспетчер операций c файлами и JSON-объектами</a:t>
            </a:r>
          </a:p>
        </p:txBody>
      </p:sp>
      <p:pic>
        <p:nvPicPr>
          <p:cNvPr id="29" name="Рисунок 28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8946" y="2951899"/>
            <a:ext cx="509070" cy="720000"/>
          </a:xfrm>
          <a:prstGeom prst="rect">
            <a:avLst/>
          </a:prstGeom>
        </p:spPr>
      </p:pic>
      <p:pic>
        <p:nvPicPr>
          <p:cNvPr id="30" name="Рисунок 29"/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84669" y="2952141"/>
            <a:ext cx="509070" cy="720000"/>
          </a:xfrm>
          <a:prstGeom prst="rect">
            <a:avLst/>
          </a:prstGeom>
        </p:spPr>
      </p:pic>
      <p:pic>
        <p:nvPicPr>
          <p:cNvPr id="31" name="Рисунок 30"/>
          <p:cNvPicPr>
            <a:picLocks noChangeAspect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23987" y="2952141"/>
            <a:ext cx="509070" cy="720000"/>
          </a:xfrm>
          <a:prstGeom prst="rect">
            <a:avLst/>
          </a:prstGeom>
        </p:spPr>
      </p:pic>
      <p:pic>
        <p:nvPicPr>
          <p:cNvPr id="12" name="Рисунок 11"/>
          <p:cNvPicPr>
            <a:picLocks noChangeAspect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7299" y="5292017"/>
            <a:ext cx="509065" cy="720000"/>
          </a:xfrm>
          <a:prstGeom prst="rect">
            <a:avLst/>
          </a:prstGeom>
        </p:spPr>
      </p:pic>
      <p:grpSp>
        <p:nvGrpSpPr>
          <p:cNvPr id="34" name="Группа 33"/>
          <p:cNvGrpSpPr/>
          <p:nvPr/>
        </p:nvGrpSpPr>
        <p:grpSpPr>
          <a:xfrm>
            <a:off x="1091517" y="4270658"/>
            <a:ext cx="1620003" cy="1620003"/>
            <a:chOff x="0" y="2424394"/>
            <a:chExt cx="1620003" cy="1620003"/>
          </a:xfrm>
        </p:grpSpPr>
        <p:sp>
          <p:nvSpPr>
            <p:cNvPr id="35" name="Скругленный прямоугольник 34"/>
            <p:cNvSpPr/>
            <p:nvPr/>
          </p:nvSpPr>
          <p:spPr>
            <a:xfrm>
              <a:off x="0" y="2424394"/>
              <a:ext cx="1620003" cy="1620003"/>
            </a:xfrm>
            <a:prstGeom prst="roundRect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36" name="Скругленный прямоугольник 4"/>
            <p:cNvSpPr/>
            <p:nvPr/>
          </p:nvSpPr>
          <p:spPr>
            <a:xfrm>
              <a:off x="79082" y="2503476"/>
              <a:ext cx="1461839" cy="1461839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50800" tIns="50800" rIns="50800" bIns="50800" numCol="1" spcCol="1270" anchor="t" anchorCtr="0">
              <a:noAutofit/>
            </a:bodyPr>
            <a:lstStyle/>
            <a:p>
              <a:pPr lvl="0" algn="ctr" defTabSz="8890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2000" b="1" kern="1200" dirty="0" smtClean="0"/>
                <a:t>Logger</a:t>
              </a:r>
              <a:endParaRPr lang="ru-RU" sz="2000" b="1" kern="1200" dirty="0"/>
            </a:p>
          </p:txBody>
        </p:sp>
      </p:grpSp>
      <p:sp>
        <p:nvSpPr>
          <p:cNvPr id="40" name="TextBox 39"/>
          <p:cNvSpPr txBox="1"/>
          <p:nvPr/>
        </p:nvSpPr>
        <p:spPr>
          <a:xfrm>
            <a:off x="1062553" y="4806462"/>
            <a:ext cx="14245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 smtClean="0"/>
              <a:t>Логирует события в лог-файлы и в консоль</a:t>
            </a:r>
            <a:endParaRPr lang="ru-RU" sz="1200" dirty="0"/>
          </a:p>
        </p:txBody>
      </p:sp>
      <p:pic>
        <p:nvPicPr>
          <p:cNvPr id="42" name="Рисунок 41"/>
          <p:cNvPicPr>
            <a:picLocks noChangeAspect="1"/>
          </p:cNvPicPr>
          <p:nvPr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48026" y="5292017"/>
            <a:ext cx="509070" cy="720000"/>
          </a:xfrm>
          <a:prstGeom prst="rect">
            <a:avLst/>
          </a:prstGeom>
        </p:spPr>
      </p:pic>
      <p:pic>
        <p:nvPicPr>
          <p:cNvPr id="26" name="Рисунок 25"/>
          <p:cNvPicPr>
            <a:picLocks noChangeAspect="1"/>
          </p:cNvPicPr>
          <p:nvPr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63310" y="2966363"/>
            <a:ext cx="509065" cy="720000"/>
          </a:xfrm>
          <a:prstGeom prst="rect">
            <a:avLst/>
          </a:prstGeom>
        </p:spPr>
      </p:pic>
      <p:pic>
        <p:nvPicPr>
          <p:cNvPr id="27" name="Рисунок 26"/>
          <p:cNvPicPr>
            <a:picLocks noChangeAspect="1"/>
          </p:cNvPicPr>
          <p:nvPr/>
        </p:nvPicPr>
        <p:blipFill>
          <a:blip r:embed="rId1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54326" y="2980774"/>
            <a:ext cx="509065" cy="720000"/>
          </a:xfrm>
          <a:prstGeom prst="rect">
            <a:avLst/>
          </a:prstGeom>
        </p:spPr>
      </p:pic>
      <p:pic>
        <p:nvPicPr>
          <p:cNvPr id="28" name="Рисунок 27"/>
          <p:cNvPicPr>
            <a:picLocks noChangeAspect="1"/>
          </p:cNvPicPr>
          <p:nvPr/>
        </p:nvPicPr>
        <p:blipFill>
          <a:blip r:embed="rId1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14836" y="3002040"/>
            <a:ext cx="509065" cy="720000"/>
          </a:xfrm>
          <a:prstGeom prst="rect">
            <a:avLst/>
          </a:prstGeom>
        </p:spPr>
      </p:pic>
      <p:pic>
        <p:nvPicPr>
          <p:cNvPr id="43" name="Рисунок 42"/>
          <p:cNvPicPr>
            <a:picLocks noChangeAspect="1"/>
          </p:cNvPicPr>
          <p:nvPr/>
        </p:nvPicPr>
        <p:blipFill>
          <a:blip r:embed="rId1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75346" y="3025732"/>
            <a:ext cx="509065" cy="720000"/>
          </a:xfrm>
          <a:prstGeom prst="rect">
            <a:avLst/>
          </a:prstGeom>
        </p:spPr>
      </p:pic>
      <p:pic>
        <p:nvPicPr>
          <p:cNvPr id="44" name="Рисунок 43"/>
          <p:cNvPicPr>
            <a:picLocks noChangeAspect="1"/>
          </p:cNvPicPr>
          <p:nvPr/>
        </p:nvPicPr>
        <p:blipFill>
          <a:blip r:embed="rId2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37607" y="3022221"/>
            <a:ext cx="509065" cy="720000"/>
          </a:xfrm>
          <a:prstGeom prst="rect">
            <a:avLst/>
          </a:prstGeom>
        </p:spPr>
      </p:pic>
      <p:pic>
        <p:nvPicPr>
          <p:cNvPr id="18" name="Рисунок 17"/>
          <p:cNvPicPr>
            <a:picLocks noChangeAspect="1"/>
          </p:cNvPicPr>
          <p:nvPr/>
        </p:nvPicPr>
        <p:blipFill>
          <a:blip r:embed="rId2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92097" y="5218935"/>
            <a:ext cx="514862" cy="728199"/>
          </a:xfrm>
          <a:prstGeom prst="rect">
            <a:avLst/>
          </a:prstGeom>
        </p:spPr>
      </p:pic>
      <p:pic>
        <p:nvPicPr>
          <p:cNvPr id="21" name="Рисунок 20"/>
          <p:cNvPicPr>
            <a:picLocks noChangeAspect="1"/>
          </p:cNvPicPr>
          <p:nvPr/>
        </p:nvPicPr>
        <p:blipFill>
          <a:blip r:embed="rId2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66138" y="5331014"/>
            <a:ext cx="476195" cy="6735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106237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Группа 16"/>
          <p:cNvGrpSpPr/>
          <p:nvPr/>
        </p:nvGrpSpPr>
        <p:grpSpPr>
          <a:xfrm>
            <a:off x="3213296" y="1949116"/>
            <a:ext cx="7844304" cy="4153736"/>
            <a:chOff x="3408461" y="590301"/>
            <a:chExt cx="1296590" cy="1296590"/>
          </a:xfrm>
          <a:solidFill>
            <a:schemeClr val="accent1">
              <a:hueOff val="0"/>
              <a:satOff val="0"/>
              <a:lumOff val="0"/>
            </a:schemeClr>
          </a:solidFill>
        </p:grpSpPr>
        <p:sp>
          <p:nvSpPr>
            <p:cNvPr id="18" name="Скругленный прямоугольник 17"/>
            <p:cNvSpPr/>
            <p:nvPr/>
          </p:nvSpPr>
          <p:spPr>
            <a:xfrm>
              <a:off x="3408461" y="590301"/>
              <a:ext cx="1296590" cy="1296590"/>
            </a:xfrm>
            <a:prstGeom prst="roundRect">
              <a:avLst/>
            </a:prstGeom>
            <a:grpFill/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19" name="Скругленный прямоугольник 4"/>
            <p:cNvSpPr/>
            <p:nvPr/>
          </p:nvSpPr>
          <p:spPr>
            <a:xfrm>
              <a:off x="3467347" y="649562"/>
              <a:ext cx="1170002" cy="1170002"/>
            </a:xfrm>
            <a:prstGeom prst="rect">
              <a:avLst/>
            </a:prstGeom>
            <a:grpFill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2065" tIns="12065" rIns="12065" bIns="12065" numCol="1" spcCol="1270" anchor="t" anchorCtr="1">
              <a:noAutofit/>
            </a:bodyPr>
            <a:lstStyle/>
            <a:p>
              <a:pPr lvl="0" algn="ctr" defTabSz="8445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900" kern="1200" dirty="0" smtClean="0"/>
                <a:t>SearchEngine</a:t>
              </a:r>
              <a:endParaRPr lang="ru-RU" sz="1900" kern="1200" dirty="0"/>
            </a:p>
          </p:txBody>
        </p:sp>
      </p:grpSp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 dirty="0"/>
          </a:p>
        </p:txBody>
      </p:sp>
      <p:graphicFrame>
        <p:nvGraphicFramePr>
          <p:cNvPr id="8" name="Объект 7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674023417"/>
              </p:ext>
            </p:extLst>
          </p:nvPr>
        </p:nvGraphicFramePr>
        <p:xfrm>
          <a:off x="5021247" y="1949116"/>
          <a:ext cx="6036352" cy="414367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02.12.2025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13</a:t>
            </a:fld>
            <a:endParaRPr lang="ru-RU"/>
          </a:p>
        </p:txBody>
      </p:sp>
      <p:sp>
        <p:nvSpPr>
          <p:cNvPr id="11" name="Стрелка вправо 10"/>
          <p:cNvSpPr/>
          <p:nvPr/>
        </p:nvSpPr>
        <p:spPr>
          <a:xfrm>
            <a:off x="2550696" y="3778638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6" name="TextBox 25"/>
          <p:cNvSpPr txBox="1"/>
          <p:nvPr/>
        </p:nvSpPr>
        <p:spPr>
          <a:xfrm>
            <a:off x="993954" y="5015622"/>
            <a:ext cx="3113481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ru-RU" dirty="0" smtClean="0"/>
              <a:t>пути к файлам документов</a:t>
            </a:r>
          </a:p>
          <a:p>
            <a:pPr marL="285750" indent="-285750">
              <a:buFontTx/>
              <a:buChar char="-"/>
            </a:pPr>
            <a:r>
              <a:rPr lang="ru-RU" dirty="0" smtClean="0"/>
              <a:t>запросы</a:t>
            </a:r>
          </a:p>
          <a:p>
            <a:pPr marL="285750" indent="-285750">
              <a:buFontTx/>
              <a:buChar char="-"/>
            </a:pPr>
            <a:endParaRPr lang="ru-RU" dirty="0"/>
          </a:p>
        </p:txBody>
      </p:sp>
      <p:sp>
        <p:nvSpPr>
          <p:cNvPr id="27" name="TextBox 26"/>
          <p:cNvSpPr txBox="1"/>
          <p:nvPr/>
        </p:nvSpPr>
        <p:spPr>
          <a:xfrm>
            <a:off x="4073529" y="2398917"/>
            <a:ext cx="18345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о</a:t>
            </a:r>
            <a:r>
              <a:rPr lang="ru-RU" dirty="0" smtClean="0"/>
              <a:t>бъекты классов</a:t>
            </a:r>
            <a:endParaRPr lang="ru-RU" dirty="0"/>
          </a:p>
        </p:txBody>
      </p:sp>
      <p:grpSp>
        <p:nvGrpSpPr>
          <p:cNvPr id="12" name="Группа 11"/>
          <p:cNvGrpSpPr/>
          <p:nvPr/>
        </p:nvGrpSpPr>
        <p:grpSpPr>
          <a:xfrm>
            <a:off x="3270165" y="3317427"/>
            <a:ext cx="1296590" cy="1296590"/>
            <a:chOff x="3408461" y="590301"/>
            <a:chExt cx="1296590" cy="1296590"/>
          </a:xfrm>
        </p:grpSpPr>
        <p:sp>
          <p:nvSpPr>
            <p:cNvPr id="13" name="Скругленный прямоугольник 12"/>
            <p:cNvSpPr/>
            <p:nvPr/>
          </p:nvSpPr>
          <p:spPr>
            <a:xfrm>
              <a:off x="3408461" y="590301"/>
              <a:ext cx="1296590" cy="1296590"/>
            </a:xfrm>
            <a:prstGeom prst="roundRect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14" name="Скругленный прямоугольник 4"/>
            <p:cNvSpPr/>
            <p:nvPr/>
          </p:nvSpPr>
          <p:spPr>
            <a:xfrm>
              <a:off x="3471755" y="653595"/>
              <a:ext cx="1170002" cy="1170002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2065" tIns="12065" rIns="12065" bIns="12065" numCol="1" spcCol="1270" anchor="ctr" anchorCtr="0">
              <a:noAutofit/>
            </a:bodyPr>
            <a:lstStyle/>
            <a:p>
              <a:pPr lvl="0" algn="ctr" defTabSz="8445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900" kern="1200" dirty="0" smtClean="0"/>
                <a:t>Dispatcher</a:t>
              </a:r>
              <a:endParaRPr lang="ru-RU" sz="1900" kern="1200" dirty="0" smtClean="0"/>
            </a:p>
            <a:p>
              <a:pPr lvl="0" algn="ctr" defTabSz="8445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900" kern="1200" dirty="0" smtClean="0"/>
                <a:t>Operations</a:t>
              </a:r>
              <a:endParaRPr lang="ru-RU" sz="1900" kern="1200" dirty="0"/>
            </a:p>
          </p:txBody>
        </p:sp>
      </p:grpSp>
      <p:sp>
        <p:nvSpPr>
          <p:cNvPr id="15" name="Стрелка вправо 14"/>
          <p:cNvSpPr/>
          <p:nvPr/>
        </p:nvSpPr>
        <p:spPr>
          <a:xfrm>
            <a:off x="4544097" y="3778638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3" name="Рисунок 2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2838" y="1949116"/>
            <a:ext cx="1464861" cy="2071838"/>
          </a:xfrm>
          <a:prstGeom prst="rect">
            <a:avLst/>
          </a:prstGeom>
        </p:spPr>
      </p:pic>
      <p:pic>
        <p:nvPicPr>
          <p:cNvPr id="7" name="Рисунок 6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4844" y="3364033"/>
            <a:ext cx="1417094" cy="2004277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48434" y="1828276"/>
            <a:ext cx="1605413" cy="22706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429372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>
            <a:alpha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Стрелка вправо 67"/>
          <p:cNvSpPr/>
          <p:nvPr/>
        </p:nvSpPr>
        <p:spPr>
          <a:xfrm>
            <a:off x="2497365" y="-203025"/>
            <a:ext cx="9110227" cy="3960000"/>
          </a:xfrm>
          <a:prstGeom prst="rightArrow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0">
            <a:schemeClr val="accen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4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40000"/>
              <a:hueOff val="0"/>
              <a:satOff val="0"/>
              <a:lumOff val="0"/>
              <a:alphaOff val="0"/>
            </a:schemeClr>
          </a:effectRef>
          <a:fontRef idx="minor">
            <a:schemeClr val="dk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763448" y="41705"/>
            <a:ext cx="10058400" cy="581647"/>
          </a:xfrm>
        </p:spPr>
        <p:txBody>
          <a:bodyPr>
            <a:normAutofit fontScale="90000"/>
          </a:bodyPr>
          <a:lstStyle/>
          <a:p>
            <a:endParaRPr lang="ru-RU" dirty="0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>
          <a:xfrm>
            <a:off x="1097274" y="6459785"/>
            <a:ext cx="2472271" cy="365125"/>
          </a:xfrm>
        </p:spPr>
        <p:txBody>
          <a:bodyPr/>
          <a:lstStyle/>
          <a:p>
            <a:fld id="{5415850B-FCCB-4950-8D75-8D81D52F3FBD}" type="datetime1">
              <a:rPr lang="ru-RU" smtClean="0"/>
              <a:t>02.12.2025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>
          <a:xfrm>
            <a:off x="3686179" y="6459785"/>
            <a:ext cx="4822804" cy="365125"/>
          </a:xfrm>
        </p:spPr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14</a:t>
            </a:fld>
            <a:endParaRPr lang="ru-RU"/>
          </a:p>
        </p:txBody>
      </p:sp>
      <p:grpSp>
        <p:nvGrpSpPr>
          <p:cNvPr id="6" name="Группа 5"/>
          <p:cNvGrpSpPr/>
          <p:nvPr/>
        </p:nvGrpSpPr>
        <p:grpSpPr>
          <a:xfrm>
            <a:off x="3236179" y="5213448"/>
            <a:ext cx="900000" cy="900000"/>
            <a:chOff x="2197456" y="405415"/>
            <a:chExt cx="1083633" cy="1083633"/>
          </a:xfrm>
        </p:grpSpPr>
        <p:sp>
          <p:nvSpPr>
            <p:cNvPr id="7" name="Овал 6"/>
            <p:cNvSpPr/>
            <p:nvPr/>
          </p:nvSpPr>
          <p:spPr>
            <a:xfrm>
              <a:off x="2197456" y="405415"/>
              <a:ext cx="1083633" cy="108363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8" name="Овал 4"/>
            <p:cNvSpPr/>
            <p:nvPr/>
          </p:nvSpPr>
          <p:spPr>
            <a:xfrm>
              <a:off x="2356150" y="564109"/>
              <a:ext cx="766245" cy="766245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0795" tIns="10795" rIns="10795" bIns="10795" numCol="1" spcCol="1270" anchor="ctr" anchorCtr="0">
              <a:noAutofit/>
            </a:bodyPr>
            <a:lstStyle/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100" kern="1200" dirty="0" smtClean="0"/>
                <a:t>Search</a:t>
              </a:r>
            </a:p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100" kern="1200" dirty="0" smtClean="0"/>
                <a:t>Engine</a:t>
              </a:r>
              <a:endParaRPr lang="ru-RU" sz="1100" kern="1200" dirty="0"/>
            </a:p>
          </p:txBody>
        </p:sp>
      </p:grpSp>
      <p:sp>
        <p:nvSpPr>
          <p:cNvPr id="10" name="TextBox 9"/>
          <p:cNvSpPr txBox="1"/>
          <p:nvPr/>
        </p:nvSpPr>
        <p:spPr>
          <a:xfrm>
            <a:off x="564467" y="4154088"/>
            <a:ext cx="1375698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100" dirty="0" smtClean="0"/>
              <a:t>Пути файлов:</a:t>
            </a:r>
          </a:p>
          <a:p>
            <a:pPr marL="285750" indent="-285750">
              <a:buFontTx/>
              <a:buChar char="-"/>
            </a:pPr>
            <a:r>
              <a:rPr lang="ru-RU" sz="1100" dirty="0" smtClean="0"/>
              <a:t>конфигурации;</a:t>
            </a:r>
          </a:p>
          <a:p>
            <a:pPr marL="285750" indent="-285750">
              <a:buFontTx/>
              <a:buChar char="-"/>
            </a:pPr>
            <a:r>
              <a:rPr lang="ru-RU" sz="1100" dirty="0" smtClean="0"/>
              <a:t>запросов</a:t>
            </a:r>
            <a:r>
              <a:rPr lang="ru-RU" sz="1100" dirty="0"/>
              <a:t>;</a:t>
            </a:r>
            <a:r>
              <a:rPr lang="en-US" sz="1100" dirty="0" smtClean="0"/>
              <a:t> </a:t>
            </a:r>
            <a:endParaRPr lang="ru-RU" sz="1100" dirty="0" smtClean="0"/>
          </a:p>
          <a:p>
            <a:pPr marL="285750" indent="-285750">
              <a:buFontTx/>
              <a:buChar char="-"/>
            </a:pPr>
            <a:r>
              <a:rPr lang="ru-RU" sz="1100" dirty="0" smtClean="0"/>
              <a:t>ответов</a:t>
            </a:r>
            <a:endParaRPr lang="ru-RU" sz="1100" dirty="0"/>
          </a:p>
        </p:txBody>
      </p:sp>
      <p:pic>
        <p:nvPicPr>
          <p:cNvPr id="28" name="Рисунок 27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62330" y="3303385"/>
            <a:ext cx="944416" cy="1335742"/>
          </a:xfrm>
          <a:prstGeom prst="rect">
            <a:avLst/>
          </a:prstGeom>
        </p:spPr>
      </p:pic>
      <p:pic>
        <p:nvPicPr>
          <p:cNvPr id="43" name="Рисунок 42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86774" y="3276746"/>
            <a:ext cx="948137" cy="1341005"/>
          </a:xfrm>
          <a:prstGeom prst="rect">
            <a:avLst/>
          </a:prstGeom>
        </p:spPr>
      </p:pic>
      <p:pic>
        <p:nvPicPr>
          <p:cNvPr id="50" name="Рисунок 49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49940" y="3220670"/>
            <a:ext cx="1002898" cy="1418457"/>
          </a:xfrm>
          <a:prstGeom prst="rect">
            <a:avLst/>
          </a:prstGeom>
        </p:spPr>
      </p:pic>
      <p:sp>
        <p:nvSpPr>
          <p:cNvPr id="53" name="Стрелка вправо 52"/>
          <p:cNvSpPr/>
          <p:nvPr/>
        </p:nvSpPr>
        <p:spPr>
          <a:xfrm rot="16200000">
            <a:off x="11023784" y="2876739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7" name="Стрелка вправо 56"/>
          <p:cNvSpPr/>
          <p:nvPr/>
        </p:nvSpPr>
        <p:spPr>
          <a:xfrm rot="16200000">
            <a:off x="6887385" y="4588444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6" name="Стрелка вправо 65"/>
          <p:cNvSpPr/>
          <p:nvPr/>
        </p:nvSpPr>
        <p:spPr>
          <a:xfrm rot="16200000">
            <a:off x="1646850" y="2882452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7" name="TextBox 46"/>
          <p:cNvSpPr txBox="1"/>
          <p:nvPr/>
        </p:nvSpPr>
        <p:spPr>
          <a:xfrm>
            <a:off x="3281347" y="3555668"/>
            <a:ext cx="1375698" cy="6001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100" dirty="0" smtClean="0"/>
              <a:t>Пути файлов:</a:t>
            </a:r>
          </a:p>
          <a:p>
            <a:pPr marL="285750" indent="-285750">
              <a:buFontTx/>
              <a:buChar char="-"/>
            </a:pPr>
            <a:r>
              <a:rPr lang="ru-RU" sz="1100" dirty="0" smtClean="0"/>
              <a:t>конфигурации;</a:t>
            </a:r>
          </a:p>
          <a:p>
            <a:pPr marL="285750" indent="-285750">
              <a:buFontTx/>
              <a:buChar char="-"/>
            </a:pPr>
            <a:r>
              <a:rPr lang="ru-RU" sz="1100" dirty="0" smtClean="0"/>
              <a:t>запросов</a:t>
            </a:r>
            <a:r>
              <a:rPr lang="ru-RU" sz="1100" dirty="0"/>
              <a:t>;</a:t>
            </a:r>
            <a:r>
              <a:rPr lang="en-US" sz="1100" dirty="0" smtClean="0"/>
              <a:t> </a:t>
            </a:r>
            <a:endParaRPr lang="ru-RU" sz="1100" dirty="0" smtClean="0"/>
          </a:p>
        </p:txBody>
      </p:sp>
      <p:grpSp>
        <p:nvGrpSpPr>
          <p:cNvPr id="69" name="Группа 68"/>
          <p:cNvGrpSpPr/>
          <p:nvPr/>
        </p:nvGrpSpPr>
        <p:grpSpPr>
          <a:xfrm>
            <a:off x="6706746" y="5206213"/>
            <a:ext cx="900000" cy="900000"/>
            <a:chOff x="3899929" y="338038"/>
            <a:chExt cx="903543" cy="903543"/>
          </a:xfrm>
        </p:grpSpPr>
        <p:sp>
          <p:nvSpPr>
            <p:cNvPr id="70" name="Овал 69"/>
            <p:cNvSpPr/>
            <p:nvPr/>
          </p:nvSpPr>
          <p:spPr>
            <a:xfrm>
              <a:off x="3899929" y="338038"/>
              <a:ext cx="903543" cy="90354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71" name="Овал 4"/>
            <p:cNvSpPr/>
            <p:nvPr/>
          </p:nvSpPr>
          <p:spPr>
            <a:xfrm>
              <a:off x="4032250" y="470359"/>
              <a:ext cx="690074" cy="638901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6985" tIns="6985" rIns="6985" bIns="6985" numCol="1" spcCol="1270" anchor="ctr" anchorCtr="0">
              <a:noAutofit/>
            </a:bodyPr>
            <a:lstStyle/>
            <a:p>
              <a:pPr lvl="0" algn="ctr" defTabSz="4889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100" dirty="0" smtClean="0"/>
                <a:t>Documents</a:t>
              </a:r>
              <a:endParaRPr lang="ru-RU" sz="1100" kern="1200" dirty="0"/>
            </a:p>
          </p:txBody>
        </p:sp>
      </p:grpSp>
      <p:sp>
        <p:nvSpPr>
          <p:cNvPr id="72" name="Стрелка вправо 71"/>
          <p:cNvSpPr/>
          <p:nvPr/>
        </p:nvSpPr>
        <p:spPr>
          <a:xfrm rot="16200000">
            <a:off x="6866905" y="2869437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3" name="Стрелка вправо 72"/>
          <p:cNvSpPr/>
          <p:nvPr/>
        </p:nvSpPr>
        <p:spPr>
          <a:xfrm rot="16200000">
            <a:off x="10063824" y="2899326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4" name="Стрелка вправо 73"/>
          <p:cNvSpPr/>
          <p:nvPr/>
        </p:nvSpPr>
        <p:spPr>
          <a:xfrm rot="16200000">
            <a:off x="10134562" y="4485622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8" name="Стрелка вправо 77"/>
          <p:cNvSpPr/>
          <p:nvPr/>
        </p:nvSpPr>
        <p:spPr>
          <a:xfrm rot="16200000">
            <a:off x="11088882" y="4483853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79" name="Группа 78"/>
          <p:cNvGrpSpPr/>
          <p:nvPr/>
        </p:nvGrpSpPr>
        <p:grpSpPr>
          <a:xfrm>
            <a:off x="9986937" y="5124120"/>
            <a:ext cx="900000" cy="900000"/>
            <a:chOff x="5151860" y="405415"/>
            <a:chExt cx="1083633" cy="1083633"/>
          </a:xfrm>
        </p:grpSpPr>
        <p:sp>
          <p:nvSpPr>
            <p:cNvPr id="80" name="Овал 79"/>
            <p:cNvSpPr/>
            <p:nvPr/>
          </p:nvSpPr>
          <p:spPr>
            <a:xfrm>
              <a:off x="5151860" y="405415"/>
              <a:ext cx="1083633" cy="108363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81" name="Овал 4"/>
            <p:cNvSpPr/>
            <p:nvPr/>
          </p:nvSpPr>
          <p:spPr>
            <a:xfrm>
              <a:off x="5310554" y="564109"/>
              <a:ext cx="766245" cy="766245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0795" tIns="10795" rIns="10795" bIns="10795" numCol="1" spcCol="1270" anchor="ctr" anchorCtr="0">
              <a:noAutofit/>
            </a:bodyPr>
            <a:lstStyle/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100" kern="1200" dirty="0" smtClean="0"/>
                <a:t>Inverted</a:t>
              </a:r>
            </a:p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100" kern="1200" dirty="0" smtClean="0"/>
                <a:t>Index</a:t>
              </a:r>
              <a:endParaRPr lang="ru-RU" sz="1100" kern="1200" dirty="0"/>
            </a:p>
          </p:txBody>
        </p:sp>
      </p:grpSp>
      <p:sp>
        <p:nvSpPr>
          <p:cNvPr id="82" name="Стрелка вправо 81"/>
          <p:cNvSpPr/>
          <p:nvPr/>
        </p:nvSpPr>
        <p:spPr>
          <a:xfrm rot="16200000">
            <a:off x="3400233" y="2897019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6" name="Стрелка вправо 85"/>
          <p:cNvSpPr/>
          <p:nvPr/>
        </p:nvSpPr>
        <p:spPr>
          <a:xfrm rot="16200000">
            <a:off x="3399357" y="4569175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87" name="Группа 86"/>
          <p:cNvGrpSpPr/>
          <p:nvPr/>
        </p:nvGrpSpPr>
        <p:grpSpPr>
          <a:xfrm>
            <a:off x="10952838" y="5102824"/>
            <a:ext cx="900000" cy="900000"/>
            <a:chOff x="5151860" y="405415"/>
            <a:chExt cx="1083633" cy="1083633"/>
          </a:xfrm>
        </p:grpSpPr>
        <p:sp>
          <p:nvSpPr>
            <p:cNvPr id="88" name="Овал 87"/>
            <p:cNvSpPr/>
            <p:nvPr/>
          </p:nvSpPr>
          <p:spPr>
            <a:xfrm>
              <a:off x="5151860" y="405415"/>
              <a:ext cx="1083633" cy="108363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89" name="Овал 4"/>
            <p:cNvSpPr/>
            <p:nvPr/>
          </p:nvSpPr>
          <p:spPr>
            <a:xfrm>
              <a:off x="5310554" y="564109"/>
              <a:ext cx="766245" cy="766245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0795" tIns="10795" rIns="10795" bIns="10795" numCol="1" spcCol="1270" anchor="ctr" anchorCtr="0">
              <a:noAutofit/>
            </a:bodyPr>
            <a:lstStyle/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100" dirty="0" smtClean="0"/>
                <a:t>Requests</a:t>
              </a:r>
              <a:endParaRPr lang="ru-RU" sz="1100" kern="1200" dirty="0"/>
            </a:p>
          </p:txBody>
        </p:sp>
      </p:grpSp>
      <p:pic>
        <p:nvPicPr>
          <p:cNvPr id="14" name="Рисунок 13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3204" y="2623849"/>
            <a:ext cx="1250395" cy="1768506"/>
          </a:xfrm>
          <a:prstGeom prst="rect">
            <a:avLst/>
          </a:prstGeom>
        </p:spPr>
      </p:pic>
      <p:pic>
        <p:nvPicPr>
          <p:cNvPr id="15" name="Рисунок 14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52939" y="2732393"/>
            <a:ext cx="1411202" cy="1995945"/>
          </a:xfrm>
          <a:prstGeom prst="rect">
            <a:avLst/>
          </a:prstGeom>
        </p:spPr>
      </p:pic>
      <p:pic>
        <p:nvPicPr>
          <p:cNvPr id="19" name="Рисунок 18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6301" y="3404765"/>
            <a:ext cx="1470499" cy="2079812"/>
          </a:xfrm>
          <a:prstGeom prst="rect">
            <a:avLst/>
          </a:prstGeom>
        </p:spPr>
      </p:pic>
      <p:pic>
        <p:nvPicPr>
          <p:cNvPr id="77" name="Рисунок 76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89500" y="3424390"/>
            <a:ext cx="1411202" cy="1995945"/>
          </a:xfrm>
          <a:prstGeom prst="rect">
            <a:avLst/>
          </a:prstGeom>
        </p:spPr>
      </p:pic>
      <p:pic>
        <p:nvPicPr>
          <p:cNvPr id="90" name="Рисунок 89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80882" y="2849245"/>
            <a:ext cx="1250395" cy="1768506"/>
          </a:xfrm>
          <a:prstGeom prst="rect">
            <a:avLst/>
          </a:prstGeom>
        </p:spPr>
      </p:pic>
      <p:grpSp>
        <p:nvGrpSpPr>
          <p:cNvPr id="91" name="Группа 90"/>
          <p:cNvGrpSpPr>
            <a:grpSpLocks noChangeAspect="1"/>
          </p:cNvGrpSpPr>
          <p:nvPr/>
        </p:nvGrpSpPr>
        <p:grpSpPr>
          <a:xfrm>
            <a:off x="2601602" y="908592"/>
            <a:ext cx="1555226" cy="1692000"/>
            <a:chOff x="6093193" y="1986700"/>
            <a:chExt cx="1440000" cy="1442300"/>
          </a:xfrm>
        </p:grpSpPr>
        <p:grpSp>
          <p:nvGrpSpPr>
            <p:cNvPr id="92" name="Группа 91"/>
            <p:cNvGrpSpPr/>
            <p:nvPr/>
          </p:nvGrpSpPr>
          <p:grpSpPr>
            <a:xfrm>
              <a:off x="6093193" y="1986700"/>
              <a:ext cx="1440000" cy="1440484"/>
              <a:chOff x="8438075" y="2424393"/>
              <a:chExt cx="1620003" cy="1620547"/>
            </a:xfrm>
          </p:grpSpPr>
          <p:sp>
            <p:nvSpPr>
              <p:cNvPr id="94" name="Скругленный прямоугольник 93"/>
              <p:cNvSpPr/>
              <p:nvPr/>
            </p:nvSpPr>
            <p:spPr>
              <a:xfrm>
                <a:off x="8438075" y="2424393"/>
                <a:ext cx="1620003" cy="1620547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95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dirty="0"/>
                  <a:t>ConverterJSON</a:t>
                </a:r>
                <a:endParaRPr lang="ru-RU" sz="1100" b="1" kern="1200" dirty="0"/>
              </a:p>
            </p:txBody>
          </p:sp>
        </p:grpSp>
        <p:sp>
          <p:nvSpPr>
            <p:cNvPr id="93" name="Прямоугольник 92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 sz="1100" dirty="0">
                <a:solidFill>
                  <a:schemeClr val="tx1"/>
                </a:solidFill>
              </a:endParaRPr>
            </a:p>
          </p:txBody>
        </p:sp>
      </p:grpSp>
      <p:pic>
        <p:nvPicPr>
          <p:cNvPr id="9" name="Рисунок 8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35679" y="1371283"/>
            <a:ext cx="662506" cy="937021"/>
          </a:xfrm>
          <a:prstGeom prst="rect">
            <a:avLst/>
          </a:prstGeom>
        </p:spPr>
      </p:pic>
      <p:pic>
        <p:nvPicPr>
          <p:cNvPr id="61" name="Рисунок 60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60874" y="1320452"/>
            <a:ext cx="707820" cy="1001110"/>
          </a:xfrm>
          <a:prstGeom prst="rect">
            <a:avLst/>
          </a:prstGeom>
        </p:spPr>
      </p:pic>
      <p:grpSp>
        <p:nvGrpSpPr>
          <p:cNvPr id="62" name="Группа 61"/>
          <p:cNvGrpSpPr/>
          <p:nvPr/>
        </p:nvGrpSpPr>
        <p:grpSpPr>
          <a:xfrm>
            <a:off x="4241188" y="834260"/>
            <a:ext cx="1800000" cy="1800000"/>
            <a:chOff x="6093193" y="1986699"/>
            <a:chExt cx="1440000" cy="1442301"/>
          </a:xfrm>
        </p:grpSpPr>
        <p:grpSp>
          <p:nvGrpSpPr>
            <p:cNvPr id="63" name="Группа 62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65" name="Скругленный прямоугольник 64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67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dirty="0"/>
                  <a:t>Documents</a:t>
                </a:r>
                <a:endParaRPr lang="ru-RU" sz="1100" b="1" kern="1200" dirty="0"/>
              </a:p>
            </p:txBody>
          </p:sp>
        </p:grpSp>
        <p:sp>
          <p:nvSpPr>
            <p:cNvPr id="64" name="Прямоугольник 63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 sz="11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76" name="Группа 75"/>
          <p:cNvGrpSpPr/>
          <p:nvPr/>
        </p:nvGrpSpPr>
        <p:grpSpPr>
          <a:xfrm>
            <a:off x="6121255" y="841517"/>
            <a:ext cx="1800000" cy="1800000"/>
            <a:chOff x="6093193" y="1986699"/>
            <a:chExt cx="1440000" cy="1442301"/>
          </a:xfrm>
        </p:grpSpPr>
        <p:grpSp>
          <p:nvGrpSpPr>
            <p:cNvPr id="98" name="Группа 97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100" name="Скругленный прямоугольник 99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101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75565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dirty="0"/>
                  <a:t>Inverted</a:t>
                </a:r>
              </a:p>
              <a:p>
                <a:pPr lvl="0" algn="ctr" defTabSz="75565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dirty="0"/>
                  <a:t>Index</a:t>
                </a:r>
                <a:endParaRPr lang="ru-RU" sz="1100" dirty="0"/>
              </a:p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ru-RU" sz="1100" b="1" kern="1200" dirty="0"/>
              </a:p>
            </p:txBody>
          </p:sp>
        </p:grpSp>
        <p:sp>
          <p:nvSpPr>
            <p:cNvPr id="99" name="Прямоугольник 98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 sz="1100" dirty="0">
                <a:solidFill>
                  <a:schemeClr val="tx1"/>
                </a:solidFill>
              </a:endParaRPr>
            </a:p>
          </p:txBody>
        </p:sp>
      </p:grpSp>
      <p:pic>
        <p:nvPicPr>
          <p:cNvPr id="102" name="Рисунок 101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32829" y="1614852"/>
            <a:ext cx="450738" cy="637505"/>
          </a:xfrm>
          <a:prstGeom prst="rect">
            <a:avLst/>
          </a:prstGeom>
        </p:spPr>
      </p:pic>
      <p:grpSp>
        <p:nvGrpSpPr>
          <p:cNvPr id="104" name="Группа 103"/>
          <p:cNvGrpSpPr/>
          <p:nvPr/>
        </p:nvGrpSpPr>
        <p:grpSpPr>
          <a:xfrm>
            <a:off x="7979153" y="838645"/>
            <a:ext cx="1800000" cy="1800000"/>
            <a:chOff x="6093193" y="1986699"/>
            <a:chExt cx="1440000" cy="1442301"/>
          </a:xfrm>
        </p:grpSpPr>
        <p:grpSp>
          <p:nvGrpSpPr>
            <p:cNvPr id="105" name="Группа 104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107" name="Скругленный прямоугольник 106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108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dirty="0"/>
                  <a:t>Requests</a:t>
                </a:r>
                <a:endParaRPr lang="ru-RU" sz="1100" b="1" kern="1200" dirty="0"/>
              </a:p>
            </p:txBody>
          </p:sp>
        </p:grpSp>
        <p:sp>
          <p:nvSpPr>
            <p:cNvPr id="106" name="Прямоугольник 105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 sz="11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110" name="Группа 109"/>
          <p:cNvGrpSpPr/>
          <p:nvPr/>
        </p:nvGrpSpPr>
        <p:grpSpPr>
          <a:xfrm>
            <a:off x="9832253" y="824500"/>
            <a:ext cx="1800000" cy="1800000"/>
            <a:chOff x="6093193" y="1986699"/>
            <a:chExt cx="1440000" cy="1442301"/>
          </a:xfrm>
        </p:grpSpPr>
        <p:grpSp>
          <p:nvGrpSpPr>
            <p:cNvPr id="111" name="Группа 110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113" name="Скругленный прямоугольник 112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114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6223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dirty="0"/>
                  <a:t>Relevant</a:t>
                </a:r>
              </a:p>
              <a:p>
                <a:pPr lvl="0" algn="ctr" defTabSz="6223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dirty="0"/>
                  <a:t>Response</a:t>
                </a:r>
                <a:endParaRPr lang="ru-RU" sz="1100" dirty="0"/>
              </a:p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ru-RU" sz="1100" b="1" kern="1200" dirty="0"/>
              </a:p>
            </p:txBody>
          </p:sp>
        </p:grpSp>
        <p:sp>
          <p:nvSpPr>
            <p:cNvPr id="112" name="Прямоугольник 111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 sz="1100" dirty="0">
                <a:solidFill>
                  <a:schemeClr val="tx1"/>
                </a:solidFill>
              </a:endParaRPr>
            </a:p>
          </p:txBody>
        </p:sp>
      </p:grpSp>
      <p:pic>
        <p:nvPicPr>
          <p:cNvPr id="115" name="Рисунок 114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73069" y="1661057"/>
            <a:ext cx="403126" cy="570165"/>
          </a:xfrm>
          <a:prstGeom prst="rect">
            <a:avLst/>
          </a:prstGeom>
        </p:spPr>
      </p:pic>
      <p:pic>
        <p:nvPicPr>
          <p:cNvPr id="116" name="Рисунок 115"/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92641" y="1671102"/>
            <a:ext cx="382749" cy="541344"/>
          </a:xfrm>
          <a:prstGeom prst="rect">
            <a:avLst/>
          </a:prstGeom>
        </p:spPr>
      </p:pic>
      <p:grpSp>
        <p:nvGrpSpPr>
          <p:cNvPr id="118" name="Группа 117"/>
          <p:cNvGrpSpPr/>
          <p:nvPr/>
        </p:nvGrpSpPr>
        <p:grpSpPr>
          <a:xfrm>
            <a:off x="342791" y="904799"/>
            <a:ext cx="1800000" cy="1800000"/>
            <a:chOff x="6093193" y="1986699"/>
            <a:chExt cx="1440000" cy="1442301"/>
          </a:xfrm>
        </p:grpSpPr>
        <p:grpSp>
          <p:nvGrpSpPr>
            <p:cNvPr id="119" name="Группа 118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121" name="Скругленный прямоугольник 120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122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75565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dirty="0"/>
                  <a:t>Search</a:t>
                </a:r>
              </a:p>
              <a:p>
                <a:pPr lvl="0" algn="ctr" defTabSz="75565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dirty="0"/>
                  <a:t>Engine</a:t>
                </a:r>
                <a:endParaRPr lang="ru-RU" sz="1100" dirty="0"/>
              </a:p>
            </p:txBody>
          </p:sp>
        </p:grpSp>
        <p:sp>
          <p:nvSpPr>
            <p:cNvPr id="120" name="Прямоугольник 119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 sz="1100" dirty="0">
                <a:solidFill>
                  <a:schemeClr val="tx1"/>
                </a:solidFill>
              </a:endParaRPr>
            </a:p>
          </p:txBody>
        </p:sp>
      </p:grpSp>
      <p:pic>
        <p:nvPicPr>
          <p:cNvPr id="124" name="Рисунок 123"/>
          <p:cNvPicPr>
            <a:picLocks noChangeAspect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5414" y="1251787"/>
            <a:ext cx="1060186" cy="1499483"/>
          </a:xfrm>
          <a:prstGeom prst="rect">
            <a:avLst/>
          </a:prstGeom>
        </p:spPr>
      </p:pic>
      <p:pic>
        <p:nvPicPr>
          <p:cNvPr id="11" name="Рисунок 10"/>
          <p:cNvPicPr>
            <a:picLocks noChangeAspect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62806" y="1421535"/>
            <a:ext cx="841102" cy="1189619"/>
          </a:xfrm>
          <a:prstGeom prst="rect">
            <a:avLst/>
          </a:prstGeom>
        </p:spPr>
      </p:pic>
      <p:pic>
        <p:nvPicPr>
          <p:cNvPr id="12" name="Рисунок 11"/>
          <p:cNvPicPr>
            <a:picLocks noChangeAspect="1"/>
          </p:cNvPicPr>
          <p:nvPr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23624" y="1493642"/>
            <a:ext cx="766243" cy="1083742"/>
          </a:xfrm>
          <a:prstGeom prst="rect">
            <a:avLst/>
          </a:prstGeom>
        </p:spPr>
      </p:pic>
      <p:pic>
        <p:nvPicPr>
          <p:cNvPr id="13" name="Рисунок 12"/>
          <p:cNvPicPr>
            <a:picLocks noChangeAspect="1"/>
          </p:cNvPicPr>
          <p:nvPr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3180" y="1439902"/>
            <a:ext cx="842235" cy="1191221"/>
          </a:xfrm>
          <a:prstGeom prst="rect">
            <a:avLst/>
          </a:prstGeom>
        </p:spPr>
      </p:pic>
      <p:pic>
        <p:nvPicPr>
          <p:cNvPr id="16" name="Рисунок 15"/>
          <p:cNvPicPr>
            <a:picLocks noChangeAspect="1"/>
          </p:cNvPicPr>
          <p:nvPr/>
        </p:nvPicPr>
        <p:blipFill>
          <a:blip r:embed="rId1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57377" y="1488732"/>
            <a:ext cx="767313" cy="10852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691650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066800" y="47452"/>
            <a:ext cx="10058400" cy="1118248"/>
          </a:xfrm>
        </p:spPr>
        <p:txBody>
          <a:bodyPr/>
          <a:lstStyle/>
          <a:p>
            <a:endParaRPr lang="ru-RU" dirty="0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02.12.2025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15</a:t>
            </a:fld>
            <a:endParaRPr lang="ru-RU"/>
          </a:p>
        </p:txBody>
      </p:sp>
      <p:sp>
        <p:nvSpPr>
          <p:cNvPr id="14" name="TextBox 13"/>
          <p:cNvSpPr txBox="1"/>
          <p:nvPr/>
        </p:nvSpPr>
        <p:spPr>
          <a:xfrm>
            <a:off x="3149109" y="3074262"/>
            <a:ext cx="213885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Контейнер путей </a:t>
            </a:r>
            <a:endParaRPr lang="en-US" dirty="0" smtClean="0"/>
          </a:p>
          <a:p>
            <a:r>
              <a:rPr lang="ru-RU" dirty="0" smtClean="0"/>
              <a:t>файлов </a:t>
            </a:r>
            <a:r>
              <a:rPr lang="ru-RU" dirty="0"/>
              <a:t>документов</a:t>
            </a:r>
          </a:p>
        </p:txBody>
      </p:sp>
      <p:sp>
        <p:nvSpPr>
          <p:cNvPr id="15" name="Стрелка вправо 14"/>
          <p:cNvSpPr/>
          <p:nvPr/>
        </p:nvSpPr>
        <p:spPr>
          <a:xfrm>
            <a:off x="2729251" y="3124749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6" name="Стрелка вправо 15"/>
          <p:cNvSpPr/>
          <p:nvPr/>
        </p:nvSpPr>
        <p:spPr>
          <a:xfrm>
            <a:off x="5095990" y="3157461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1" name="Стрелка вправо 20"/>
          <p:cNvSpPr/>
          <p:nvPr/>
        </p:nvSpPr>
        <p:spPr>
          <a:xfrm>
            <a:off x="7621477" y="3115055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2" name="TextBox 21"/>
          <p:cNvSpPr txBox="1"/>
          <p:nvPr/>
        </p:nvSpPr>
        <p:spPr>
          <a:xfrm>
            <a:off x="8214283" y="3061288"/>
            <a:ext cx="140948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Контейнер</a:t>
            </a:r>
          </a:p>
          <a:p>
            <a:r>
              <a:rPr lang="ru-RU" dirty="0" smtClean="0"/>
              <a:t> документов</a:t>
            </a:r>
            <a:endParaRPr lang="ru-RU" dirty="0"/>
          </a:p>
        </p:txBody>
      </p:sp>
      <p:sp>
        <p:nvSpPr>
          <p:cNvPr id="23" name="Стрелка вправо 22"/>
          <p:cNvSpPr/>
          <p:nvPr/>
        </p:nvSpPr>
        <p:spPr>
          <a:xfrm>
            <a:off x="9699601" y="3124749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2" name="Стрелка вправо 31"/>
          <p:cNvSpPr/>
          <p:nvPr/>
        </p:nvSpPr>
        <p:spPr>
          <a:xfrm>
            <a:off x="5153954" y="5465659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13" name="Группа 12"/>
          <p:cNvGrpSpPr/>
          <p:nvPr/>
        </p:nvGrpSpPr>
        <p:grpSpPr>
          <a:xfrm>
            <a:off x="5763327" y="1802559"/>
            <a:ext cx="1800000" cy="1800000"/>
            <a:chOff x="6093193" y="1986699"/>
            <a:chExt cx="1440000" cy="1442301"/>
          </a:xfrm>
        </p:grpSpPr>
        <p:grpSp>
          <p:nvGrpSpPr>
            <p:cNvPr id="17" name="Группа 16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18" name="Скругленный прямоугольник 17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19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b="1" kern="1200" dirty="0" smtClean="0"/>
                  <a:t>Dispatcher</a:t>
                </a:r>
                <a:endParaRPr lang="ru-RU" sz="1100" b="1" kern="1200" dirty="0" smtClean="0"/>
              </a:p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b="1" kern="1200" dirty="0" smtClean="0"/>
                  <a:t>Operations</a:t>
                </a:r>
                <a:endParaRPr lang="ru-RU" sz="1100" b="1" kern="1200" dirty="0"/>
              </a:p>
            </p:txBody>
          </p:sp>
        </p:grpSp>
        <p:sp>
          <p:nvSpPr>
            <p:cNvPr id="9" name="Прямоугольник 8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 smtClean="0">
                  <a:solidFill>
                    <a:schemeClr val="tx1"/>
                  </a:solidFill>
                </a:rPr>
                <a:t>прочитать текстовые файлы</a:t>
              </a:r>
              <a:endParaRPr lang="ru-RU" sz="11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33" name="Группа 32"/>
          <p:cNvGrpSpPr/>
          <p:nvPr/>
        </p:nvGrpSpPr>
        <p:grpSpPr>
          <a:xfrm>
            <a:off x="858268" y="1825090"/>
            <a:ext cx="1800000" cy="1800000"/>
            <a:chOff x="6093193" y="1986699"/>
            <a:chExt cx="1440000" cy="1442301"/>
          </a:xfrm>
        </p:grpSpPr>
        <p:grpSp>
          <p:nvGrpSpPr>
            <p:cNvPr id="34" name="Группа 33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36" name="Скругленный прямоугольник 35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37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dirty="0"/>
                  <a:t>ConverterJSON</a:t>
                </a:r>
                <a:endParaRPr lang="ru-RU" sz="1100" b="1" kern="1200" dirty="0"/>
              </a:p>
            </p:txBody>
          </p:sp>
        </p:grpSp>
        <p:sp>
          <p:nvSpPr>
            <p:cNvPr id="35" name="Прямоугольник 34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Получить </a:t>
              </a:r>
              <a:r>
                <a:rPr lang="ru-RU" sz="1100" dirty="0" smtClean="0">
                  <a:solidFill>
                    <a:schemeClr val="tx1"/>
                  </a:solidFill>
                </a:rPr>
                <a:t>список путей </a:t>
              </a:r>
              <a:r>
                <a:rPr lang="ru-RU" sz="1100" dirty="0">
                  <a:solidFill>
                    <a:schemeClr val="tx1"/>
                  </a:solidFill>
                </a:rPr>
                <a:t>файлов документов</a:t>
              </a:r>
            </a:p>
          </p:txBody>
        </p:sp>
      </p:grpSp>
      <p:grpSp>
        <p:nvGrpSpPr>
          <p:cNvPr id="38" name="Группа 37"/>
          <p:cNvGrpSpPr/>
          <p:nvPr/>
        </p:nvGrpSpPr>
        <p:grpSpPr>
          <a:xfrm>
            <a:off x="10327154" y="1802559"/>
            <a:ext cx="1800000" cy="1800000"/>
            <a:chOff x="6093193" y="1986699"/>
            <a:chExt cx="1440000" cy="1442301"/>
          </a:xfrm>
        </p:grpSpPr>
        <p:grpSp>
          <p:nvGrpSpPr>
            <p:cNvPr id="39" name="Группа 38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41" name="Скругленный прямоугольник 40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43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dirty="0"/>
                  <a:t>Documents</a:t>
                </a:r>
                <a:endParaRPr lang="ru-RU" sz="1100" b="1" kern="1200" dirty="0"/>
              </a:p>
            </p:txBody>
          </p:sp>
        </p:grpSp>
        <p:sp>
          <p:nvSpPr>
            <p:cNvPr id="40" name="Прямоугольник 39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Обновить базу документов</a:t>
              </a:r>
            </a:p>
          </p:txBody>
        </p:sp>
      </p:grpSp>
      <p:grpSp>
        <p:nvGrpSpPr>
          <p:cNvPr id="44" name="Группа 43"/>
          <p:cNvGrpSpPr/>
          <p:nvPr/>
        </p:nvGrpSpPr>
        <p:grpSpPr>
          <a:xfrm>
            <a:off x="5766836" y="4128300"/>
            <a:ext cx="1800000" cy="1800000"/>
            <a:chOff x="6093193" y="1986699"/>
            <a:chExt cx="1440000" cy="1442301"/>
          </a:xfrm>
        </p:grpSpPr>
        <p:grpSp>
          <p:nvGrpSpPr>
            <p:cNvPr id="45" name="Группа 44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47" name="Скругленный прямоугольник 46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48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75565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dirty="0"/>
                  <a:t>Inverted</a:t>
                </a:r>
              </a:p>
              <a:p>
                <a:pPr lvl="0" algn="ctr" defTabSz="75565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dirty="0"/>
                  <a:t>Index</a:t>
                </a:r>
                <a:endParaRPr lang="ru-RU" sz="1100" dirty="0"/>
              </a:p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ru-RU" sz="1100" b="1" kern="1200" dirty="0"/>
              </a:p>
            </p:txBody>
          </p:sp>
        </p:grpSp>
        <p:sp>
          <p:nvSpPr>
            <p:cNvPr id="46" name="Прямоугольник 45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Обновить базу инвертированных индексов</a:t>
              </a:r>
            </a:p>
          </p:txBody>
        </p:sp>
      </p:grpSp>
      <p:sp>
        <p:nvSpPr>
          <p:cNvPr id="52" name="Полилиния 51"/>
          <p:cNvSpPr/>
          <p:nvPr/>
        </p:nvSpPr>
        <p:spPr>
          <a:xfrm>
            <a:off x="9727717" y="4431218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документов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54" name="Полилиния 53"/>
          <p:cNvSpPr/>
          <p:nvPr/>
        </p:nvSpPr>
        <p:spPr>
          <a:xfrm>
            <a:off x="9727717" y="4736150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инвертированных индексов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55" name="Овал 54"/>
          <p:cNvSpPr/>
          <p:nvPr/>
        </p:nvSpPr>
        <p:spPr>
          <a:xfrm>
            <a:off x="9610301" y="4736151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56" name="Полилиния 55"/>
          <p:cNvSpPr/>
          <p:nvPr/>
        </p:nvSpPr>
        <p:spPr>
          <a:xfrm>
            <a:off x="9727717" y="5041081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запросов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57" name="Овал 56"/>
          <p:cNvSpPr/>
          <p:nvPr/>
        </p:nvSpPr>
        <p:spPr>
          <a:xfrm>
            <a:off x="9610301" y="5041082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58" name="Полилиния 57"/>
          <p:cNvSpPr/>
          <p:nvPr/>
        </p:nvSpPr>
        <p:spPr>
          <a:xfrm>
            <a:off x="9727717" y="5346013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Рассчитать релевантность ответов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59" name="Овал 58"/>
          <p:cNvSpPr/>
          <p:nvPr/>
        </p:nvSpPr>
        <p:spPr>
          <a:xfrm>
            <a:off x="9610301" y="5346014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60" name="Полилиния 59"/>
          <p:cNvSpPr/>
          <p:nvPr/>
        </p:nvSpPr>
        <p:spPr>
          <a:xfrm>
            <a:off x="9727717" y="5650944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Сформировать </a:t>
            </a:r>
            <a:r>
              <a:rPr lang="en-US" sz="800" kern="1200" dirty="0" smtClean="0">
                <a:solidFill>
                  <a:schemeClr val="tx1"/>
                </a:solidFill>
              </a:rPr>
              <a:t>JSON-</a:t>
            </a:r>
            <a:r>
              <a:rPr lang="ru-RU" sz="800" kern="1200" dirty="0" smtClean="0">
                <a:solidFill>
                  <a:schemeClr val="tx1"/>
                </a:solidFill>
              </a:rPr>
              <a:t>объект результатов поиска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1" name="Овал 60"/>
          <p:cNvSpPr/>
          <p:nvPr/>
        </p:nvSpPr>
        <p:spPr>
          <a:xfrm>
            <a:off x="9610301" y="5650945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62" name="Полилиния 61"/>
          <p:cNvSpPr/>
          <p:nvPr/>
        </p:nvSpPr>
        <p:spPr>
          <a:xfrm>
            <a:off x="9727717" y="5955876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Записать файл ответов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3" name="Овал 62"/>
          <p:cNvSpPr/>
          <p:nvPr/>
        </p:nvSpPr>
        <p:spPr>
          <a:xfrm>
            <a:off x="9610301" y="5955877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grpSp>
        <p:nvGrpSpPr>
          <p:cNvPr id="70" name="Группа 69"/>
          <p:cNvGrpSpPr/>
          <p:nvPr/>
        </p:nvGrpSpPr>
        <p:grpSpPr>
          <a:xfrm>
            <a:off x="9590382" y="4369278"/>
            <a:ext cx="254751" cy="360000"/>
            <a:chOff x="9590382" y="4369278"/>
            <a:chExt cx="254751" cy="360000"/>
          </a:xfrm>
        </p:grpSpPr>
        <p:sp>
          <p:nvSpPr>
            <p:cNvPr id="53" name="Овал 52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68" name="Рисунок 67"/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pic>
        <p:nvPicPr>
          <p:cNvPr id="69" name="Рисунок 68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94991" y="4665014"/>
            <a:ext cx="254532" cy="360000"/>
          </a:xfrm>
          <a:prstGeom prst="rect">
            <a:avLst/>
          </a:prstGeom>
        </p:spPr>
      </p:pic>
      <p:pic>
        <p:nvPicPr>
          <p:cNvPr id="8" name="Рисунок 7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30851" y="1625409"/>
            <a:ext cx="1275202" cy="1803591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68992" y="1562255"/>
            <a:ext cx="1394439" cy="1972235"/>
          </a:xfrm>
          <a:prstGeom prst="rect">
            <a:avLst/>
          </a:prstGeom>
        </p:spPr>
      </p:pic>
      <p:pic>
        <p:nvPicPr>
          <p:cNvPr id="65" name="Рисунок 64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28065" y="2378449"/>
            <a:ext cx="796407" cy="1126404"/>
          </a:xfrm>
          <a:prstGeom prst="rect">
            <a:avLst/>
          </a:prstGeom>
        </p:spPr>
      </p:pic>
      <p:pic>
        <p:nvPicPr>
          <p:cNvPr id="66" name="Рисунок 65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0117" y="2404602"/>
            <a:ext cx="732847" cy="1036507"/>
          </a:xfrm>
          <a:prstGeom prst="rect">
            <a:avLst/>
          </a:prstGeom>
        </p:spPr>
      </p:pic>
      <p:pic>
        <p:nvPicPr>
          <p:cNvPr id="11" name="Рисунок 10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27287" y="2183403"/>
            <a:ext cx="803376" cy="1136262"/>
          </a:xfrm>
          <a:prstGeom prst="rect">
            <a:avLst/>
          </a:prstGeom>
        </p:spPr>
      </p:pic>
      <p:pic>
        <p:nvPicPr>
          <p:cNvPr id="67" name="Рисунок 66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54627" y="4863158"/>
            <a:ext cx="450738" cy="637505"/>
          </a:xfrm>
          <a:prstGeom prst="rect">
            <a:avLst/>
          </a:prstGeom>
        </p:spPr>
      </p:pic>
      <p:pic>
        <p:nvPicPr>
          <p:cNvPr id="12" name="Рисунок 11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9932" y="4532382"/>
            <a:ext cx="804972" cy="11385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615618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137279" y="-5435"/>
            <a:ext cx="10058400" cy="1450757"/>
          </a:xfrm>
        </p:spPr>
        <p:txBody>
          <a:bodyPr/>
          <a:lstStyle/>
          <a:p>
            <a:endParaRPr lang="ru-RU" dirty="0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02.12.2025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16</a:t>
            </a:fld>
            <a:endParaRPr lang="ru-RU"/>
          </a:p>
        </p:txBody>
      </p:sp>
      <p:sp>
        <p:nvSpPr>
          <p:cNvPr id="16" name="Стрелка вправо 15"/>
          <p:cNvSpPr/>
          <p:nvPr/>
        </p:nvSpPr>
        <p:spPr>
          <a:xfrm>
            <a:off x="5682124" y="5510423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3" name="TextBox 52"/>
          <p:cNvSpPr txBox="1"/>
          <p:nvPr/>
        </p:nvSpPr>
        <p:spPr>
          <a:xfrm>
            <a:off x="4381984" y="3139672"/>
            <a:ext cx="129343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Контейнер </a:t>
            </a:r>
          </a:p>
          <a:p>
            <a:r>
              <a:rPr lang="ru-RU" dirty="0" smtClean="0"/>
              <a:t>запросов</a:t>
            </a:r>
            <a:endParaRPr lang="ru-RU" dirty="0"/>
          </a:p>
        </p:txBody>
      </p:sp>
      <p:sp>
        <p:nvSpPr>
          <p:cNvPr id="54" name="Стрелка вправо 53"/>
          <p:cNvSpPr/>
          <p:nvPr/>
        </p:nvSpPr>
        <p:spPr>
          <a:xfrm>
            <a:off x="3517687" y="3275212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5" name="Стрелка вправо 54"/>
          <p:cNvSpPr/>
          <p:nvPr/>
        </p:nvSpPr>
        <p:spPr>
          <a:xfrm>
            <a:off x="6014698" y="3301371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21" name="Группа 20"/>
          <p:cNvGrpSpPr/>
          <p:nvPr/>
        </p:nvGrpSpPr>
        <p:grpSpPr>
          <a:xfrm>
            <a:off x="1527041" y="1934691"/>
            <a:ext cx="1800000" cy="1800000"/>
            <a:chOff x="6093193" y="1986699"/>
            <a:chExt cx="1440000" cy="1442301"/>
          </a:xfrm>
        </p:grpSpPr>
        <p:grpSp>
          <p:nvGrpSpPr>
            <p:cNvPr id="22" name="Группа 21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24" name="Скругленный прямоугольник 23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25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dirty="0"/>
                  <a:t>ConverterJSON</a:t>
                </a:r>
                <a:endParaRPr lang="ru-RU" sz="1100" b="1" kern="1200" dirty="0"/>
              </a:p>
            </p:txBody>
          </p:sp>
        </p:grpSp>
        <p:sp>
          <p:nvSpPr>
            <p:cNvPr id="23" name="Прямоугольник 22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Получить запросы</a:t>
              </a:r>
            </a:p>
          </p:txBody>
        </p:sp>
      </p:grpSp>
      <p:grpSp>
        <p:nvGrpSpPr>
          <p:cNvPr id="26" name="Группа 25"/>
          <p:cNvGrpSpPr/>
          <p:nvPr/>
        </p:nvGrpSpPr>
        <p:grpSpPr>
          <a:xfrm>
            <a:off x="6825773" y="1981618"/>
            <a:ext cx="1800000" cy="1800000"/>
            <a:chOff x="6093193" y="1986699"/>
            <a:chExt cx="1440000" cy="1442301"/>
          </a:xfrm>
        </p:grpSpPr>
        <p:grpSp>
          <p:nvGrpSpPr>
            <p:cNvPr id="27" name="Группа 26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29" name="Скругленный прямоугольник 28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30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dirty="0"/>
                  <a:t>Requests</a:t>
                </a:r>
                <a:endParaRPr lang="ru-RU" sz="1100" b="1" kern="1200" dirty="0"/>
              </a:p>
            </p:txBody>
          </p:sp>
        </p:grpSp>
        <p:sp>
          <p:nvSpPr>
            <p:cNvPr id="28" name="Прямоугольник 27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Обновить базу запросов</a:t>
              </a:r>
            </a:p>
          </p:txBody>
        </p:sp>
      </p:grpSp>
      <p:grpSp>
        <p:nvGrpSpPr>
          <p:cNvPr id="31" name="Группа 30"/>
          <p:cNvGrpSpPr/>
          <p:nvPr/>
        </p:nvGrpSpPr>
        <p:grpSpPr>
          <a:xfrm>
            <a:off x="6513579" y="4217829"/>
            <a:ext cx="1800000" cy="1800000"/>
            <a:chOff x="6093193" y="1986699"/>
            <a:chExt cx="1440000" cy="1442301"/>
          </a:xfrm>
        </p:grpSpPr>
        <p:grpSp>
          <p:nvGrpSpPr>
            <p:cNvPr id="32" name="Группа 31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37" name="Скругленный прямоугольник 36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38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6223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dirty="0"/>
                  <a:t>Relevant</a:t>
                </a:r>
              </a:p>
              <a:p>
                <a:pPr lvl="0" algn="ctr" defTabSz="6223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dirty="0"/>
                  <a:t>Response</a:t>
                </a:r>
                <a:endParaRPr lang="ru-RU" sz="1100" dirty="0"/>
              </a:p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ru-RU" sz="1100" b="1" kern="1200" dirty="0"/>
              </a:p>
            </p:txBody>
          </p:sp>
        </p:grpSp>
        <p:sp>
          <p:nvSpPr>
            <p:cNvPr id="33" name="Прямоугольник 32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Рассчитать релевантность ответов</a:t>
              </a:r>
            </a:p>
          </p:txBody>
        </p:sp>
      </p:grpSp>
      <p:sp>
        <p:nvSpPr>
          <p:cNvPr id="45" name="Полилиния 44"/>
          <p:cNvSpPr/>
          <p:nvPr/>
        </p:nvSpPr>
        <p:spPr>
          <a:xfrm>
            <a:off x="9727717" y="4431218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документов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46" name="Полилиния 45"/>
          <p:cNvSpPr/>
          <p:nvPr/>
        </p:nvSpPr>
        <p:spPr>
          <a:xfrm>
            <a:off x="9727717" y="4736150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инвертированных индексов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47" name="Овал 46"/>
          <p:cNvSpPr/>
          <p:nvPr/>
        </p:nvSpPr>
        <p:spPr>
          <a:xfrm>
            <a:off x="9610301" y="4736151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48" name="Полилиния 47"/>
          <p:cNvSpPr/>
          <p:nvPr/>
        </p:nvSpPr>
        <p:spPr>
          <a:xfrm>
            <a:off x="9727717" y="5041081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запросов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49" name="Овал 48"/>
          <p:cNvSpPr/>
          <p:nvPr/>
        </p:nvSpPr>
        <p:spPr>
          <a:xfrm>
            <a:off x="9610301" y="5041082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59" name="Полилиния 58"/>
          <p:cNvSpPr/>
          <p:nvPr/>
        </p:nvSpPr>
        <p:spPr>
          <a:xfrm>
            <a:off x="9727717" y="5346013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Рассчитать релевантность ответов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0" name="Овал 59"/>
          <p:cNvSpPr/>
          <p:nvPr/>
        </p:nvSpPr>
        <p:spPr>
          <a:xfrm>
            <a:off x="9610301" y="5346014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61" name="Полилиния 60"/>
          <p:cNvSpPr/>
          <p:nvPr/>
        </p:nvSpPr>
        <p:spPr>
          <a:xfrm>
            <a:off x="9727717" y="5650944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Сформировать </a:t>
            </a:r>
            <a:r>
              <a:rPr lang="en-US" sz="800" kern="1200" dirty="0" smtClean="0">
                <a:solidFill>
                  <a:schemeClr val="tx1"/>
                </a:solidFill>
              </a:rPr>
              <a:t>JSON-</a:t>
            </a:r>
            <a:r>
              <a:rPr lang="ru-RU" sz="800" kern="1200" dirty="0" smtClean="0">
                <a:solidFill>
                  <a:schemeClr val="tx1"/>
                </a:solidFill>
              </a:rPr>
              <a:t>объект результатов поиска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2" name="Овал 61"/>
          <p:cNvSpPr/>
          <p:nvPr/>
        </p:nvSpPr>
        <p:spPr>
          <a:xfrm>
            <a:off x="9610301" y="5650945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63" name="Полилиния 62"/>
          <p:cNvSpPr/>
          <p:nvPr/>
        </p:nvSpPr>
        <p:spPr>
          <a:xfrm>
            <a:off x="9727717" y="5955876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Записать файл ответов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4" name="Овал 63"/>
          <p:cNvSpPr/>
          <p:nvPr/>
        </p:nvSpPr>
        <p:spPr>
          <a:xfrm>
            <a:off x="9610301" y="5955877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grpSp>
        <p:nvGrpSpPr>
          <p:cNvPr id="65" name="Группа 64"/>
          <p:cNvGrpSpPr/>
          <p:nvPr/>
        </p:nvGrpSpPr>
        <p:grpSpPr>
          <a:xfrm>
            <a:off x="9590382" y="4369278"/>
            <a:ext cx="254751" cy="360000"/>
            <a:chOff x="9590382" y="4369278"/>
            <a:chExt cx="254751" cy="360000"/>
          </a:xfrm>
        </p:grpSpPr>
        <p:sp>
          <p:nvSpPr>
            <p:cNvPr id="66" name="Овал 65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67" name="Рисунок 66"/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pic>
        <p:nvPicPr>
          <p:cNvPr id="68" name="Рисунок 67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94991" y="4665014"/>
            <a:ext cx="254532" cy="360000"/>
          </a:xfrm>
          <a:prstGeom prst="rect">
            <a:avLst/>
          </a:prstGeom>
        </p:spPr>
      </p:pic>
      <p:grpSp>
        <p:nvGrpSpPr>
          <p:cNvPr id="69" name="Группа 68"/>
          <p:cNvGrpSpPr/>
          <p:nvPr/>
        </p:nvGrpSpPr>
        <p:grpSpPr>
          <a:xfrm>
            <a:off x="9588664" y="4973216"/>
            <a:ext cx="254751" cy="360000"/>
            <a:chOff x="9590382" y="4369278"/>
            <a:chExt cx="254751" cy="360000"/>
          </a:xfrm>
        </p:grpSpPr>
        <p:sp>
          <p:nvSpPr>
            <p:cNvPr id="70" name="Овал 69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71" name="Рисунок 70"/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grpSp>
        <p:nvGrpSpPr>
          <p:cNvPr id="42" name="Группа 41"/>
          <p:cNvGrpSpPr/>
          <p:nvPr/>
        </p:nvGrpSpPr>
        <p:grpSpPr>
          <a:xfrm>
            <a:off x="9588445" y="5280355"/>
            <a:ext cx="254751" cy="360000"/>
            <a:chOff x="9590382" y="4369278"/>
            <a:chExt cx="254751" cy="360000"/>
          </a:xfrm>
        </p:grpSpPr>
        <p:sp>
          <p:nvSpPr>
            <p:cNvPr id="43" name="Овал 42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44" name="Рисунок 43"/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pic>
        <p:nvPicPr>
          <p:cNvPr id="7" name="Рисунок 6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51448" y="1735083"/>
            <a:ext cx="1550516" cy="2192985"/>
          </a:xfrm>
          <a:prstGeom prst="rect">
            <a:avLst/>
          </a:prstGeom>
        </p:spPr>
      </p:pic>
      <p:pic>
        <p:nvPicPr>
          <p:cNvPr id="50" name="Рисунок 49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86375" y="5058617"/>
            <a:ext cx="403126" cy="570165"/>
          </a:xfrm>
          <a:prstGeom prst="rect">
            <a:avLst/>
          </a:prstGeom>
        </p:spPr>
      </p:pic>
      <p:pic>
        <p:nvPicPr>
          <p:cNvPr id="51" name="Рисунок 50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00311" y="5073027"/>
            <a:ext cx="382749" cy="541344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62550" y="4548192"/>
            <a:ext cx="853430" cy="1207056"/>
          </a:xfrm>
          <a:prstGeom prst="rect">
            <a:avLst/>
          </a:prstGeom>
        </p:spPr>
      </p:pic>
      <p:pic>
        <p:nvPicPr>
          <p:cNvPr id="52" name="Рисунок 51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39173" y="2536914"/>
            <a:ext cx="732847" cy="1036507"/>
          </a:xfrm>
          <a:prstGeom prst="rect">
            <a:avLst/>
          </a:prstGeom>
        </p:spPr>
      </p:pic>
      <p:pic>
        <p:nvPicPr>
          <p:cNvPr id="56" name="Рисунок 55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09189" y="2491966"/>
            <a:ext cx="796407" cy="1126404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47738" y="2427406"/>
            <a:ext cx="742716" cy="10504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882893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097280" y="286604"/>
            <a:ext cx="10058400" cy="942122"/>
          </a:xfrm>
        </p:spPr>
        <p:txBody>
          <a:bodyPr/>
          <a:lstStyle/>
          <a:p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02.12.2025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17</a:t>
            </a:fld>
            <a:endParaRPr lang="ru-RU"/>
          </a:p>
        </p:txBody>
      </p:sp>
      <p:sp>
        <p:nvSpPr>
          <p:cNvPr id="15" name="Стрелка вправо 14"/>
          <p:cNvSpPr/>
          <p:nvPr/>
        </p:nvSpPr>
        <p:spPr>
          <a:xfrm>
            <a:off x="4731707" y="3210040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1" name="Стрелка вправо 20"/>
          <p:cNvSpPr/>
          <p:nvPr/>
        </p:nvSpPr>
        <p:spPr>
          <a:xfrm>
            <a:off x="2480344" y="3281381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2" name="Рисунок 21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88850" y="2291852"/>
            <a:ext cx="1349153" cy="1908185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3640153" y="5205582"/>
            <a:ext cx="20758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путь </a:t>
            </a:r>
            <a:r>
              <a:rPr lang="ru-RU" dirty="0"/>
              <a:t>файла ответов</a:t>
            </a:r>
          </a:p>
        </p:txBody>
      </p:sp>
      <p:sp>
        <p:nvSpPr>
          <p:cNvPr id="24" name="Стрелка вправо 23"/>
          <p:cNvSpPr/>
          <p:nvPr/>
        </p:nvSpPr>
        <p:spPr>
          <a:xfrm>
            <a:off x="5652567" y="5694350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5" name="Стрелка вправо 24"/>
          <p:cNvSpPr/>
          <p:nvPr/>
        </p:nvSpPr>
        <p:spPr>
          <a:xfrm>
            <a:off x="2663836" y="5644600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9" name="TextBox 28"/>
          <p:cNvSpPr txBox="1"/>
          <p:nvPr/>
        </p:nvSpPr>
        <p:spPr>
          <a:xfrm>
            <a:off x="3295887" y="5722617"/>
            <a:ext cx="22778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JSON-</a:t>
            </a:r>
            <a:r>
              <a:rPr lang="ru-RU" dirty="0"/>
              <a:t>объект ответов</a:t>
            </a:r>
          </a:p>
        </p:txBody>
      </p:sp>
      <p:sp>
        <p:nvSpPr>
          <p:cNvPr id="30" name="Стрелка вправо 29"/>
          <p:cNvSpPr/>
          <p:nvPr/>
        </p:nvSpPr>
        <p:spPr>
          <a:xfrm>
            <a:off x="5652567" y="5147932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4" name="Стрелка вправо 33"/>
          <p:cNvSpPr/>
          <p:nvPr/>
        </p:nvSpPr>
        <p:spPr>
          <a:xfrm>
            <a:off x="8116284" y="5240821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36" name="Группа 35"/>
          <p:cNvGrpSpPr/>
          <p:nvPr/>
        </p:nvGrpSpPr>
        <p:grpSpPr>
          <a:xfrm>
            <a:off x="586542" y="1976069"/>
            <a:ext cx="1800000" cy="1800000"/>
            <a:chOff x="6093193" y="1986699"/>
            <a:chExt cx="1440000" cy="1442301"/>
          </a:xfrm>
        </p:grpSpPr>
        <p:grpSp>
          <p:nvGrpSpPr>
            <p:cNvPr id="37" name="Группа 36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39" name="Скругленный прямоугольник 38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40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6223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dirty="0"/>
                  <a:t>Relevant</a:t>
                </a:r>
              </a:p>
              <a:p>
                <a:pPr lvl="0" algn="ctr" defTabSz="6223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dirty="0"/>
                  <a:t>Response</a:t>
                </a:r>
                <a:endParaRPr lang="ru-RU" sz="1100" dirty="0"/>
              </a:p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ru-RU" sz="1100" b="1" kern="1200" dirty="0"/>
              </a:p>
            </p:txBody>
          </p:sp>
        </p:grpSp>
        <p:sp>
          <p:nvSpPr>
            <p:cNvPr id="38" name="Прямоугольник 37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Получить ссылку на базу релевантности ответов</a:t>
              </a:r>
            </a:p>
          </p:txBody>
        </p:sp>
      </p:grpSp>
      <p:grpSp>
        <p:nvGrpSpPr>
          <p:cNvPr id="41" name="Группа 40"/>
          <p:cNvGrpSpPr/>
          <p:nvPr/>
        </p:nvGrpSpPr>
        <p:grpSpPr>
          <a:xfrm>
            <a:off x="5446916" y="1814297"/>
            <a:ext cx="1800000" cy="1800000"/>
            <a:chOff x="6093193" y="1986699"/>
            <a:chExt cx="1440000" cy="1442301"/>
          </a:xfrm>
        </p:grpSpPr>
        <p:grpSp>
          <p:nvGrpSpPr>
            <p:cNvPr id="42" name="Группа 41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44" name="Скругленный прямоугольник 43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45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dirty="0"/>
                  <a:t>ConverterJSON</a:t>
                </a:r>
                <a:endParaRPr lang="ru-RU" sz="1100" b="1" kern="1200" dirty="0"/>
              </a:p>
            </p:txBody>
          </p:sp>
        </p:grpSp>
        <p:sp>
          <p:nvSpPr>
            <p:cNvPr id="43" name="Прямоугольник 42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Записать в JSON-объект результаты поиска</a:t>
              </a:r>
            </a:p>
          </p:txBody>
        </p:sp>
      </p:grpSp>
      <p:grpSp>
        <p:nvGrpSpPr>
          <p:cNvPr id="46" name="Группа 45"/>
          <p:cNvGrpSpPr/>
          <p:nvPr/>
        </p:nvGrpSpPr>
        <p:grpSpPr>
          <a:xfrm>
            <a:off x="686172" y="4296316"/>
            <a:ext cx="1800000" cy="1800000"/>
            <a:chOff x="6093193" y="1986699"/>
            <a:chExt cx="1440000" cy="1442301"/>
          </a:xfrm>
        </p:grpSpPr>
        <p:grpSp>
          <p:nvGrpSpPr>
            <p:cNvPr id="47" name="Группа 46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49" name="Скругленный прямоугольник 48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50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dirty="0"/>
                  <a:t>ConverterJSON</a:t>
                </a:r>
                <a:endParaRPr lang="ru-RU" sz="1100" b="1" kern="1200" dirty="0"/>
              </a:p>
            </p:txBody>
          </p:sp>
        </p:grpSp>
        <p:sp>
          <p:nvSpPr>
            <p:cNvPr id="48" name="Прямоугольник 47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Получить </a:t>
              </a:r>
              <a:r>
                <a:rPr lang="en-US" sz="1100" dirty="0">
                  <a:solidFill>
                    <a:schemeClr val="tx1"/>
                  </a:solidFill>
                </a:rPr>
                <a:t>JSON-</a:t>
              </a:r>
              <a:r>
                <a:rPr lang="ru-RU" sz="1100" dirty="0">
                  <a:solidFill>
                    <a:schemeClr val="tx1"/>
                  </a:solidFill>
                </a:rPr>
                <a:t>объект ответов</a:t>
              </a:r>
            </a:p>
          </p:txBody>
        </p:sp>
      </p:grpSp>
      <p:grpSp>
        <p:nvGrpSpPr>
          <p:cNvPr id="51" name="Группа 50"/>
          <p:cNvGrpSpPr/>
          <p:nvPr/>
        </p:nvGrpSpPr>
        <p:grpSpPr>
          <a:xfrm>
            <a:off x="6256393" y="4342257"/>
            <a:ext cx="1800000" cy="1800000"/>
            <a:chOff x="6093193" y="1986699"/>
            <a:chExt cx="1440000" cy="1442301"/>
          </a:xfrm>
        </p:grpSpPr>
        <p:grpSp>
          <p:nvGrpSpPr>
            <p:cNvPr id="52" name="Группа 51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54" name="Скругленный прямоугольник 53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55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b="1" kern="1200" dirty="0" smtClean="0"/>
                  <a:t>Dispatcher</a:t>
                </a:r>
                <a:endParaRPr lang="ru-RU" sz="1100" b="1" kern="1200" dirty="0" smtClean="0"/>
              </a:p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b="1" kern="1200" dirty="0" smtClean="0"/>
                  <a:t>Operations</a:t>
                </a:r>
                <a:endParaRPr lang="ru-RU" sz="1100" b="1" kern="1200" dirty="0"/>
              </a:p>
            </p:txBody>
          </p:sp>
        </p:grpSp>
        <p:sp>
          <p:nvSpPr>
            <p:cNvPr id="53" name="Прямоугольник 52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Записать </a:t>
              </a:r>
              <a:r>
                <a:rPr lang="en-US" sz="1100" dirty="0">
                  <a:solidFill>
                    <a:schemeClr val="tx1"/>
                  </a:solidFill>
                </a:rPr>
                <a:t>JSON-</a:t>
              </a:r>
              <a:r>
                <a:rPr lang="ru-RU" sz="1100" dirty="0">
                  <a:solidFill>
                    <a:schemeClr val="tx1"/>
                  </a:solidFill>
                </a:rPr>
                <a:t>файл</a:t>
              </a:r>
            </a:p>
          </p:txBody>
        </p:sp>
      </p:grpSp>
      <p:sp>
        <p:nvSpPr>
          <p:cNvPr id="60" name="Полилиния 59"/>
          <p:cNvSpPr/>
          <p:nvPr/>
        </p:nvSpPr>
        <p:spPr>
          <a:xfrm>
            <a:off x="9727717" y="4356703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документов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1" name="Полилиния 60"/>
          <p:cNvSpPr/>
          <p:nvPr/>
        </p:nvSpPr>
        <p:spPr>
          <a:xfrm>
            <a:off x="9727717" y="4661635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инвертированных индексов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2" name="Овал 61"/>
          <p:cNvSpPr/>
          <p:nvPr/>
        </p:nvSpPr>
        <p:spPr>
          <a:xfrm>
            <a:off x="9610301" y="4661636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63" name="Полилиния 62"/>
          <p:cNvSpPr/>
          <p:nvPr/>
        </p:nvSpPr>
        <p:spPr>
          <a:xfrm>
            <a:off x="9727717" y="4966566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запросов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4" name="Овал 63"/>
          <p:cNvSpPr/>
          <p:nvPr/>
        </p:nvSpPr>
        <p:spPr>
          <a:xfrm>
            <a:off x="9610301" y="4966567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65" name="Полилиния 64"/>
          <p:cNvSpPr/>
          <p:nvPr/>
        </p:nvSpPr>
        <p:spPr>
          <a:xfrm>
            <a:off x="9727717" y="5271498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Рассчитать релевантность ответов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6" name="Овал 65"/>
          <p:cNvSpPr/>
          <p:nvPr/>
        </p:nvSpPr>
        <p:spPr>
          <a:xfrm>
            <a:off x="9610301" y="5271499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67" name="Полилиния 66"/>
          <p:cNvSpPr/>
          <p:nvPr/>
        </p:nvSpPr>
        <p:spPr>
          <a:xfrm>
            <a:off x="9727717" y="5576429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Сформировать </a:t>
            </a:r>
            <a:r>
              <a:rPr lang="en-US" sz="800" kern="1200" dirty="0" smtClean="0">
                <a:solidFill>
                  <a:schemeClr val="tx1"/>
                </a:solidFill>
              </a:rPr>
              <a:t>JSON-</a:t>
            </a:r>
            <a:r>
              <a:rPr lang="ru-RU" sz="800" kern="1200" dirty="0" smtClean="0">
                <a:solidFill>
                  <a:schemeClr val="tx1"/>
                </a:solidFill>
              </a:rPr>
              <a:t>объект результатов поиска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8" name="Овал 67"/>
          <p:cNvSpPr/>
          <p:nvPr/>
        </p:nvSpPr>
        <p:spPr>
          <a:xfrm>
            <a:off x="9610301" y="5576430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69" name="Полилиния 68"/>
          <p:cNvSpPr/>
          <p:nvPr/>
        </p:nvSpPr>
        <p:spPr>
          <a:xfrm>
            <a:off x="9727717" y="5881361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Записать файл ответов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70" name="Овал 69"/>
          <p:cNvSpPr/>
          <p:nvPr/>
        </p:nvSpPr>
        <p:spPr>
          <a:xfrm>
            <a:off x="9610301" y="5881362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grpSp>
        <p:nvGrpSpPr>
          <p:cNvPr id="71" name="Группа 70"/>
          <p:cNvGrpSpPr/>
          <p:nvPr/>
        </p:nvGrpSpPr>
        <p:grpSpPr>
          <a:xfrm>
            <a:off x="9590382" y="4294763"/>
            <a:ext cx="254751" cy="360000"/>
            <a:chOff x="9590382" y="4369278"/>
            <a:chExt cx="254751" cy="360000"/>
          </a:xfrm>
        </p:grpSpPr>
        <p:sp>
          <p:nvSpPr>
            <p:cNvPr id="72" name="Овал 71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73" name="Рисунок 72"/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pic>
        <p:nvPicPr>
          <p:cNvPr id="74" name="Рисунок 73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94991" y="4590499"/>
            <a:ext cx="254532" cy="360000"/>
          </a:xfrm>
          <a:prstGeom prst="rect">
            <a:avLst/>
          </a:prstGeom>
        </p:spPr>
      </p:pic>
      <p:grpSp>
        <p:nvGrpSpPr>
          <p:cNvPr id="75" name="Группа 74"/>
          <p:cNvGrpSpPr/>
          <p:nvPr/>
        </p:nvGrpSpPr>
        <p:grpSpPr>
          <a:xfrm>
            <a:off x="9588664" y="4898701"/>
            <a:ext cx="254751" cy="360000"/>
            <a:chOff x="9590382" y="4369278"/>
            <a:chExt cx="254751" cy="360000"/>
          </a:xfrm>
        </p:grpSpPr>
        <p:sp>
          <p:nvSpPr>
            <p:cNvPr id="76" name="Овал 75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77" name="Рисунок 76"/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grpSp>
        <p:nvGrpSpPr>
          <p:cNvPr id="78" name="Группа 77"/>
          <p:cNvGrpSpPr/>
          <p:nvPr/>
        </p:nvGrpSpPr>
        <p:grpSpPr>
          <a:xfrm>
            <a:off x="9588445" y="5205840"/>
            <a:ext cx="254751" cy="360000"/>
            <a:chOff x="9590382" y="4369278"/>
            <a:chExt cx="254751" cy="360000"/>
          </a:xfrm>
        </p:grpSpPr>
        <p:sp>
          <p:nvSpPr>
            <p:cNvPr id="79" name="Овал 78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80" name="Рисунок 79"/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grpSp>
        <p:nvGrpSpPr>
          <p:cNvPr id="81" name="Группа 80"/>
          <p:cNvGrpSpPr/>
          <p:nvPr/>
        </p:nvGrpSpPr>
        <p:grpSpPr>
          <a:xfrm>
            <a:off x="9588226" y="5809778"/>
            <a:ext cx="254751" cy="360000"/>
            <a:chOff x="9590382" y="4369278"/>
            <a:chExt cx="254751" cy="360000"/>
          </a:xfrm>
        </p:grpSpPr>
        <p:sp>
          <p:nvSpPr>
            <p:cNvPr id="82" name="Овал 81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83" name="Рисунок 82"/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grpSp>
        <p:nvGrpSpPr>
          <p:cNvPr id="84" name="Группа 83"/>
          <p:cNvGrpSpPr/>
          <p:nvPr/>
        </p:nvGrpSpPr>
        <p:grpSpPr>
          <a:xfrm>
            <a:off x="9589464" y="5507868"/>
            <a:ext cx="254751" cy="360000"/>
            <a:chOff x="9590382" y="4369278"/>
            <a:chExt cx="254751" cy="360000"/>
          </a:xfrm>
        </p:grpSpPr>
        <p:sp>
          <p:nvSpPr>
            <p:cNvPr id="85" name="Овал 84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86" name="Рисунок 85"/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pic>
        <p:nvPicPr>
          <p:cNvPr id="87" name="Рисунок 86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13557" y="4992124"/>
            <a:ext cx="726596" cy="1027666"/>
          </a:xfrm>
          <a:prstGeom prst="rect">
            <a:avLst/>
          </a:prstGeom>
        </p:spPr>
      </p:pic>
      <p:pic>
        <p:nvPicPr>
          <p:cNvPr id="7" name="Рисунок 6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48016" y="4752243"/>
            <a:ext cx="1060129" cy="1499402"/>
          </a:xfrm>
          <a:prstGeom prst="rect">
            <a:avLst/>
          </a:prstGeom>
        </p:spPr>
      </p:pic>
      <p:pic>
        <p:nvPicPr>
          <p:cNvPr id="13" name="Рисунок 12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16037" y="4065624"/>
            <a:ext cx="1231779" cy="1742177"/>
          </a:xfrm>
          <a:prstGeom prst="rect">
            <a:avLst/>
          </a:prstGeom>
        </p:spPr>
      </p:pic>
      <p:pic>
        <p:nvPicPr>
          <p:cNvPr id="88" name="Рисунок 87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28210" y="2306263"/>
            <a:ext cx="853430" cy="1207056"/>
          </a:xfrm>
          <a:prstGeom prst="rect">
            <a:avLst/>
          </a:prstGeom>
        </p:spPr>
      </p:pic>
      <p:pic>
        <p:nvPicPr>
          <p:cNvPr id="89" name="Рисунок 88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2666" y="2817814"/>
            <a:ext cx="403452" cy="570625"/>
          </a:xfrm>
          <a:prstGeom prst="rect">
            <a:avLst/>
          </a:prstGeom>
        </p:spPr>
      </p:pic>
      <p:pic>
        <p:nvPicPr>
          <p:cNvPr id="90" name="Рисунок 89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8914" y="2804960"/>
            <a:ext cx="422003" cy="596864"/>
          </a:xfrm>
          <a:prstGeom prst="rect">
            <a:avLst/>
          </a:prstGeom>
        </p:spPr>
      </p:pic>
      <p:pic>
        <p:nvPicPr>
          <p:cNvPr id="91" name="Рисунок 90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63153" y="2437012"/>
            <a:ext cx="732847" cy="1036507"/>
          </a:xfrm>
          <a:prstGeom prst="rect">
            <a:avLst/>
          </a:prstGeom>
        </p:spPr>
      </p:pic>
      <p:pic>
        <p:nvPicPr>
          <p:cNvPr id="92" name="Рисунок 91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04228" y="2386915"/>
            <a:ext cx="796407" cy="1126404"/>
          </a:xfrm>
          <a:prstGeom prst="rect">
            <a:avLst/>
          </a:prstGeom>
        </p:spPr>
      </p:pic>
      <p:pic>
        <p:nvPicPr>
          <p:cNvPr id="93" name="Рисунок 92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00635" y="2277912"/>
            <a:ext cx="726596" cy="1027666"/>
          </a:xfrm>
          <a:prstGeom prst="rect">
            <a:avLst/>
          </a:prstGeom>
        </p:spPr>
      </p:pic>
      <p:pic>
        <p:nvPicPr>
          <p:cNvPr id="94" name="Рисунок 93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00566" y="4757665"/>
            <a:ext cx="726596" cy="1027666"/>
          </a:xfrm>
          <a:prstGeom prst="rect">
            <a:avLst/>
          </a:prstGeom>
        </p:spPr>
      </p:pic>
      <p:pic>
        <p:nvPicPr>
          <p:cNvPr id="95" name="Рисунок 94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6096" y="4938089"/>
            <a:ext cx="732847" cy="1036507"/>
          </a:xfrm>
          <a:prstGeom prst="rect">
            <a:avLst/>
          </a:prstGeom>
        </p:spPr>
      </p:pic>
      <p:pic>
        <p:nvPicPr>
          <p:cNvPr id="96" name="Рисунок 95"/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6701" y="4939670"/>
            <a:ext cx="728042" cy="10297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042745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Группа 36"/>
          <p:cNvGrpSpPr/>
          <p:nvPr/>
        </p:nvGrpSpPr>
        <p:grpSpPr>
          <a:xfrm>
            <a:off x="3214064" y="947774"/>
            <a:ext cx="5615303" cy="5344377"/>
            <a:chOff x="3408461" y="590301"/>
            <a:chExt cx="1296590" cy="1296590"/>
          </a:xfrm>
          <a:solidFill>
            <a:schemeClr val="bg2">
              <a:lumMod val="90000"/>
            </a:schemeClr>
          </a:solidFill>
        </p:grpSpPr>
        <p:sp>
          <p:nvSpPr>
            <p:cNvPr id="38" name="Скругленный прямоугольник 37"/>
            <p:cNvSpPr/>
            <p:nvPr/>
          </p:nvSpPr>
          <p:spPr>
            <a:xfrm>
              <a:off x="3408461" y="590301"/>
              <a:ext cx="1296590" cy="1296590"/>
            </a:xfrm>
            <a:prstGeom prst="roundRect">
              <a:avLst/>
            </a:prstGeom>
            <a:grpFill/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39" name="Скругленный прямоугольник 4"/>
            <p:cNvSpPr/>
            <p:nvPr/>
          </p:nvSpPr>
          <p:spPr>
            <a:xfrm>
              <a:off x="3471755" y="653595"/>
              <a:ext cx="1170002" cy="1170002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2065" tIns="12065" rIns="12065" bIns="12065" numCol="1" spcCol="1270" anchor="t" anchorCtr="1">
              <a:noAutofit/>
            </a:bodyPr>
            <a:lstStyle/>
            <a:p>
              <a:pPr lvl="0" algn="ctr" defTabSz="8445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900" kern="1200" dirty="0" smtClean="0">
                  <a:solidFill>
                    <a:schemeClr val="tx1"/>
                  </a:solidFill>
                </a:rPr>
                <a:t>DispatcherOperations</a:t>
              </a:r>
              <a:endParaRPr lang="ru-RU" sz="1900" kern="1200" dirty="0">
                <a:solidFill>
                  <a:schemeClr val="tx1"/>
                </a:solidFill>
              </a:endParaRPr>
            </a:p>
          </p:txBody>
        </p:sp>
      </p:grpSp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097280" y="-474202"/>
            <a:ext cx="10058400" cy="1114380"/>
          </a:xfrm>
        </p:spPr>
        <p:txBody>
          <a:bodyPr>
            <a:normAutofit fontScale="90000"/>
          </a:bodyPr>
          <a:lstStyle/>
          <a:p>
            <a:r>
              <a:rPr lang="ru-RU" dirty="0" smtClean="0"/>
              <a:t>Чтение и запись документов в отдельных потоках без использования мьютексов</a:t>
            </a:r>
            <a:endParaRPr lang="ru-RU" dirty="0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02.12.2025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18</a:t>
            </a:fld>
            <a:endParaRPr lang="ru-RU"/>
          </a:p>
        </p:txBody>
      </p:sp>
      <p:graphicFrame>
        <p:nvGraphicFramePr>
          <p:cNvPr id="7" name="Объект 6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05752972"/>
              </p:ext>
            </p:extLst>
          </p:nvPr>
        </p:nvGraphicFramePr>
        <p:xfrm>
          <a:off x="1096963" y="4289367"/>
          <a:ext cx="10058717" cy="157962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pic>
        <p:nvPicPr>
          <p:cNvPr id="9" name="Рисунок 8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49084" y="2081260"/>
            <a:ext cx="1908995" cy="2700000"/>
          </a:xfrm>
          <a:prstGeom prst="rect">
            <a:avLst/>
          </a:prstGeom>
        </p:spPr>
      </p:pic>
      <p:sp>
        <p:nvSpPr>
          <p:cNvPr id="21" name="Стрелка вправо 20"/>
          <p:cNvSpPr/>
          <p:nvPr/>
        </p:nvSpPr>
        <p:spPr>
          <a:xfrm>
            <a:off x="3704945" y="1674991"/>
            <a:ext cx="2520000" cy="1080000"/>
          </a:xfrm>
          <a:prstGeom prst="rightArrow">
            <a:avLst/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4" name="Рисунок 13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04945" y="1854991"/>
            <a:ext cx="509065" cy="720000"/>
          </a:xfrm>
          <a:prstGeom prst="rect">
            <a:avLst/>
          </a:prstGeom>
        </p:spPr>
      </p:pic>
      <p:sp>
        <p:nvSpPr>
          <p:cNvPr id="25" name="Стрелка вправо 24"/>
          <p:cNvSpPr/>
          <p:nvPr/>
        </p:nvSpPr>
        <p:spPr>
          <a:xfrm>
            <a:off x="3704945" y="2916414"/>
            <a:ext cx="2520000" cy="1080000"/>
          </a:xfrm>
          <a:prstGeom prst="rightArrow">
            <a:avLst/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4" name="Рисунок 23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04944" y="3096414"/>
            <a:ext cx="509065" cy="720000"/>
          </a:xfrm>
          <a:prstGeom prst="rect">
            <a:avLst/>
          </a:prstGeom>
        </p:spPr>
      </p:pic>
      <p:sp>
        <p:nvSpPr>
          <p:cNvPr id="27" name="Стрелка вправо 26"/>
          <p:cNvSpPr/>
          <p:nvPr/>
        </p:nvSpPr>
        <p:spPr>
          <a:xfrm>
            <a:off x="3704944" y="4946781"/>
            <a:ext cx="2520000" cy="1080000"/>
          </a:xfrm>
          <a:prstGeom prst="rightArrow">
            <a:avLst/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6" name="Рисунок 25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04943" y="5123567"/>
            <a:ext cx="509065" cy="720000"/>
          </a:xfrm>
          <a:prstGeom prst="rect">
            <a:avLst/>
          </a:prstGeom>
        </p:spPr>
      </p:pic>
      <p:sp>
        <p:nvSpPr>
          <p:cNvPr id="29" name="Овал 28"/>
          <p:cNvSpPr/>
          <p:nvPr/>
        </p:nvSpPr>
        <p:spPr>
          <a:xfrm>
            <a:off x="4351921" y="4011505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0" name="Овал 29"/>
          <p:cNvSpPr/>
          <p:nvPr/>
        </p:nvSpPr>
        <p:spPr>
          <a:xfrm>
            <a:off x="4351921" y="4813711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1" name="Овал 30"/>
          <p:cNvSpPr/>
          <p:nvPr/>
        </p:nvSpPr>
        <p:spPr>
          <a:xfrm>
            <a:off x="4351921" y="4409099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2" name="TextBox 31"/>
          <p:cNvSpPr txBox="1"/>
          <p:nvPr/>
        </p:nvSpPr>
        <p:spPr>
          <a:xfrm>
            <a:off x="3608689" y="1572328"/>
            <a:ext cx="9354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Поток 1</a:t>
            </a:r>
            <a:endParaRPr lang="ru-RU" dirty="0"/>
          </a:p>
        </p:txBody>
      </p:sp>
      <p:sp>
        <p:nvSpPr>
          <p:cNvPr id="35" name="TextBox 34"/>
          <p:cNvSpPr txBox="1"/>
          <p:nvPr/>
        </p:nvSpPr>
        <p:spPr>
          <a:xfrm>
            <a:off x="3613048" y="2813886"/>
            <a:ext cx="9354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Поток 2</a:t>
            </a:r>
            <a:endParaRPr lang="ru-RU" dirty="0"/>
          </a:p>
        </p:txBody>
      </p:sp>
      <p:sp>
        <p:nvSpPr>
          <p:cNvPr id="36" name="TextBox 35"/>
          <p:cNvSpPr txBox="1"/>
          <p:nvPr/>
        </p:nvSpPr>
        <p:spPr>
          <a:xfrm>
            <a:off x="3603881" y="4864516"/>
            <a:ext cx="9402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Поток </a:t>
            </a:r>
            <a:r>
              <a:rPr lang="en-US" dirty="0" smtClean="0"/>
              <a:t>n</a:t>
            </a:r>
            <a:endParaRPr lang="ru-RU" dirty="0"/>
          </a:p>
        </p:txBody>
      </p:sp>
      <p:sp>
        <p:nvSpPr>
          <p:cNvPr id="40" name="TextBox 39"/>
          <p:cNvSpPr txBox="1"/>
          <p:nvPr/>
        </p:nvSpPr>
        <p:spPr>
          <a:xfrm>
            <a:off x="4104550" y="2008195"/>
            <a:ext cx="9220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[0, i]</a:t>
            </a:r>
            <a:endParaRPr lang="ru-RU" dirty="0"/>
          </a:p>
        </p:txBody>
      </p:sp>
      <p:sp>
        <p:nvSpPr>
          <p:cNvPr id="41" name="TextBox 40"/>
          <p:cNvSpPr txBox="1"/>
          <p:nvPr/>
        </p:nvSpPr>
        <p:spPr>
          <a:xfrm>
            <a:off x="4104550" y="3251042"/>
            <a:ext cx="11416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[i+1, k]</a:t>
            </a:r>
            <a:endParaRPr lang="ru-RU" dirty="0"/>
          </a:p>
        </p:txBody>
      </p:sp>
      <p:sp>
        <p:nvSpPr>
          <p:cNvPr id="42" name="TextBox 41"/>
          <p:cNvSpPr txBox="1"/>
          <p:nvPr/>
        </p:nvSpPr>
        <p:spPr>
          <a:xfrm>
            <a:off x="4092126" y="5325816"/>
            <a:ext cx="12907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[m+1, n]</a:t>
            </a:r>
            <a:endParaRPr lang="ru-RU" dirty="0"/>
          </a:p>
        </p:txBody>
      </p:sp>
      <p:pic>
        <p:nvPicPr>
          <p:cNvPr id="43" name="Рисунок 42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02657" y="2076918"/>
            <a:ext cx="1908993" cy="2700000"/>
          </a:xfrm>
          <a:prstGeom prst="rect">
            <a:avLst/>
          </a:prstGeom>
        </p:spPr>
      </p:pic>
      <p:sp>
        <p:nvSpPr>
          <p:cNvPr id="45" name="Прямоугольник 44"/>
          <p:cNvSpPr/>
          <p:nvPr/>
        </p:nvSpPr>
        <p:spPr>
          <a:xfrm>
            <a:off x="7348716" y="1974665"/>
            <a:ext cx="914400" cy="3686425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51" name="Прямая со стрелкой 50"/>
          <p:cNvCxnSpPr/>
          <p:nvPr/>
        </p:nvCxnSpPr>
        <p:spPr>
          <a:xfrm>
            <a:off x="6386864" y="2005743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Прямая со стрелкой 54"/>
          <p:cNvCxnSpPr/>
          <p:nvPr/>
        </p:nvCxnSpPr>
        <p:spPr>
          <a:xfrm>
            <a:off x="6386864" y="2750037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Прямая со стрелкой 55"/>
          <p:cNvCxnSpPr/>
          <p:nvPr/>
        </p:nvCxnSpPr>
        <p:spPr>
          <a:xfrm>
            <a:off x="6386864" y="3101292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Прямая со стрелкой 56"/>
          <p:cNvCxnSpPr/>
          <p:nvPr/>
        </p:nvCxnSpPr>
        <p:spPr>
          <a:xfrm>
            <a:off x="6386864" y="399146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Прямая со стрелкой 57"/>
          <p:cNvCxnSpPr/>
          <p:nvPr/>
        </p:nvCxnSpPr>
        <p:spPr>
          <a:xfrm>
            <a:off x="6386864" y="5123567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Прямая со стрелкой 58"/>
          <p:cNvCxnSpPr/>
          <p:nvPr/>
        </p:nvCxnSpPr>
        <p:spPr>
          <a:xfrm>
            <a:off x="6386864" y="566109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Прямоугольник 59"/>
          <p:cNvSpPr/>
          <p:nvPr/>
        </p:nvSpPr>
        <p:spPr>
          <a:xfrm>
            <a:off x="7342273" y="2001642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1" name="TextBox 60"/>
          <p:cNvSpPr txBox="1"/>
          <p:nvPr/>
        </p:nvSpPr>
        <p:spPr>
          <a:xfrm>
            <a:off x="7332441" y="1950843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0</a:t>
            </a:r>
            <a:endParaRPr lang="ru-RU" dirty="0"/>
          </a:p>
        </p:txBody>
      </p:sp>
      <p:sp>
        <p:nvSpPr>
          <p:cNvPr id="62" name="Прямоугольник 61"/>
          <p:cNvSpPr/>
          <p:nvPr/>
        </p:nvSpPr>
        <p:spPr>
          <a:xfrm>
            <a:off x="7343868" y="2722952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3" name="TextBox 62"/>
          <p:cNvSpPr txBox="1"/>
          <p:nvPr/>
        </p:nvSpPr>
        <p:spPr>
          <a:xfrm>
            <a:off x="7330904" y="2668680"/>
            <a:ext cx="2375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</a:t>
            </a:r>
            <a:endParaRPr lang="ru-RU" dirty="0"/>
          </a:p>
        </p:txBody>
      </p:sp>
      <p:sp>
        <p:nvSpPr>
          <p:cNvPr id="64" name="Прямоугольник 63"/>
          <p:cNvSpPr/>
          <p:nvPr/>
        </p:nvSpPr>
        <p:spPr>
          <a:xfrm>
            <a:off x="7348114" y="2994742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5" name="TextBox 64"/>
          <p:cNvSpPr txBox="1"/>
          <p:nvPr/>
        </p:nvSpPr>
        <p:spPr>
          <a:xfrm>
            <a:off x="7348114" y="2943943"/>
            <a:ext cx="4700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i+1</a:t>
            </a:r>
            <a:endParaRPr lang="ru-RU" dirty="0"/>
          </a:p>
        </p:txBody>
      </p:sp>
      <p:sp>
        <p:nvSpPr>
          <p:cNvPr id="66" name="Прямоугольник 65"/>
          <p:cNvSpPr/>
          <p:nvPr/>
        </p:nvSpPr>
        <p:spPr>
          <a:xfrm>
            <a:off x="7346132" y="4874089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7" name="TextBox 66"/>
          <p:cNvSpPr txBox="1"/>
          <p:nvPr/>
        </p:nvSpPr>
        <p:spPr>
          <a:xfrm>
            <a:off x="7355964" y="4823290"/>
            <a:ext cx="6014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m+1</a:t>
            </a:r>
            <a:endParaRPr lang="ru-RU" dirty="0"/>
          </a:p>
        </p:txBody>
      </p:sp>
      <p:sp>
        <p:nvSpPr>
          <p:cNvPr id="68" name="Прямоугольник 67"/>
          <p:cNvSpPr/>
          <p:nvPr/>
        </p:nvSpPr>
        <p:spPr>
          <a:xfrm>
            <a:off x="7346032" y="5393413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9" name="TextBox 68"/>
          <p:cNvSpPr txBox="1"/>
          <p:nvPr/>
        </p:nvSpPr>
        <p:spPr>
          <a:xfrm>
            <a:off x="7346032" y="5342614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n</a:t>
            </a:r>
            <a:endParaRPr lang="ru-RU" dirty="0"/>
          </a:p>
        </p:txBody>
      </p:sp>
      <p:sp>
        <p:nvSpPr>
          <p:cNvPr id="70" name="Прямоугольник 69"/>
          <p:cNvSpPr/>
          <p:nvPr/>
        </p:nvSpPr>
        <p:spPr>
          <a:xfrm>
            <a:off x="7342354" y="3879255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1" name="TextBox 70"/>
          <p:cNvSpPr txBox="1"/>
          <p:nvPr/>
        </p:nvSpPr>
        <p:spPr>
          <a:xfrm>
            <a:off x="7342354" y="3828456"/>
            <a:ext cx="2888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k</a:t>
            </a:r>
            <a:endParaRPr lang="ru-RU" dirty="0"/>
          </a:p>
        </p:txBody>
      </p:sp>
      <p:sp>
        <p:nvSpPr>
          <p:cNvPr id="72" name="Овал 71"/>
          <p:cNvSpPr/>
          <p:nvPr/>
        </p:nvSpPr>
        <p:spPr>
          <a:xfrm>
            <a:off x="6686260" y="2127311"/>
            <a:ext cx="72000" cy="72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3" name="Овал 72"/>
          <p:cNvSpPr/>
          <p:nvPr/>
        </p:nvSpPr>
        <p:spPr>
          <a:xfrm>
            <a:off x="6688662" y="2468545"/>
            <a:ext cx="72000" cy="72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4" name="Овал 73"/>
          <p:cNvSpPr/>
          <p:nvPr/>
        </p:nvSpPr>
        <p:spPr>
          <a:xfrm>
            <a:off x="6690577" y="2290874"/>
            <a:ext cx="72000" cy="72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5" name="Овал 74"/>
          <p:cNvSpPr/>
          <p:nvPr/>
        </p:nvSpPr>
        <p:spPr>
          <a:xfrm>
            <a:off x="6686260" y="3743100"/>
            <a:ext cx="72000" cy="72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6" name="Овал 75"/>
          <p:cNvSpPr/>
          <p:nvPr/>
        </p:nvSpPr>
        <p:spPr>
          <a:xfrm>
            <a:off x="6687919" y="3488975"/>
            <a:ext cx="72000" cy="72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7" name="Овал 76"/>
          <p:cNvSpPr/>
          <p:nvPr/>
        </p:nvSpPr>
        <p:spPr>
          <a:xfrm>
            <a:off x="6693508" y="3249341"/>
            <a:ext cx="72000" cy="72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8" name="Овал 77"/>
          <p:cNvSpPr/>
          <p:nvPr/>
        </p:nvSpPr>
        <p:spPr>
          <a:xfrm>
            <a:off x="6677968" y="5215147"/>
            <a:ext cx="72000" cy="72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9" name="Овал 78"/>
          <p:cNvSpPr/>
          <p:nvPr/>
        </p:nvSpPr>
        <p:spPr>
          <a:xfrm>
            <a:off x="6684796" y="5508250"/>
            <a:ext cx="72000" cy="72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0" name="Овал 79"/>
          <p:cNvSpPr/>
          <p:nvPr/>
        </p:nvSpPr>
        <p:spPr>
          <a:xfrm>
            <a:off x="6686260" y="5352595"/>
            <a:ext cx="72000" cy="72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1" name="Овал 80"/>
          <p:cNvSpPr/>
          <p:nvPr/>
        </p:nvSpPr>
        <p:spPr>
          <a:xfrm>
            <a:off x="7483284" y="2347152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2" name="Овал 81"/>
          <p:cNvSpPr/>
          <p:nvPr/>
        </p:nvSpPr>
        <p:spPr>
          <a:xfrm>
            <a:off x="7484805" y="2448285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3" name="Овал 82"/>
          <p:cNvSpPr/>
          <p:nvPr/>
        </p:nvSpPr>
        <p:spPr>
          <a:xfrm>
            <a:off x="7483284" y="2571281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4" name="Овал 83"/>
          <p:cNvSpPr/>
          <p:nvPr/>
        </p:nvSpPr>
        <p:spPr>
          <a:xfrm>
            <a:off x="7483284" y="3344576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5" name="Овал 84"/>
          <p:cNvSpPr/>
          <p:nvPr/>
        </p:nvSpPr>
        <p:spPr>
          <a:xfrm>
            <a:off x="7490532" y="3484731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6" name="Овал 85"/>
          <p:cNvSpPr/>
          <p:nvPr/>
        </p:nvSpPr>
        <p:spPr>
          <a:xfrm>
            <a:off x="7456864" y="3647922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7" name="Овал 86"/>
          <p:cNvSpPr/>
          <p:nvPr/>
        </p:nvSpPr>
        <p:spPr>
          <a:xfrm>
            <a:off x="7511114" y="5176379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8" name="Овал 87"/>
          <p:cNvSpPr/>
          <p:nvPr/>
        </p:nvSpPr>
        <p:spPr>
          <a:xfrm>
            <a:off x="7475114" y="5289816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9" name="Овал 88"/>
          <p:cNvSpPr/>
          <p:nvPr/>
        </p:nvSpPr>
        <p:spPr>
          <a:xfrm>
            <a:off x="7662220" y="5234939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0" name="TextBox 89"/>
          <p:cNvSpPr txBox="1"/>
          <p:nvPr/>
        </p:nvSpPr>
        <p:spPr>
          <a:xfrm>
            <a:off x="7139192" y="1384470"/>
            <a:ext cx="135659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Контейнер</a:t>
            </a:r>
          </a:p>
          <a:p>
            <a:r>
              <a:rPr lang="ru-RU" dirty="0" smtClean="0"/>
              <a:t>документов</a:t>
            </a:r>
            <a:endParaRPr lang="ru-RU" dirty="0"/>
          </a:p>
        </p:txBody>
      </p:sp>
      <p:sp>
        <p:nvSpPr>
          <p:cNvPr id="91" name="Стрелка вправо 90"/>
          <p:cNvSpPr/>
          <p:nvPr/>
        </p:nvSpPr>
        <p:spPr>
          <a:xfrm>
            <a:off x="1796588" y="3198155"/>
            <a:ext cx="126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95" name="Группа 94"/>
          <p:cNvGrpSpPr/>
          <p:nvPr/>
        </p:nvGrpSpPr>
        <p:grpSpPr>
          <a:xfrm>
            <a:off x="1938992" y="3076750"/>
            <a:ext cx="720000" cy="720000"/>
            <a:chOff x="2231630" y="400301"/>
            <a:chExt cx="1069963" cy="1069963"/>
          </a:xfrm>
        </p:grpSpPr>
        <p:sp>
          <p:nvSpPr>
            <p:cNvPr id="96" name="Овал 95"/>
            <p:cNvSpPr/>
            <p:nvPr/>
          </p:nvSpPr>
          <p:spPr>
            <a:xfrm>
              <a:off x="2231630" y="400301"/>
              <a:ext cx="1069963" cy="106996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97" name="Овал 4"/>
            <p:cNvSpPr/>
            <p:nvPr/>
          </p:nvSpPr>
          <p:spPr>
            <a:xfrm>
              <a:off x="2388322" y="556993"/>
              <a:ext cx="720000" cy="720000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8890" tIns="8890" rIns="8890" bIns="8890" numCol="1" spcCol="1270" anchor="ctr" anchorCtr="0">
              <a:noAutofit/>
            </a:bodyPr>
            <a:lstStyle/>
            <a:p>
              <a:pPr lvl="0" algn="ctr" defTabSz="6223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200" kern="1200" dirty="0" smtClean="0"/>
                <a:t>Search</a:t>
              </a:r>
              <a:endParaRPr lang="ru-RU" sz="1200" kern="1200" dirty="0" smtClean="0"/>
            </a:p>
            <a:p>
              <a:pPr lvl="0" algn="ctr" defTabSz="6223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200" kern="1200" dirty="0" smtClean="0"/>
                <a:t>Engine</a:t>
              </a:r>
              <a:endParaRPr lang="ru-RU" sz="1200" kern="1200" dirty="0"/>
            </a:p>
          </p:txBody>
        </p:sp>
      </p:grpSp>
      <p:sp>
        <p:nvSpPr>
          <p:cNvPr id="98" name="Стрелка вправо 97"/>
          <p:cNvSpPr/>
          <p:nvPr/>
        </p:nvSpPr>
        <p:spPr>
          <a:xfrm>
            <a:off x="9196445" y="3191651"/>
            <a:ext cx="126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99" name="Группа 98"/>
          <p:cNvGrpSpPr/>
          <p:nvPr/>
        </p:nvGrpSpPr>
        <p:grpSpPr>
          <a:xfrm>
            <a:off x="9338849" y="3070246"/>
            <a:ext cx="720000" cy="720000"/>
            <a:chOff x="2231630" y="400301"/>
            <a:chExt cx="1069963" cy="1069963"/>
          </a:xfrm>
        </p:grpSpPr>
        <p:sp>
          <p:nvSpPr>
            <p:cNvPr id="100" name="Овал 99"/>
            <p:cNvSpPr/>
            <p:nvPr/>
          </p:nvSpPr>
          <p:spPr>
            <a:xfrm>
              <a:off x="2231630" y="400301"/>
              <a:ext cx="1069963" cy="106996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101" name="Овал 4"/>
            <p:cNvSpPr/>
            <p:nvPr/>
          </p:nvSpPr>
          <p:spPr>
            <a:xfrm>
              <a:off x="2388322" y="556993"/>
              <a:ext cx="720000" cy="720000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8890" tIns="8890" rIns="8890" bIns="8890" numCol="1" spcCol="1270" anchor="ctr" anchorCtr="0">
              <a:noAutofit/>
            </a:bodyPr>
            <a:lstStyle/>
            <a:p>
              <a:pPr lvl="0" algn="ctr" defTabSz="6223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200" kern="1200" dirty="0" smtClean="0"/>
                <a:t>Search</a:t>
              </a:r>
              <a:endParaRPr lang="ru-RU" sz="1200" kern="1200" dirty="0" smtClean="0"/>
            </a:p>
            <a:p>
              <a:pPr lvl="0" algn="ctr" defTabSz="6223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200" kern="1200" dirty="0" smtClean="0"/>
                <a:t>Engine</a:t>
              </a:r>
              <a:endParaRPr lang="ru-RU" sz="1200" kern="1200" dirty="0"/>
            </a:p>
          </p:txBody>
        </p:sp>
      </p:grpSp>
      <p:sp>
        <p:nvSpPr>
          <p:cNvPr id="92" name="Стрелка вправо 91"/>
          <p:cNvSpPr/>
          <p:nvPr/>
        </p:nvSpPr>
        <p:spPr>
          <a:xfrm>
            <a:off x="9146701" y="508872"/>
            <a:ext cx="2520000" cy="1080000"/>
          </a:xfrm>
          <a:prstGeom prst="rightArrow">
            <a:avLst/>
          </a:prstGeom>
          <a:solidFill>
            <a:schemeClr val="bg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8335758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Группа 36"/>
          <p:cNvGrpSpPr/>
          <p:nvPr/>
        </p:nvGrpSpPr>
        <p:grpSpPr>
          <a:xfrm>
            <a:off x="1749063" y="947774"/>
            <a:ext cx="7739075" cy="5344377"/>
            <a:chOff x="3408461" y="590301"/>
            <a:chExt cx="1296590" cy="1296590"/>
          </a:xfrm>
          <a:solidFill>
            <a:schemeClr val="bg2">
              <a:lumMod val="90000"/>
            </a:schemeClr>
          </a:solidFill>
        </p:grpSpPr>
        <p:sp>
          <p:nvSpPr>
            <p:cNvPr id="38" name="Скругленный прямоугольник 37"/>
            <p:cNvSpPr/>
            <p:nvPr/>
          </p:nvSpPr>
          <p:spPr>
            <a:xfrm>
              <a:off x="3408461" y="590301"/>
              <a:ext cx="1296590" cy="1296590"/>
            </a:xfrm>
            <a:prstGeom prst="roundRect">
              <a:avLst/>
            </a:prstGeom>
            <a:grpFill/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39" name="Скругленный прямоугольник 4"/>
            <p:cNvSpPr/>
            <p:nvPr/>
          </p:nvSpPr>
          <p:spPr>
            <a:xfrm>
              <a:off x="3471755" y="653595"/>
              <a:ext cx="1170002" cy="1170002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2065" tIns="12065" rIns="12065" bIns="12065" numCol="1" spcCol="1270" anchor="t" anchorCtr="1">
              <a:noAutofit/>
            </a:bodyPr>
            <a:lstStyle/>
            <a:p>
              <a:pPr lvl="0" algn="ctr" defTabSz="8445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900" dirty="0" err="1" smtClean="0">
                  <a:solidFill>
                    <a:schemeClr val="tx1"/>
                  </a:solidFill>
                </a:rPr>
                <a:t>StartInvertedIndexing</a:t>
              </a:r>
              <a:endParaRPr lang="ru-RU" sz="1900" kern="1200" dirty="0">
                <a:solidFill>
                  <a:schemeClr val="tx1"/>
                </a:solidFill>
              </a:endParaRPr>
            </a:p>
          </p:txBody>
        </p:sp>
      </p:grpSp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097280" y="286604"/>
            <a:ext cx="10058400" cy="661170"/>
          </a:xfrm>
        </p:spPr>
        <p:txBody>
          <a:bodyPr>
            <a:normAutofit fontScale="90000"/>
          </a:bodyPr>
          <a:lstStyle/>
          <a:p>
            <a:r>
              <a:rPr lang="ru-RU" dirty="0" smtClean="0"/>
              <a:t>Инвертированная индексация документов в отдельных потоках без использования мьютексов</a:t>
            </a:r>
            <a:endParaRPr lang="ru-RU" dirty="0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02.12.2025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19</a:t>
            </a:fld>
            <a:endParaRPr lang="ru-RU"/>
          </a:p>
        </p:txBody>
      </p:sp>
      <p:graphicFrame>
        <p:nvGraphicFramePr>
          <p:cNvPr id="7" name="Объект 6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05752972"/>
              </p:ext>
            </p:extLst>
          </p:nvPr>
        </p:nvGraphicFramePr>
        <p:xfrm>
          <a:off x="1096963" y="4289367"/>
          <a:ext cx="10058717" cy="157962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pic>
        <p:nvPicPr>
          <p:cNvPr id="14" name="Рисунок 13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80951" y="1854991"/>
            <a:ext cx="509065" cy="720000"/>
          </a:xfrm>
          <a:prstGeom prst="rect">
            <a:avLst/>
          </a:prstGeom>
        </p:spPr>
      </p:pic>
      <p:sp>
        <p:nvSpPr>
          <p:cNvPr id="21" name="Стрелка вправо 20"/>
          <p:cNvSpPr/>
          <p:nvPr/>
        </p:nvSpPr>
        <p:spPr>
          <a:xfrm>
            <a:off x="2180951" y="1674991"/>
            <a:ext cx="2520000" cy="1080000"/>
          </a:xfrm>
          <a:prstGeom prst="rightArrow">
            <a:avLst/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4" name="Рисунок 23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80950" y="3096414"/>
            <a:ext cx="509065" cy="720000"/>
          </a:xfrm>
          <a:prstGeom prst="rect">
            <a:avLst/>
          </a:prstGeom>
        </p:spPr>
      </p:pic>
      <p:sp>
        <p:nvSpPr>
          <p:cNvPr id="25" name="Стрелка вправо 24"/>
          <p:cNvSpPr/>
          <p:nvPr/>
        </p:nvSpPr>
        <p:spPr>
          <a:xfrm>
            <a:off x="2180951" y="2916414"/>
            <a:ext cx="2520000" cy="1080000"/>
          </a:xfrm>
          <a:prstGeom prst="rightArrow">
            <a:avLst/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6" name="Рисунок 25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80949" y="5123567"/>
            <a:ext cx="509065" cy="720000"/>
          </a:xfrm>
          <a:prstGeom prst="rect">
            <a:avLst/>
          </a:prstGeom>
        </p:spPr>
      </p:pic>
      <p:sp>
        <p:nvSpPr>
          <p:cNvPr id="27" name="Стрелка вправо 26"/>
          <p:cNvSpPr/>
          <p:nvPr/>
        </p:nvSpPr>
        <p:spPr>
          <a:xfrm>
            <a:off x="2180950" y="4946781"/>
            <a:ext cx="2520000" cy="1080000"/>
          </a:xfrm>
          <a:prstGeom prst="rightArrow">
            <a:avLst/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9" name="Овал 28"/>
          <p:cNvSpPr/>
          <p:nvPr/>
        </p:nvSpPr>
        <p:spPr>
          <a:xfrm>
            <a:off x="2827927" y="4011505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0" name="Овал 29"/>
          <p:cNvSpPr/>
          <p:nvPr/>
        </p:nvSpPr>
        <p:spPr>
          <a:xfrm>
            <a:off x="2827927" y="4813711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1" name="Овал 30"/>
          <p:cNvSpPr/>
          <p:nvPr/>
        </p:nvSpPr>
        <p:spPr>
          <a:xfrm>
            <a:off x="2827927" y="4409099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2" name="TextBox 31"/>
          <p:cNvSpPr txBox="1"/>
          <p:nvPr/>
        </p:nvSpPr>
        <p:spPr>
          <a:xfrm>
            <a:off x="2084695" y="1572328"/>
            <a:ext cx="9354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Поток 1</a:t>
            </a:r>
            <a:endParaRPr lang="ru-RU" dirty="0"/>
          </a:p>
        </p:txBody>
      </p:sp>
      <p:sp>
        <p:nvSpPr>
          <p:cNvPr id="35" name="TextBox 34"/>
          <p:cNvSpPr txBox="1"/>
          <p:nvPr/>
        </p:nvSpPr>
        <p:spPr>
          <a:xfrm>
            <a:off x="2089054" y="2813886"/>
            <a:ext cx="9354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Поток 2</a:t>
            </a:r>
            <a:endParaRPr lang="ru-RU" dirty="0"/>
          </a:p>
        </p:txBody>
      </p:sp>
      <p:sp>
        <p:nvSpPr>
          <p:cNvPr id="36" name="TextBox 35"/>
          <p:cNvSpPr txBox="1"/>
          <p:nvPr/>
        </p:nvSpPr>
        <p:spPr>
          <a:xfrm>
            <a:off x="2079887" y="4864516"/>
            <a:ext cx="9402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Поток </a:t>
            </a:r>
            <a:r>
              <a:rPr lang="en-US" dirty="0" smtClean="0"/>
              <a:t>n</a:t>
            </a:r>
            <a:endParaRPr lang="ru-RU" dirty="0"/>
          </a:p>
        </p:txBody>
      </p:sp>
      <p:sp>
        <p:nvSpPr>
          <p:cNvPr id="40" name="TextBox 39"/>
          <p:cNvSpPr txBox="1"/>
          <p:nvPr/>
        </p:nvSpPr>
        <p:spPr>
          <a:xfrm>
            <a:off x="2580556" y="2008195"/>
            <a:ext cx="9220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[0, i]</a:t>
            </a:r>
            <a:endParaRPr lang="ru-RU" dirty="0"/>
          </a:p>
        </p:txBody>
      </p:sp>
      <p:sp>
        <p:nvSpPr>
          <p:cNvPr id="41" name="TextBox 40"/>
          <p:cNvSpPr txBox="1"/>
          <p:nvPr/>
        </p:nvSpPr>
        <p:spPr>
          <a:xfrm>
            <a:off x="2580556" y="3251042"/>
            <a:ext cx="11416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[i+1, k]</a:t>
            </a:r>
            <a:endParaRPr lang="ru-RU" dirty="0"/>
          </a:p>
        </p:txBody>
      </p:sp>
      <p:sp>
        <p:nvSpPr>
          <p:cNvPr id="42" name="TextBox 41"/>
          <p:cNvSpPr txBox="1"/>
          <p:nvPr/>
        </p:nvSpPr>
        <p:spPr>
          <a:xfrm>
            <a:off x="2568132" y="5325816"/>
            <a:ext cx="12907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[m+1, n]</a:t>
            </a:r>
            <a:endParaRPr lang="ru-RU" dirty="0"/>
          </a:p>
        </p:txBody>
      </p:sp>
      <p:graphicFrame>
        <p:nvGraphicFramePr>
          <p:cNvPr id="92" name="Таблица 9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33281754"/>
              </p:ext>
            </p:extLst>
          </p:nvPr>
        </p:nvGraphicFramePr>
        <p:xfrm>
          <a:off x="4882717" y="1888971"/>
          <a:ext cx="4044335" cy="64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579"/>
                <a:gridCol w="3038756"/>
              </a:tblGrid>
              <a:tr h="370840">
                <a:tc>
                  <a:txBody>
                    <a:bodyPr/>
                    <a:lstStyle/>
                    <a:p>
                      <a:r>
                        <a:rPr lang="ru-RU" b="0" dirty="0" smtClean="0"/>
                        <a:t>Слово</a:t>
                      </a:r>
                      <a:endParaRPr lang="ru-RU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0" dirty="0" smtClean="0"/>
                        <a:t>{ID </a:t>
                      </a:r>
                      <a:r>
                        <a:rPr lang="ru-RU" b="0" dirty="0" smtClean="0"/>
                        <a:t>документа, количество вхождений слова</a:t>
                      </a:r>
                      <a:r>
                        <a:rPr lang="en-US" b="0" dirty="0" smtClean="0"/>
                        <a:t>}</a:t>
                      </a:r>
                      <a:r>
                        <a:rPr lang="ru-RU" b="0" dirty="0" smtClean="0"/>
                        <a:t>, …</a:t>
                      </a:r>
                      <a:endParaRPr lang="ru-RU" b="0" dirty="0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93" name="TextBox 92"/>
          <p:cNvSpPr txBox="1"/>
          <p:nvPr/>
        </p:nvSpPr>
        <p:spPr>
          <a:xfrm>
            <a:off x="5000703" y="1597360"/>
            <a:ext cx="35151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База инвертированных индексов</a:t>
            </a:r>
            <a:endParaRPr lang="ru-RU" dirty="0"/>
          </a:p>
        </p:txBody>
      </p:sp>
      <p:graphicFrame>
        <p:nvGraphicFramePr>
          <p:cNvPr id="94" name="Таблица 9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66930662"/>
              </p:ext>
            </p:extLst>
          </p:nvPr>
        </p:nvGraphicFramePr>
        <p:xfrm>
          <a:off x="4877804" y="3113089"/>
          <a:ext cx="4044335" cy="64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579"/>
                <a:gridCol w="3038756"/>
              </a:tblGrid>
              <a:tr h="370840">
                <a:tc>
                  <a:txBody>
                    <a:bodyPr/>
                    <a:lstStyle/>
                    <a:p>
                      <a:r>
                        <a:rPr lang="ru-RU" b="0" dirty="0" smtClean="0"/>
                        <a:t>Слово</a:t>
                      </a:r>
                      <a:endParaRPr lang="ru-RU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0" dirty="0" smtClean="0"/>
                        <a:t>{ID </a:t>
                      </a:r>
                      <a:r>
                        <a:rPr lang="ru-RU" b="0" dirty="0" smtClean="0"/>
                        <a:t>документа, количество вхождений слова</a:t>
                      </a:r>
                      <a:r>
                        <a:rPr lang="en-US" b="0" dirty="0" smtClean="0"/>
                        <a:t>}</a:t>
                      </a:r>
                      <a:r>
                        <a:rPr lang="ru-RU" b="0" dirty="0" smtClean="0"/>
                        <a:t>, …</a:t>
                      </a:r>
                      <a:endParaRPr lang="ru-RU" b="0" dirty="0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02" name="TextBox 101"/>
          <p:cNvSpPr txBox="1"/>
          <p:nvPr/>
        </p:nvSpPr>
        <p:spPr>
          <a:xfrm>
            <a:off x="4995790" y="2821478"/>
            <a:ext cx="35151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База инвертированных индексов</a:t>
            </a:r>
            <a:endParaRPr lang="ru-RU" dirty="0"/>
          </a:p>
        </p:txBody>
      </p:sp>
      <p:graphicFrame>
        <p:nvGraphicFramePr>
          <p:cNvPr id="103" name="Таблица 10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71643158"/>
              </p:ext>
            </p:extLst>
          </p:nvPr>
        </p:nvGraphicFramePr>
        <p:xfrm>
          <a:off x="4897467" y="5168037"/>
          <a:ext cx="4044335" cy="64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579"/>
                <a:gridCol w="3038756"/>
              </a:tblGrid>
              <a:tr h="370840">
                <a:tc>
                  <a:txBody>
                    <a:bodyPr/>
                    <a:lstStyle/>
                    <a:p>
                      <a:r>
                        <a:rPr lang="ru-RU" b="0" dirty="0" smtClean="0"/>
                        <a:t>Слово</a:t>
                      </a:r>
                      <a:endParaRPr lang="ru-RU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0" dirty="0" smtClean="0"/>
                        <a:t>{ID </a:t>
                      </a:r>
                      <a:r>
                        <a:rPr lang="ru-RU" b="0" dirty="0" smtClean="0"/>
                        <a:t>документа, количество вхождений слова</a:t>
                      </a:r>
                      <a:r>
                        <a:rPr lang="en-US" b="0" dirty="0" smtClean="0"/>
                        <a:t>}</a:t>
                      </a:r>
                      <a:r>
                        <a:rPr lang="ru-RU" b="0" dirty="0" smtClean="0"/>
                        <a:t>, …</a:t>
                      </a:r>
                      <a:endParaRPr lang="ru-RU" b="0" dirty="0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04" name="TextBox 103"/>
          <p:cNvSpPr txBox="1"/>
          <p:nvPr/>
        </p:nvSpPr>
        <p:spPr>
          <a:xfrm>
            <a:off x="5015453" y="4876426"/>
            <a:ext cx="35151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База инвертированных индексов</a:t>
            </a:r>
            <a:endParaRPr lang="ru-RU" dirty="0"/>
          </a:p>
        </p:txBody>
      </p:sp>
      <p:sp>
        <p:nvSpPr>
          <p:cNvPr id="106" name="Стрелка вправо 105"/>
          <p:cNvSpPr/>
          <p:nvPr/>
        </p:nvSpPr>
        <p:spPr>
          <a:xfrm>
            <a:off x="1481496" y="3198493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7" name="Стрелка вправо 106"/>
          <p:cNvSpPr/>
          <p:nvPr/>
        </p:nvSpPr>
        <p:spPr>
          <a:xfrm>
            <a:off x="9584504" y="3198493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9" name="Скругленный прямоугольник 108"/>
          <p:cNvSpPr/>
          <p:nvPr/>
        </p:nvSpPr>
        <p:spPr>
          <a:xfrm>
            <a:off x="10373032" y="947773"/>
            <a:ext cx="1707883" cy="5344377"/>
          </a:xfrm>
          <a:prstGeom prst="round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</p:sp>
      <p:sp>
        <p:nvSpPr>
          <p:cNvPr id="112" name="Прямоугольник 111"/>
          <p:cNvSpPr/>
          <p:nvPr/>
        </p:nvSpPr>
        <p:spPr>
          <a:xfrm>
            <a:off x="10947325" y="2230308"/>
            <a:ext cx="914400" cy="3686425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3" name="Прямоугольник 112"/>
          <p:cNvSpPr/>
          <p:nvPr/>
        </p:nvSpPr>
        <p:spPr>
          <a:xfrm>
            <a:off x="10940882" y="2257285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4" name="TextBox 113"/>
          <p:cNvSpPr txBox="1"/>
          <p:nvPr/>
        </p:nvSpPr>
        <p:spPr>
          <a:xfrm>
            <a:off x="10931050" y="220648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0</a:t>
            </a:r>
            <a:endParaRPr lang="ru-RU" dirty="0"/>
          </a:p>
        </p:txBody>
      </p:sp>
      <p:sp>
        <p:nvSpPr>
          <p:cNvPr id="115" name="Прямоугольник 114"/>
          <p:cNvSpPr/>
          <p:nvPr/>
        </p:nvSpPr>
        <p:spPr>
          <a:xfrm>
            <a:off x="10942477" y="2978595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6" name="TextBox 115"/>
          <p:cNvSpPr txBox="1"/>
          <p:nvPr/>
        </p:nvSpPr>
        <p:spPr>
          <a:xfrm>
            <a:off x="10929513" y="2924323"/>
            <a:ext cx="2375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</a:t>
            </a:r>
            <a:endParaRPr lang="ru-RU" dirty="0"/>
          </a:p>
        </p:txBody>
      </p:sp>
      <p:sp>
        <p:nvSpPr>
          <p:cNvPr id="117" name="Прямоугольник 116"/>
          <p:cNvSpPr/>
          <p:nvPr/>
        </p:nvSpPr>
        <p:spPr>
          <a:xfrm>
            <a:off x="10946723" y="3250385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8" name="TextBox 117"/>
          <p:cNvSpPr txBox="1"/>
          <p:nvPr/>
        </p:nvSpPr>
        <p:spPr>
          <a:xfrm>
            <a:off x="10946723" y="3199586"/>
            <a:ext cx="4700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i+1</a:t>
            </a:r>
            <a:endParaRPr lang="ru-RU" dirty="0"/>
          </a:p>
        </p:txBody>
      </p:sp>
      <p:sp>
        <p:nvSpPr>
          <p:cNvPr id="119" name="Прямоугольник 118"/>
          <p:cNvSpPr/>
          <p:nvPr/>
        </p:nvSpPr>
        <p:spPr>
          <a:xfrm>
            <a:off x="10944741" y="5129732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0" name="TextBox 119"/>
          <p:cNvSpPr txBox="1"/>
          <p:nvPr/>
        </p:nvSpPr>
        <p:spPr>
          <a:xfrm>
            <a:off x="10954573" y="5078933"/>
            <a:ext cx="6014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m+1</a:t>
            </a:r>
            <a:endParaRPr lang="ru-RU" dirty="0"/>
          </a:p>
        </p:txBody>
      </p:sp>
      <p:sp>
        <p:nvSpPr>
          <p:cNvPr id="121" name="Прямоугольник 120"/>
          <p:cNvSpPr/>
          <p:nvPr/>
        </p:nvSpPr>
        <p:spPr>
          <a:xfrm>
            <a:off x="10944641" y="5649056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2" name="TextBox 121"/>
          <p:cNvSpPr txBox="1"/>
          <p:nvPr/>
        </p:nvSpPr>
        <p:spPr>
          <a:xfrm>
            <a:off x="10944641" y="5598257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n</a:t>
            </a:r>
            <a:endParaRPr lang="ru-RU" dirty="0"/>
          </a:p>
        </p:txBody>
      </p:sp>
      <p:sp>
        <p:nvSpPr>
          <p:cNvPr id="123" name="Прямоугольник 122"/>
          <p:cNvSpPr/>
          <p:nvPr/>
        </p:nvSpPr>
        <p:spPr>
          <a:xfrm>
            <a:off x="10940963" y="4134898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4" name="TextBox 123"/>
          <p:cNvSpPr txBox="1"/>
          <p:nvPr/>
        </p:nvSpPr>
        <p:spPr>
          <a:xfrm>
            <a:off x="10940963" y="4084099"/>
            <a:ext cx="2888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k</a:t>
            </a:r>
            <a:endParaRPr lang="ru-RU" dirty="0"/>
          </a:p>
        </p:txBody>
      </p:sp>
      <p:sp>
        <p:nvSpPr>
          <p:cNvPr id="125" name="Овал 124"/>
          <p:cNvSpPr/>
          <p:nvPr/>
        </p:nvSpPr>
        <p:spPr>
          <a:xfrm>
            <a:off x="11081893" y="2602795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6" name="Овал 125"/>
          <p:cNvSpPr/>
          <p:nvPr/>
        </p:nvSpPr>
        <p:spPr>
          <a:xfrm>
            <a:off x="11083414" y="2703928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7" name="Овал 126"/>
          <p:cNvSpPr/>
          <p:nvPr/>
        </p:nvSpPr>
        <p:spPr>
          <a:xfrm>
            <a:off x="11081893" y="2826924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8" name="Овал 127"/>
          <p:cNvSpPr/>
          <p:nvPr/>
        </p:nvSpPr>
        <p:spPr>
          <a:xfrm>
            <a:off x="11081893" y="3600219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9" name="Овал 128"/>
          <p:cNvSpPr/>
          <p:nvPr/>
        </p:nvSpPr>
        <p:spPr>
          <a:xfrm>
            <a:off x="11089141" y="3740374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0" name="Овал 129"/>
          <p:cNvSpPr/>
          <p:nvPr/>
        </p:nvSpPr>
        <p:spPr>
          <a:xfrm>
            <a:off x="11055473" y="3903565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1" name="Овал 130"/>
          <p:cNvSpPr/>
          <p:nvPr/>
        </p:nvSpPr>
        <p:spPr>
          <a:xfrm>
            <a:off x="11109723" y="5432022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2" name="Овал 131"/>
          <p:cNvSpPr/>
          <p:nvPr/>
        </p:nvSpPr>
        <p:spPr>
          <a:xfrm>
            <a:off x="11073723" y="5545459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3" name="Овал 132"/>
          <p:cNvSpPr/>
          <p:nvPr/>
        </p:nvSpPr>
        <p:spPr>
          <a:xfrm>
            <a:off x="11260829" y="5490582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4" name="TextBox 133"/>
          <p:cNvSpPr txBox="1"/>
          <p:nvPr/>
        </p:nvSpPr>
        <p:spPr>
          <a:xfrm>
            <a:off x="10726079" y="1149215"/>
            <a:ext cx="1351524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Контейнер</a:t>
            </a:r>
          </a:p>
          <a:p>
            <a:r>
              <a:rPr lang="ru-RU" dirty="0"/>
              <a:t>результатов</a:t>
            </a:r>
          </a:p>
          <a:p>
            <a:r>
              <a:rPr lang="ru-RU" dirty="0"/>
              <a:t>работы</a:t>
            </a:r>
          </a:p>
          <a:p>
            <a:r>
              <a:rPr lang="ru-RU" dirty="0"/>
              <a:t>потоков</a:t>
            </a:r>
          </a:p>
          <a:p>
            <a:endParaRPr lang="ru-RU" dirty="0" smtClean="0"/>
          </a:p>
        </p:txBody>
      </p:sp>
      <p:sp>
        <p:nvSpPr>
          <p:cNvPr id="135" name="Прямоугольник 134"/>
          <p:cNvSpPr/>
          <p:nvPr/>
        </p:nvSpPr>
        <p:spPr>
          <a:xfrm>
            <a:off x="279298" y="1964833"/>
            <a:ext cx="914400" cy="3686425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6" name="Прямоугольник 135"/>
          <p:cNvSpPr/>
          <p:nvPr/>
        </p:nvSpPr>
        <p:spPr>
          <a:xfrm>
            <a:off x="272855" y="1991810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7" name="TextBox 136"/>
          <p:cNvSpPr txBox="1"/>
          <p:nvPr/>
        </p:nvSpPr>
        <p:spPr>
          <a:xfrm>
            <a:off x="263023" y="1941011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0</a:t>
            </a:r>
            <a:endParaRPr lang="ru-RU" dirty="0"/>
          </a:p>
        </p:txBody>
      </p:sp>
      <p:sp>
        <p:nvSpPr>
          <p:cNvPr id="138" name="Прямоугольник 137"/>
          <p:cNvSpPr/>
          <p:nvPr/>
        </p:nvSpPr>
        <p:spPr>
          <a:xfrm>
            <a:off x="274450" y="2713120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9" name="TextBox 138"/>
          <p:cNvSpPr txBox="1"/>
          <p:nvPr/>
        </p:nvSpPr>
        <p:spPr>
          <a:xfrm>
            <a:off x="261486" y="2658848"/>
            <a:ext cx="2375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</a:t>
            </a:r>
            <a:endParaRPr lang="ru-RU" dirty="0"/>
          </a:p>
        </p:txBody>
      </p:sp>
      <p:sp>
        <p:nvSpPr>
          <p:cNvPr id="140" name="Прямоугольник 139"/>
          <p:cNvSpPr/>
          <p:nvPr/>
        </p:nvSpPr>
        <p:spPr>
          <a:xfrm>
            <a:off x="278696" y="2984910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1" name="TextBox 140"/>
          <p:cNvSpPr txBox="1"/>
          <p:nvPr/>
        </p:nvSpPr>
        <p:spPr>
          <a:xfrm>
            <a:off x="278696" y="2934111"/>
            <a:ext cx="4700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i+1</a:t>
            </a:r>
            <a:endParaRPr lang="ru-RU" dirty="0"/>
          </a:p>
        </p:txBody>
      </p:sp>
      <p:sp>
        <p:nvSpPr>
          <p:cNvPr id="142" name="Прямоугольник 141"/>
          <p:cNvSpPr/>
          <p:nvPr/>
        </p:nvSpPr>
        <p:spPr>
          <a:xfrm>
            <a:off x="276714" y="4864257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3" name="TextBox 142"/>
          <p:cNvSpPr txBox="1"/>
          <p:nvPr/>
        </p:nvSpPr>
        <p:spPr>
          <a:xfrm>
            <a:off x="286546" y="4813458"/>
            <a:ext cx="6014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m+1</a:t>
            </a:r>
            <a:endParaRPr lang="ru-RU" dirty="0"/>
          </a:p>
        </p:txBody>
      </p:sp>
      <p:sp>
        <p:nvSpPr>
          <p:cNvPr id="144" name="Прямоугольник 143"/>
          <p:cNvSpPr/>
          <p:nvPr/>
        </p:nvSpPr>
        <p:spPr>
          <a:xfrm>
            <a:off x="276614" y="5383581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5" name="TextBox 144"/>
          <p:cNvSpPr txBox="1"/>
          <p:nvPr/>
        </p:nvSpPr>
        <p:spPr>
          <a:xfrm>
            <a:off x="276614" y="5332782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n</a:t>
            </a:r>
            <a:endParaRPr lang="ru-RU" dirty="0"/>
          </a:p>
        </p:txBody>
      </p:sp>
      <p:sp>
        <p:nvSpPr>
          <p:cNvPr id="146" name="Прямоугольник 145"/>
          <p:cNvSpPr/>
          <p:nvPr/>
        </p:nvSpPr>
        <p:spPr>
          <a:xfrm>
            <a:off x="272936" y="3869423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7" name="TextBox 146"/>
          <p:cNvSpPr txBox="1"/>
          <p:nvPr/>
        </p:nvSpPr>
        <p:spPr>
          <a:xfrm>
            <a:off x="272936" y="3818624"/>
            <a:ext cx="2888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k</a:t>
            </a:r>
            <a:endParaRPr lang="ru-RU" dirty="0"/>
          </a:p>
        </p:txBody>
      </p:sp>
      <p:sp>
        <p:nvSpPr>
          <p:cNvPr id="148" name="Овал 147"/>
          <p:cNvSpPr/>
          <p:nvPr/>
        </p:nvSpPr>
        <p:spPr>
          <a:xfrm>
            <a:off x="413866" y="2337320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9" name="Овал 148"/>
          <p:cNvSpPr/>
          <p:nvPr/>
        </p:nvSpPr>
        <p:spPr>
          <a:xfrm>
            <a:off x="415387" y="2438453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50" name="Овал 149"/>
          <p:cNvSpPr/>
          <p:nvPr/>
        </p:nvSpPr>
        <p:spPr>
          <a:xfrm>
            <a:off x="413866" y="2561449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51" name="Овал 150"/>
          <p:cNvSpPr/>
          <p:nvPr/>
        </p:nvSpPr>
        <p:spPr>
          <a:xfrm>
            <a:off x="413866" y="3334744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52" name="Овал 151"/>
          <p:cNvSpPr/>
          <p:nvPr/>
        </p:nvSpPr>
        <p:spPr>
          <a:xfrm>
            <a:off x="421114" y="3474899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53" name="Овал 152"/>
          <p:cNvSpPr/>
          <p:nvPr/>
        </p:nvSpPr>
        <p:spPr>
          <a:xfrm>
            <a:off x="387446" y="3638090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54" name="Овал 153"/>
          <p:cNvSpPr/>
          <p:nvPr/>
        </p:nvSpPr>
        <p:spPr>
          <a:xfrm>
            <a:off x="441696" y="5166547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55" name="Овал 154"/>
          <p:cNvSpPr/>
          <p:nvPr/>
        </p:nvSpPr>
        <p:spPr>
          <a:xfrm>
            <a:off x="405696" y="5279984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56" name="Овал 155"/>
          <p:cNvSpPr/>
          <p:nvPr/>
        </p:nvSpPr>
        <p:spPr>
          <a:xfrm>
            <a:off x="592802" y="5225107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57" name="TextBox 156"/>
          <p:cNvSpPr txBox="1"/>
          <p:nvPr/>
        </p:nvSpPr>
        <p:spPr>
          <a:xfrm>
            <a:off x="69774" y="1374638"/>
            <a:ext cx="135659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Контейнер</a:t>
            </a:r>
          </a:p>
          <a:p>
            <a:r>
              <a:rPr lang="ru-RU" dirty="0" smtClean="0"/>
              <a:t>документов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27020959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Группа 36"/>
          <p:cNvGrpSpPr/>
          <p:nvPr/>
        </p:nvGrpSpPr>
        <p:grpSpPr>
          <a:xfrm>
            <a:off x="1749063" y="947774"/>
            <a:ext cx="7739075" cy="5344377"/>
            <a:chOff x="3408461" y="590301"/>
            <a:chExt cx="1296590" cy="1296590"/>
          </a:xfrm>
          <a:solidFill>
            <a:schemeClr val="bg2">
              <a:lumMod val="90000"/>
            </a:schemeClr>
          </a:solidFill>
        </p:grpSpPr>
        <p:sp>
          <p:nvSpPr>
            <p:cNvPr id="38" name="Скругленный прямоугольник 37"/>
            <p:cNvSpPr/>
            <p:nvPr/>
          </p:nvSpPr>
          <p:spPr>
            <a:xfrm>
              <a:off x="3408461" y="590301"/>
              <a:ext cx="1296590" cy="1296590"/>
            </a:xfrm>
            <a:prstGeom prst="roundRect">
              <a:avLst/>
            </a:prstGeom>
            <a:grpFill/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39" name="Скругленный прямоугольник 4"/>
            <p:cNvSpPr/>
            <p:nvPr/>
          </p:nvSpPr>
          <p:spPr>
            <a:xfrm>
              <a:off x="3471755" y="653595"/>
              <a:ext cx="1170002" cy="1170002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2065" tIns="12065" rIns="12065" bIns="12065" numCol="1" spcCol="1270" anchor="t" anchorCtr="1">
              <a:noAutofit/>
            </a:bodyPr>
            <a:lstStyle/>
            <a:p>
              <a:pPr lvl="0" algn="ctr" defTabSz="8445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900" dirty="0" smtClean="0">
                  <a:solidFill>
                    <a:schemeClr val="tx1"/>
                  </a:solidFill>
                </a:rPr>
                <a:t>mergeInvertedIndexBases</a:t>
              </a:r>
              <a:endParaRPr lang="ru-RU" sz="1900" kern="1200" dirty="0">
                <a:solidFill>
                  <a:schemeClr val="tx1"/>
                </a:solidFill>
              </a:endParaRPr>
            </a:p>
          </p:txBody>
        </p:sp>
      </p:grpSp>
      <p:sp>
        <p:nvSpPr>
          <p:cNvPr id="25" name="Стрелка вправо 24"/>
          <p:cNvSpPr/>
          <p:nvPr/>
        </p:nvSpPr>
        <p:spPr>
          <a:xfrm>
            <a:off x="3911431" y="2916414"/>
            <a:ext cx="2520000" cy="1080000"/>
          </a:xfrm>
          <a:prstGeom prst="rightArrow">
            <a:avLst/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7" name="Стрелка вправо 26"/>
          <p:cNvSpPr/>
          <p:nvPr/>
        </p:nvSpPr>
        <p:spPr>
          <a:xfrm>
            <a:off x="3939399" y="4943534"/>
            <a:ext cx="2520000" cy="1080000"/>
          </a:xfrm>
          <a:prstGeom prst="rightArrow">
            <a:avLst/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097280" y="286604"/>
            <a:ext cx="10058400" cy="661170"/>
          </a:xfrm>
        </p:spPr>
        <p:txBody>
          <a:bodyPr>
            <a:normAutofit fontScale="90000"/>
          </a:bodyPr>
          <a:lstStyle/>
          <a:p>
            <a:r>
              <a:rPr lang="ru-RU" dirty="0" smtClean="0"/>
              <a:t>Инвертированная индексация документов в отдельных потоках без использования мьютексов</a:t>
            </a:r>
            <a:endParaRPr lang="ru-RU" dirty="0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02.12.2025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20</a:t>
            </a:fld>
            <a:endParaRPr lang="ru-RU"/>
          </a:p>
        </p:txBody>
      </p:sp>
      <p:graphicFrame>
        <p:nvGraphicFramePr>
          <p:cNvPr id="7" name="Объект 6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05752972"/>
              </p:ext>
            </p:extLst>
          </p:nvPr>
        </p:nvGraphicFramePr>
        <p:xfrm>
          <a:off x="1096963" y="4289367"/>
          <a:ext cx="10058717" cy="157962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21" name="Стрелка вправо 20"/>
          <p:cNvSpPr/>
          <p:nvPr/>
        </p:nvSpPr>
        <p:spPr>
          <a:xfrm>
            <a:off x="3911431" y="1674991"/>
            <a:ext cx="2520000" cy="1080000"/>
          </a:xfrm>
          <a:prstGeom prst="rightArrow">
            <a:avLst/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9" name="Овал 28"/>
          <p:cNvSpPr/>
          <p:nvPr/>
        </p:nvSpPr>
        <p:spPr>
          <a:xfrm>
            <a:off x="4558407" y="4011505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0" name="Овал 29"/>
          <p:cNvSpPr/>
          <p:nvPr/>
        </p:nvSpPr>
        <p:spPr>
          <a:xfrm>
            <a:off x="4558407" y="4813711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1" name="Овал 30"/>
          <p:cNvSpPr/>
          <p:nvPr/>
        </p:nvSpPr>
        <p:spPr>
          <a:xfrm>
            <a:off x="4558407" y="4409099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2" name="TextBox 31"/>
          <p:cNvSpPr txBox="1"/>
          <p:nvPr/>
        </p:nvSpPr>
        <p:spPr>
          <a:xfrm>
            <a:off x="3815175" y="1572328"/>
            <a:ext cx="9354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Поток 1</a:t>
            </a:r>
            <a:endParaRPr lang="ru-RU" dirty="0"/>
          </a:p>
        </p:txBody>
      </p:sp>
      <p:sp>
        <p:nvSpPr>
          <p:cNvPr id="35" name="TextBox 34"/>
          <p:cNvSpPr txBox="1"/>
          <p:nvPr/>
        </p:nvSpPr>
        <p:spPr>
          <a:xfrm>
            <a:off x="3819534" y="2813886"/>
            <a:ext cx="9354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Поток 2</a:t>
            </a:r>
            <a:endParaRPr lang="ru-RU" dirty="0"/>
          </a:p>
        </p:txBody>
      </p:sp>
      <p:sp>
        <p:nvSpPr>
          <p:cNvPr id="36" name="TextBox 35"/>
          <p:cNvSpPr txBox="1"/>
          <p:nvPr/>
        </p:nvSpPr>
        <p:spPr>
          <a:xfrm>
            <a:off x="3810367" y="4864516"/>
            <a:ext cx="15253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Поток </a:t>
            </a:r>
            <a:r>
              <a:rPr lang="en-US" dirty="0" smtClean="0"/>
              <a:t>(n+1)/b</a:t>
            </a:r>
            <a:endParaRPr lang="ru-RU" dirty="0"/>
          </a:p>
        </p:txBody>
      </p:sp>
      <p:sp>
        <p:nvSpPr>
          <p:cNvPr id="40" name="TextBox 39"/>
          <p:cNvSpPr txBox="1"/>
          <p:nvPr/>
        </p:nvSpPr>
        <p:spPr>
          <a:xfrm>
            <a:off x="5041232" y="2001552"/>
            <a:ext cx="1178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[0, b-1]</a:t>
            </a:r>
            <a:endParaRPr lang="ru-RU" dirty="0"/>
          </a:p>
        </p:txBody>
      </p:sp>
      <p:sp>
        <p:nvSpPr>
          <p:cNvPr id="41" name="TextBox 40"/>
          <p:cNvSpPr txBox="1"/>
          <p:nvPr/>
        </p:nvSpPr>
        <p:spPr>
          <a:xfrm>
            <a:off x="4860548" y="3256143"/>
            <a:ext cx="12282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[b, b+1]</a:t>
            </a:r>
            <a:endParaRPr lang="ru-RU" dirty="0"/>
          </a:p>
        </p:txBody>
      </p:sp>
      <p:sp>
        <p:nvSpPr>
          <p:cNvPr id="42" name="TextBox 41"/>
          <p:cNvSpPr txBox="1"/>
          <p:nvPr/>
        </p:nvSpPr>
        <p:spPr>
          <a:xfrm>
            <a:off x="4750624" y="5314430"/>
            <a:ext cx="14205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[n+1-b, n]</a:t>
            </a:r>
            <a:endParaRPr lang="ru-RU" dirty="0"/>
          </a:p>
        </p:txBody>
      </p:sp>
      <p:sp>
        <p:nvSpPr>
          <p:cNvPr id="106" name="Стрелка вправо 105"/>
          <p:cNvSpPr/>
          <p:nvPr/>
        </p:nvSpPr>
        <p:spPr>
          <a:xfrm>
            <a:off x="11171578" y="798716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8" name="Рисунок 7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77357" y="1865107"/>
            <a:ext cx="503826" cy="712591"/>
          </a:xfrm>
          <a:prstGeom prst="rect">
            <a:avLst/>
          </a:prstGeom>
        </p:spPr>
      </p:pic>
      <p:pic>
        <p:nvPicPr>
          <p:cNvPr id="43" name="Рисунок 42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70912" y="3100118"/>
            <a:ext cx="503826" cy="712591"/>
          </a:xfrm>
          <a:prstGeom prst="rect">
            <a:avLst/>
          </a:prstGeom>
        </p:spPr>
      </p:pic>
      <p:pic>
        <p:nvPicPr>
          <p:cNvPr id="44" name="Рисунок 43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03432" y="5122836"/>
            <a:ext cx="503826" cy="712591"/>
          </a:xfrm>
          <a:prstGeom prst="rect">
            <a:avLst/>
          </a:prstGeom>
        </p:spPr>
      </p:pic>
      <p:pic>
        <p:nvPicPr>
          <p:cNvPr id="45" name="Рисунок 44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96628" y="1424432"/>
            <a:ext cx="993543" cy="1405227"/>
          </a:xfrm>
          <a:prstGeom prst="rect">
            <a:avLst/>
          </a:prstGeom>
        </p:spPr>
      </p:pic>
      <p:pic>
        <p:nvPicPr>
          <p:cNvPr id="46" name="Рисунок 45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35556" y="2702791"/>
            <a:ext cx="993543" cy="1405227"/>
          </a:xfrm>
          <a:prstGeom prst="rect">
            <a:avLst/>
          </a:prstGeom>
        </p:spPr>
      </p:pic>
      <p:pic>
        <p:nvPicPr>
          <p:cNvPr id="47" name="Рисунок 46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80112" y="4740480"/>
            <a:ext cx="993543" cy="1405227"/>
          </a:xfrm>
          <a:prstGeom prst="rect">
            <a:avLst/>
          </a:prstGeom>
        </p:spPr>
      </p:pic>
      <p:sp>
        <p:nvSpPr>
          <p:cNvPr id="48" name="Прямоугольник 47"/>
          <p:cNvSpPr/>
          <p:nvPr/>
        </p:nvSpPr>
        <p:spPr>
          <a:xfrm>
            <a:off x="2511221" y="1984501"/>
            <a:ext cx="914400" cy="3686425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9" name="Прямоугольник 48"/>
          <p:cNvSpPr/>
          <p:nvPr/>
        </p:nvSpPr>
        <p:spPr>
          <a:xfrm>
            <a:off x="2504778" y="2011478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0" name="TextBox 49"/>
          <p:cNvSpPr txBox="1"/>
          <p:nvPr/>
        </p:nvSpPr>
        <p:spPr>
          <a:xfrm>
            <a:off x="2494946" y="1960679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0</a:t>
            </a:r>
            <a:endParaRPr lang="ru-RU" dirty="0"/>
          </a:p>
        </p:txBody>
      </p:sp>
      <p:sp>
        <p:nvSpPr>
          <p:cNvPr id="51" name="Прямоугольник 50"/>
          <p:cNvSpPr/>
          <p:nvPr/>
        </p:nvSpPr>
        <p:spPr>
          <a:xfrm>
            <a:off x="2506373" y="2732788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2" name="TextBox 51"/>
          <p:cNvSpPr txBox="1"/>
          <p:nvPr/>
        </p:nvSpPr>
        <p:spPr>
          <a:xfrm>
            <a:off x="2493409" y="2678516"/>
            <a:ext cx="2375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</a:t>
            </a:r>
            <a:endParaRPr lang="ru-RU" dirty="0"/>
          </a:p>
        </p:txBody>
      </p:sp>
      <p:sp>
        <p:nvSpPr>
          <p:cNvPr id="53" name="Прямоугольник 52"/>
          <p:cNvSpPr/>
          <p:nvPr/>
        </p:nvSpPr>
        <p:spPr>
          <a:xfrm>
            <a:off x="2510619" y="3004578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4" name="TextBox 53"/>
          <p:cNvSpPr txBox="1"/>
          <p:nvPr/>
        </p:nvSpPr>
        <p:spPr>
          <a:xfrm>
            <a:off x="2510619" y="2953779"/>
            <a:ext cx="4700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i+1</a:t>
            </a:r>
            <a:endParaRPr lang="ru-RU" dirty="0"/>
          </a:p>
        </p:txBody>
      </p:sp>
      <p:sp>
        <p:nvSpPr>
          <p:cNvPr id="55" name="Прямоугольник 54"/>
          <p:cNvSpPr/>
          <p:nvPr/>
        </p:nvSpPr>
        <p:spPr>
          <a:xfrm>
            <a:off x="2508637" y="4883925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6" name="TextBox 55"/>
          <p:cNvSpPr txBox="1"/>
          <p:nvPr/>
        </p:nvSpPr>
        <p:spPr>
          <a:xfrm>
            <a:off x="2518469" y="4833126"/>
            <a:ext cx="6014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m+1</a:t>
            </a:r>
            <a:endParaRPr lang="ru-RU" dirty="0"/>
          </a:p>
        </p:txBody>
      </p:sp>
      <p:sp>
        <p:nvSpPr>
          <p:cNvPr id="57" name="Прямоугольник 56"/>
          <p:cNvSpPr/>
          <p:nvPr/>
        </p:nvSpPr>
        <p:spPr>
          <a:xfrm>
            <a:off x="2508537" y="5403249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8" name="TextBox 57"/>
          <p:cNvSpPr txBox="1"/>
          <p:nvPr/>
        </p:nvSpPr>
        <p:spPr>
          <a:xfrm>
            <a:off x="2508537" y="5352450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n</a:t>
            </a:r>
            <a:endParaRPr lang="ru-RU" dirty="0"/>
          </a:p>
        </p:txBody>
      </p:sp>
      <p:sp>
        <p:nvSpPr>
          <p:cNvPr id="59" name="Прямоугольник 58"/>
          <p:cNvSpPr/>
          <p:nvPr/>
        </p:nvSpPr>
        <p:spPr>
          <a:xfrm>
            <a:off x="2504859" y="3889091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0" name="TextBox 59"/>
          <p:cNvSpPr txBox="1"/>
          <p:nvPr/>
        </p:nvSpPr>
        <p:spPr>
          <a:xfrm>
            <a:off x="2504859" y="3838292"/>
            <a:ext cx="2888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k</a:t>
            </a:r>
            <a:endParaRPr lang="ru-RU" dirty="0"/>
          </a:p>
        </p:txBody>
      </p:sp>
      <p:sp>
        <p:nvSpPr>
          <p:cNvPr id="61" name="Овал 60"/>
          <p:cNvSpPr/>
          <p:nvPr/>
        </p:nvSpPr>
        <p:spPr>
          <a:xfrm>
            <a:off x="2645789" y="2356988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2" name="Овал 61"/>
          <p:cNvSpPr/>
          <p:nvPr/>
        </p:nvSpPr>
        <p:spPr>
          <a:xfrm>
            <a:off x="2647310" y="2458121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3" name="Овал 62"/>
          <p:cNvSpPr/>
          <p:nvPr/>
        </p:nvSpPr>
        <p:spPr>
          <a:xfrm>
            <a:off x="2645789" y="2581117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4" name="Овал 63"/>
          <p:cNvSpPr/>
          <p:nvPr/>
        </p:nvSpPr>
        <p:spPr>
          <a:xfrm>
            <a:off x="2645789" y="3354412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5" name="Овал 64"/>
          <p:cNvSpPr/>
          <p:nvPr/>
        </p:nvSpPr>
        <p:spPr>
          <a:xfrm>
            <a:off x="2653037" y="3494567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6" name="Овал 65"/>
          <p:cNvSpPr/>
          <p:nvPr/>
        </p:nvSpPr>
        <p:spPr>
          <a:xfrm>
            <a:off x="2619369" y="3657758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7" name="Овал 66"/>
          <p:cNvSpPr/>
          <p:nvPr/>
        </p:nvSpPr>
        <p:spPr>
          <a:xfrm>
            <a:off x="2673619" y="5186215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8" name="Овал 67"/>
          <p:cNvSpPr/>
          <p:nvPr/>
        </p:nvSpPr>
        <p:spPr>
          <a:xfrm>
            <a:off x="2637619" y="5299652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9" name="Овал 68"/>
          <p:cNvSpPr/>
          <p:nvPr/>
        </p:nvSpPr>
        <p:spPr>
          <a:xfrm>
            <a:off x="2824725" y="5244775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0" name="TextBox 69"/>
          <p:cNvSpPr txBox="1"/>
          <p:nvPr/>
        </p:nvSpPr>
        <p:spPr>
          <a:xfrm>
            <a:off x="2289975" y="903408"/>
            <a:ext cx="1351524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Контейнер</a:t>
            </a:r>
          </a:p>
          <a:p>
            <a:r>
              <a:rPr lang="ru-RU" dirty="0"/>
              <a:t>результатов</a:t>
            </a:r>
          </a:p>
          <a:p>
            <a:r>
              <a:rPr lang="ru-RU" dirty="0"/>
              <a:t>работы</a:t>
            </a:r>
          </a:p>
          <a:p>
            <a:r>
              <a:rPr lang="ru-RU" dirty="0"/>
              <a:t>потоков</a:t>
            </a:r>
          </a:p>
          <a:p>
            <a:endParaRPr lang="ru-RU" dirty="0" smtClean="0"/>
          </a:p>
        </p:txBody>
      </p:sp>
      <p:cxnSp>
        <p:nvCxnSpPr>
          <p:cNvPr id="71" name="Прямая со стрелкой 70"/>
          <p:cNvCxnSpPr/>
          <p:nvPr/>
        </p:nvCxnSpPr>
        <p:spPr>
          <a:xfrm>
            <a:off x="3281499" y="2113898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Прямая со стрелкой 71"/>
          <p:cNvCxnSpPr/>
          <p:nvPr/>
        </p:nvCxnSpPr>
        <p:spPr>
          <a:xfrm>
            <a:off x="3281499" y="2279212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Прямая со стрелкой 72"/>
          <p:cNvCxnSpPr/>
          <p:nvPr/>
        </p:nvCxnSpPr>
        <p:spPr>
          <a:xfrm>
            <a:off x="3281499" y="2458121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Прямая со стрелкой 73"/>
          <p:cNvCxnSpPr/>
          <p:nvPr/>
        </p:nvCxnSpPr>
        <p:spPr>
          <a:xfrm>
            <a:off x="3281499" y="3323111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Прямая со стрелкой 74"/>
          <p:cNvCxnSpPr/>
          <p:nvPr/>
        </p:nvCxnSpPr>
        <p:spPr>
          <a:xfrm>
            <a:off x="3281499" y="3494567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Прямая со стрелкой 75"/>
          <p:cNvCxnSpPr/>
          <p:nvPr/>
        </p:nvCxnSpPr>
        <p:spPr>
          <a:xfrm>
            <a:off x="3281499" y="3657758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Прямая со стрелкой 76"/>
          <p:cNvCxnSpPr/>
          <p:nvPr/>
        </p:nvCxnSpPr>
        <p:spPr>
          <a:xfrm>
            <a:off x="3278959" y="5313083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Прямая со стрелкой 77"/>
          <p:cNvCxnSpPr/>
          <p:nvPr/>
        </p:nvCxnSpPr>
        <p:spPr>
          <a:xfrm>
            <a:off x="3269126" y="5486362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Прямая со стрелкой 78"/>
          <p:cNvCxnSpPr/>
          <p:nvPr/>
        </p:nvCxnSpPr>
        <p:spPr>
          <a:xfrm>
            <a:off x="3269126" y="5661056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0" name="Рисунок 79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10359" y="1870697"/>
            <a:ext cx="503826" cy="712591"/>
          </a:xfrm>
          <a:prstGeom prst="rect">
            <a:avLst/>
          </a:prstGeom>
        </p:spPr>
      </p:pic>
      <p:pic>
        <p:nvPicPr>
          <p:cNvPr id="81" name="Рисунок 80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43589" y="3100118"/>
            <a:ext cx="503826" cy="712591"/>
          </a:xfrm>
          <a:prstGeom prst="rect">
            <a:avLst/>
          </a:prstGeom>
        </p:spPr>
      </p:pic>
      <p:pic>
        <p:nvPicPr>
          <p:cNvPr id="82" name="Рисунок 81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02818" y="5127499"/>
            <a:ext cx="503826" cy="712591"/>
          </a:xfrm>
          <a:prstGeom prst="rect">
            <a:avLst/>
          </a:prstGeom>
        </p:spPr>
      </p:pic>
      <p:sp>
        <p:nvSpPr>
          <p:cNvPr id="83" name="Овал 82"/>
          <p:cNvSpPr/>
          <p:nvPr/>
        </p:nvSpPr>
        <p:spPr>
          <a:xfrm>
            <a:off x="4314122" y="2294758"/>
            <a:ext cx="72000" cy="72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4" name="Овал 83"/>
          <p:cNvSpPr/>
          <p:nvPr/>
        </p:nvSpPr>
        <p:spPr>
          <a:xfrm>
            <a:off x="4462466" y="2284988"/>
            <a:ext cx="72000" cy="72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5" name="Прямоугольник 84"/>
          <p:cNvSpPr/>
          <p:nvPr/>
        </p:nvSpPr>
        <p:spPr>
          <a:xfrm>
            <a:off x="8130374" y="2274586"/>
            <a:ext cx="914400" cy="2332261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6" name="Прямоугольник 85"/>
          <p:cNvSpPr/>
          <p:nvPr/>
        </p:nvSpPr>
        <p:spPr>
          <a:xfrm>
            <a:off x="8123931" y="2694821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7" name="TextBox 86"/>
          <p:cNvSpPr txBox="1"/>
          <p:nvPr/>
        </p:nvSpPr>
        <p:spPr>
          <a:xfrm>
            <a:off x="8123620" y="225884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0</a:t>
            </a:r>
            <a:endParaRPr lang="ru-RU" dirty="0"/>
          </a:p>
        </p:txBody>
      </p:sp>
      <p:sp>
        <p:nvSpPr>
          <p:cNvPr id="90" name="Прямоугольник 89"/>
          <p:cNvSpPr/>
          <p:nvPr/>
        </p:nvSpPr>
        <p:spPr>
          <a:xfrm>
            <a:off x="8117933" y="4347772"/>
            <a:ext cx="914400" cy="2677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1" name="TextBox 90"/>
          <p:cNvSpPr txBox="1"/>
          <p:nvPr/>
        </p:nvSpPr>
        <p:spPr>
          <a:xfrm>
            <a:off x="8099455" y="4281536"/>
            <a:ext cx="8915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(n+1)/b</a:t>
            </a:r>
            <a:endParaRPr lang="ru-RU" dirty="0"/>
          </a:p>
        </p:txBody>
      </p:sp>
      <p:sp>
        <p:nvSpPr>
          <p:cNvPr id="96" name="TextBox 95"/>
          <p:cNvSpPr txBox="1"/>
          <p:nvPr/>
        </p:nvSpPr>
        <p:spPr>
          <a:xfrm>
            <a:off x="7980305" y="4798713"/>
            <a:ext cx="6014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m+1</a:t>
            </a:r>
            <a:endParaRPr lang="ru-RU" dirty="0"/>
          </a:p>
        </p:txBody>
      </p:sp>
      <p:sp>
        <p:nvSpPr>
          <p:cNvPr id="98" name="TextBox 97"/>
          <p:cNvSpPr txBox="1"/>
          <p:nvPr/>
        </p:nvSpPr>
        <p:spPr>
          <a:xfrm>
            <a:off x="7970373" y="5318037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n</a:t>
            </a:r>
            <a:endParaRPr lang="ru-RU" dirty="0"/>
          </a:p>
        </p:txBody>
      </p:sp>
      <p:sp>
        <p:nvSpPr>
          <p:cNvPr id="101" name="Овал 100"/>
          <p:cNvSpPr/>
          <p:nvPr/>
        </p:nvSpPr>
        <p:spPr>
          <a:xfrm>
            <a:off x="8264942" y="3040331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8" name="Овал 107"/>
          <p:cNvSpPr/>
          <p:nvPr/>
        </p:nvSpPr>
        <p:spPr>
          <a:xfrm>
            <a:off x="8266463" y="3141464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0" name="Овал 109"/>
          <p:cNvSpPr/>
          <p:nvPr/>
        </p:nvSpPr>
        <p:spPr>
          <a:xfrm>
            <a:off x="8264942" y="3264460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1" name="Овал 110"/>
          <p:cNvSpPr/>
          <p:nvPr/>
        </p:nvSpPr>
        <p:spPr>
          <a:xfrm>
            <a:off x="8264942" y="4037755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4" name="Овал 113"/>
          <p:cNvSpPr/>
          <p:nvPr/>
        </p:nvSpPr>
        <p:spPr>
          <a:xfrm>
            <a:off x="8135455" y="5151802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5" name="Овал 114"/>
          <p:cNvSpPr/>
          <p:nvPr/>
        </p:nvSpPr>
        <p:spPr>
          <a:xfrm>
            <a:off x="8099455" y="5265239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6" name="Овал 115"/>
          <p:cNvSpPr/>
          <p:nvPr/>
        </p:nvSpPr>
        <p:spPr>
          <a:xfrm>
            <a:off x="8286561" y="5210362"/>
            <a:ext cx="72000" cy="72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7" name="TextBox 116"/>
          <p:cNvSpPr txBox="1"/>
          <p:nvPr/>
        </p:nvSpPr>
        <p:spPr>
          <a:xfrm>
            <a:off x="7917259" y="1056306"/>
            <a:ext cx="1351524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Контейнер</a:t>
            </a:r>
          </a:p>
          <a:p>
            <a:r>
              <a:rPr lang="ru-RU" dirty="0"/>
              <a:t>результатов</a:t>
            </a:r>
          </a:p>
          <a:p>
            <a:r>
              <a:rPr lang="ru-RU" dirty="0"/>
              <a:t>работы</a:t>
            </a:r>
          </a:p>
          <a:p>
            <a:r>
              <a:rPr lang="ru-RU" dirty="0"/>
              <a:t>потоков</a:t>
            </a:r>
          </a:p>
          <a:p>
            <a:endParaRPr lang="ru-RU" dirty="0" smtClean="0"/>
          </a:p>
        </p:txBody>
      </p:sp>
      <p:sp>
        <p:nvSpPr>
          <p:cNvPr id="120" name="Стрелка вправо 119"/>
          <p:cNvSpPr/>
          <p:nvPr/>
        </p:nvSpPr>
        <p:spPr>
          <a:xfrm rot="18848678">
            <a:off x="7167363" y="3010028"/>
            <a:ext cx="864000" cy="144000"/>
          </a:xfrm>
          <a:prstGeom prst="rightArrow">
            <a:avLst/>
          </a:prstGeom>
          <a:ln w="1587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1" name="Стрелка вправо 120"/>
          <p:cNvSpPr/>
          <p:nvPr/>
        </p:nvSpPr>
        <p:spPr>
          <a:xfrm rot="18411802">
            <a:off x="7052722" y="4930056"/>
            <a:ext cx="1368000" cy="144000"/>
          </a:xfrm>
          <a:prstGeom prst="rightArrow">
            <a:avLst/>
          </a:prstGeom>
          <a:ln w="1587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2" name="Стрелка вправо 121"/>
          <p:cNvSpPr/>
          <p:nvPr/>
        </p:nvSpPr>
        <p:spPr>
          <a:xfrm rot="2131435">
            <a:off x="7162281" y="2138469"/>
            <a:ext cx="864000" cy="144000"/>
          </a:xfrm>
          <a:prstGeom prst="rightArrow">
            <a:avLst/>
          </a:prstGeom>
          <a:ln w="1587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3" name="TextBox 122"/>
          <p:cNvSpPr txBox="1"/>
          <p:nvPr/>
        </p:nvSpPr>
        <p:spPr>
          <a:xfrm>
            <a:off x="8130185" y="263770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35824" y="5848368"/>
            <a:ext cx="36070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b – </a:t>
            </a:r>
            <a:r>
              <a:rPr lang="ru-RU" dirty="0" smtClean="0"/>
              <a:t>количество баз в одном потоке</a:t>
            </a:r>
            <a:endParaRPr lang="ru-RU" dirty="0"/>
          </a:p>
        </p:txBody>
      </p:sp>
      <p:sp>
        <p:nvSpPr>
          <p:cNvPr id="124" name="Стрелка вправо 123"/>
          <p:cNvSpPr/>
          <p:nvPr/>
        </p:nvSpPr>
        <p:spPr>
          <a:xfrm>
            <a:off x="574850" y="3179630"/>
            <a:ext cx="1206419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5" name="Стрелка вправо 124"/>
          <p:cNvSpPr/>
          <p:nvPr/>
        </p:nvSpPr>
        <p:spPr>
          <a:xfrm>
            <a:off x="9494500" y="3198400"/>
            <a:ext cx="1206419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20" name="Соединительная линия уступом 19"/>
          <p:cNvCxnSpPr/>
          <p:nvPr/>
        </p:nvCxnSpPr>
        <p:spPr>
          <a:xfrm rot="10800000">
            <a:off x="5598111" y="805442"/>
            <a:ext cx="4848574" cy="2615006"/>
          </a:xfrm>
          <a:prstGeom prst="bentConnector3">
            <a:avLst>
              <a:gd name="adj1" fmla="val 9037"/>
            </a:avLst>
          </a:prstGeom>
          <a:ln w="1270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1" name="Соединительная линия уступом 150"/>
          <p:cNvCxnSpPr/>
          <p:nvPr/>
        </p:nvCxnSpPr>
        <p:spPr>
          <a:xfrm rot="10800000" flipV="1">
            <a:off x="1024088" y="805440"/>
            <a:ext cx="5195673" cy="2633369"/>
          </a:xfrm>
          <a:prstGeom prst="bentConnector3">
            <a:avLst>
              <a:gd name="adj1" fmla="val 99975"/>
            </a:avLst>
          </a:prstGeom>
          <a:ln w="1270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58" name="Рисунок 157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18814" y="1662478"/>
            <a:ext cx="2253552" cy="31873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74470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02.12.2025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21</a:t>
            </a:fld>
            <a:endParaRPr lang="ru-RU"/>
          </a:p>
        </p:txBody>
      </p:sp>
      <p:sp>
        <p:nvSpPr>
          <p:cNvPr id="5" name="Заголовок 1"/>
          <p:cNvSpPr txBox="1">
            <a:spLocks/>
          </p:cNvSpPr>
          <p:nvPr/>
        </p:nvSpPr>
        <p:spPr>
          <a:xfrm>
            <a:off x="1097280" y="286603"/>
            <a:ext cx="10058400" cy="735373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dirty="0" smtClean="0"/>
              <a:t>Класс </a:t>
            </a:r>
            <a:r>
              <a:rPr lang="en-US" dirty="0" smtClean="0"/>
              <a:t>DispatcherOperations</a:t>
            </a:r>
            <a:endParaRPr lang="ru-RU" dirty="0"/>
          </a:p>
        </p:txBody>
      </p:sp>
      <p:sp>
        <p:nvSpPr>
          <p:cNvPr id="6" name="Стрелка вправо 5"/>
          <p:cNvSpPr/>
          <p:nvPr/>
        </p:nvSpPr>
        <p:spPr>
          <a:xfrm>
            <a:off x="3022275" y="1951728"/>
            <a:ext cx="8097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0" name="Рисунок 9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44462" y="1704692"/>
            <a:ext cx="608483" cy="860612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96607" y="1755078"/>
            <a:ext cx="667339" cy="943856"/>
          </a:xfrm>
          <a:prstGeom prst="rect">
            <a:avLst/>
          </a:prstGeom>
        </p:spPr>
      </p:pic>
      <p:sp>
        <p:nvSpPr>
          <p:cNvPr id="11" name="Стрелка вправо 10"/>
          <p:cNvSpPr/>
          <p:nvPr/>
        </p:nvSpPr>
        <p:spPr>
          <a:xfrm>
            <a:off x="6923852" y="1922203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aphicFrame>
        <p:nvGraphicFramePr>
          <p:cNvPr id="19" name="Таблица 1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66551840"/>
              </p:ext>
            </p:extLst>
          </p:nvPr>
        </p:nvGraphicFramePr>
        <p:xfrm>
          <a:off x="2407359" y="4345671"/>
          <a:ext cx="3359310" cy="15400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79655"/>
                <a:gridCol w="1679655"/>
              </a:tblGrid>
              <a:tr h="686599">
                <a:tc>
                  <a:txBody>
                    <a:bodyPr/>
                    <a:lstStyle/>
                    <a:p>
                      <a:r>
                        <a:rPr lang="ru-RU" dirty="0" smtClean="0"/>
                        <a:t>Имя функции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Уровень </a:t>
                      </a:r>
                      <a:r>
                        <a:rPr lang="ru-RU" dirty="0" err="1" smtClean="0"/>
                        <a:t>логирования</a:t>
                      </a:r>
                      <a:endParaRPr lang="ru-RU" dirty="0"/>
                    </a:p>
                  </a:txBody>
                  <a:tcPr/>
                </a:tc>
              </a:tr>
              <a:tr h="313711">
                <a:tc>
                  <a:txBody>
                    <a:bodyPr/>
                    <a:lstStyle/>
                    <a:p>
                      <a:r>
                        <a:rPr lang="en-US" sz="1100" b="1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SearchEngine::</a:t>
                      </a:r>
                      <a:endParaRPr lang="ru-RU" sz="1100" b="1" kern="1200" dirty="0" smtClean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r>
                        <a:rPr lang="en-US" sz="1100" b="1" kern="1200" dirty="0" err="1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readDocsFromFiles</a:t>
                      </a:r>
                      <a:endParaRPr lang="ru-RU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ErrorLevel</a:t>
                      </a:r>
                      <a:r>
                        <a:rPr lang="en-US" sz="1100" dirty="0" smtClean="0"/>
                        <a:t>::</a:t>
                      </a:r>
                      <a:r>
                        <a:rPr lang="en-US" sz="1100" b="1" i="1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fatal</a:t>
                      </a:r>
                      <a:endParaRPr lang="ru-RU" sz="1100" dirty="0"/>
                    </a:p>
                  </a:txBody>
                  <a:tcPr/>
                </a:tc>
              </a:tr>
              <a:tr h="313711">
                <a:tc>
                  <a:txBody>
                    <a:bodyPr/>
                    <a:lstStyle/>
                    <a:p>
                      <a:r>
                        <a:rPr lang="en-US" sz="1100" b="1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ConverterJSON::</a:t>
                      </a:r>
                      <a:endParaRPr lang="ru-RU" sz="1100" b="1" kern="1200" dirty="0" smtClean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r>
                        <a:rPr lang="en-US" sz="1100" b="1" kern="1200" dirty="0" err="1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checkFilePath</a:t>
                      </a:r>
                      <a:endParaRPr lang="ru-RU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ErrorLevel</a:t>
                      </a:r>
                      <a:r>
                        <a:rPr lang="en-US" sz="1100" dirty="0" smtClean="0"/>
                        <a:t>::</a:t>
                      </a:r>
                      <a:r>
                        <a:rPr lang="en-US" sz="1100" b="1" i="1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error</a:t>
                      </a:r>
                      <a:endParaRPr lang="ru-RU" sz="1100" dirty="0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22" name="Стрелка вправо 21"/>
          <p:cNvSpPr/>
          <p:nvPr/>
        </p:nvSpPr>
        <p:spPr>
          <a:xfrm>
            <a:off x="1097280" y="4829205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6" name="TextBox 25"/>
          <p:cNvSpPr txBox="1"/>
          <p:nvPr/>
        </p:nvSpPr>
        <p:spPr>
          <a:xfrm>
            <a:off x="7914209" y="2458404"/>
            <a:ext cx="19862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Ошибка операции</a:t>
            </a:r>
            <a:endParaRPr lang="ru-RU" dirty="0"/>
          </a:p>
        </p:txBody>
      </p:sp>
      <p:pic>
        <p:nvPicPr>
          <p:cNvPr id="33" name="Рисунок 32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01544" y="1244366"/>
            <a:ext cx="1176748" cy="1664343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4132459" y="2957129"/>
            <a:ext cx="232467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Операции с файлами </a:t>
            </a:r>
          </a:p>
          <a:p>
            <a:r>
              <a:rPr lang="ru-RU" dirty="0" smtClean="0"/>
              <a:t>и документами</a:t>
            </a:r>
            <a:endParaRPr lang="ru-RU" dirty="0"/>
          </a:p>
        </p:txBody>
      </p:sp>
      <p:sp>
        <p:nvSpPr>
          <p:cNvPr id="35" name="Стрелка вправо 34"/>
          <p:cNvSpPr/>
          <p:nvPr/>
        </p:nvSpPr>
        <p:spPr>
          <a:xfrm>
            <a:off x="10556470" y="1736276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6" name="Стрелка вправо 35"/>
          <p:cNvSpPr/>
          <p:nvPr/>
        </p:nvSpPr>
        <p:spPr>
          <a:xfrm>
            <a:off x="6698604" y="4771671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2" name="TextBox 41"/>
          <p:cNvSpPr txBox="1"/>
          <p:nvPr/>
        </p:nvSpPr>
        <p:spPr>
          <a:xfrm>
            <a:off x="2738892" y="2513984"/>
            <a:ext cx="1455848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/>
              <a:t>b</a:t>
            </a:r>
            <a:r>
              <a:rPr lang="en-US" sz="1100" dirty="0" smtClean="0"/>
              <a:t>oost:source_location</a:t>
            </a:r>
            <a:endParaRPr lang="ru-RU" sz="1100" dirty="0"/>
          </a:p>
        </p:txBody>
      </p:sp>
      <p:sp>
        <p:nvSpPr>
          <p:cNvPr id="43" name="TextBox 42"/>
          <p:cNvSpPr txBox="1"/>
          <p:nvPr/>
        </p:nvSpPr>
        <p:spPr>
          <a:xfrm>
            <a:off x="6398857" y="2473217"/>
            <a:ext cx="1455848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/>
              <a:t>b</a:t>
            </a:r>
            <a:r>
              <a:rPr lang="en-US" sz="1100" dirty="0" smtClean="0"/>
              <a:t>oost:source_location</a:t>
            </a:r>
            <a:endParaRPr lang="ru-RU" sz="1100" dirty="0"/>
          </a:p>
        </p:txBody>
      </p:sp>
      <p:sp>
        <p:nvSpPr>
          <p:cNvPr id="44" name="TextBox 43"/>
          <p:cNvSpPr txBox="1"/>
          <p:nvPr/>
        </p:nvSpPr>
        <p:spPr>
          <a:xfrm>
            <a:off x="10064481" y="2337520"/>
            <a:ext cx="150899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b</a:t>
            </a:r>
            <a:r>
              <a:rPr lang="en-US" sz="1100" dirty="0" smtClean="0"/>
              <a:t>oost:source_location</a:t>
            </a:r>
            <a:endParaRPr lang="ru-RU" sz="1100" dirty="0"/>
          </a:p>
        </p:txBody>
      </p:sp>
      <p:sp>
        <p:nvSpPr>
          <p:cNvPr id="45" name="TextBox 44"/>
          <p:cNvSpPr txBox="1"/>
          <p:nvPr/>
        </p:nvSpPr>
        <p:spPr>
          <a:xfrm flipH="1">
            <a:off x="582799" y="5403389"/>
            <a:ext cx="155397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b</a:t>
            </a:r>
            <a:r>
              <a:rPr lang="en-US" sz="1100" dirty="0" smtClean="0"/>
              <a:t>oost:source_location</a:t>
            </a:r>
            <a:endParaRPr lang="ru-RU" sz="1100" dirty="0"/>
          </a:p>
        </p:txBody>
      </p:sp>
      <p:sp>
        <p:nvSpPr>
          <p:cNvPr id="46" name="TextBox 45"/>
          <p:cNvSpPr txBox="1"/>
          <p:nvPr/>
        </p:nvSpPr>
        <p:spPr>
          <a:xfrm>
            <a:off x="6233187" y="5439751"/>
            <a:ext cx="1455848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/>
              <a:t>b</a:t>
            </a:r>
            <a:r>
              <a:rPr lang="en-US" sz="1100" dirty="0" smtClean="0"/>
              <a:t>oost:source_location</a:t>
            </a:r>
            <a:endParaRPr lang="ru-RU" sz="1100" dirty="0"/>
          </a:p>
        </p:txBody>
      </p:sp>
      <p:pic>
        <p:nvPicPr>
          <p:cNvPr id="47" name="Рисунок 46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08989" y="4292779"/>
            <a:ext cx="910254" cy="1287425"/>
          </a:xfrm>
          <a:prstGeom prst="rect">
            <a:avLst/>
          </a:prstGeom>
        </p:spPr>
      </p:pic>
      <p:pic>
        <p:nvPicPr>
          <p:cNvPr id="48" name="Рисунок 47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98214" y="5060146"/>
            <a:ext cx="1118671" cy="158220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051496" y="5977464"/>
            <a:ext cx="4188967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100" dirty="0" smtClean="0"/>
              <a:t>Таблица соответствия вызывающей функции уровню </a:t>
            </a:r>
            <a:r>
              <a:rPr lang="ru-RU" sz="1100" dirty="0" err="1" smtClean="0"/>
              <a:t>логирования</a:t>
            </a:r>
            <a:endParaRPr lang="ru-RU" sz="1100" dirty="0"/>
          </a:p>
        </p:txBody>
      </p:sp>
      <p:sp>
        <p:nvSpPr>
          <p:cNvPr id="8" name="TextBox 7"/>
          <p:cNvSpPr txBox="1"/>
          <p:nvPr/>
        </p:nvSpPr>
        <p:spPr>
          <a:xfrm>
            <a:off x="2550539" y="2746097"/>
            <a:ext cx="1832553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100" dirty="0" smtClean="0"/>
              <a:t>Имя вызывающей функции</a:t>
            </a:r>
            <a:endParaRPr lang="ru-RU" sz="1100" dirty="0"/>
          </a:p>
        </p:txBody>
      </p:sp>
      <p:sp>
        <p:nvSpPr>
          <p:cNvPr id="27" name="TextBox 26"/>
          <p:cNvSpPr txBox="1"/>
          <p:nvPr/>
        </p:nvSpPr>
        <p:spPr>
          <a:xfrm>
            <a:off x="6186813" y="2683770"/>
            <a:ext cx="1832553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100" dirty="0" smtClean="0"/>
              <a:t>Имя вызывающей функции</a:t>
            </a:r>
            <a:endParaRPr lang="ru-RU" sz="1100" dirty="0"/>
          </a:p>
        </p:txBody>
      </p:sp>
      <p:sp>
        <p:nvSpPr>
          <p:cNvPr id="28" name="TextBox 27"/>
          <p:cNvSpPr txBox="1"/>
          <p:nvPr/>
        </p:nvSpPr>
        <p:spPr>
          <a:xfrm>
            <a:off x="9909562" y="2592407"/>
            <a:ext cx="1832553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100" dirty="0" smtClean="0"/>
              <a:t>Имя вызывающей функции</a:t>
            </a:r>
            <a:endParaRPr lang="ru-RU" sz="1100" dirty="0"/>
          </a:p>
        </p:txBody>
      </p:sp>
      <p:sp>
        <p:nvSpPr>
          <p:cNvPr id="29" name="TextBox 28"/>
          <p:cNvSpPr txBox="1"/>
          <p:nvPr/>
        </p:nvSpPr>
        <p:spPr>
          <a:xfrm>
            <a:off x="341547" y="5628543"/>
            <a:ext cx="1832553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100" dirty="0" smtClean="0"/>
              <a:t>Имя вызывающей функции</a:t>
            </a:r>
            <a:endParaRPr lang="ru-RU" sz="1100" dirty="0"/>
          </a:p>
        </p:txBody>
      </p:sp>
      <p:sp>
        <p:nvSpPr>
          <p:cNvPr id="30" name="TextBox 29"/>
          <p:cNvSpPr txBox="1"/>
          <p:nvPr/>
        </p:nvSpPr>
        <p:spPr>
          <a:xfrm>
            <a:off x="6069652" y="5621975"/>
            <a:ext cx="1832553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100" dirty="0" smtClean="0"/>
              <a:t>Имя вызывающей функции</a:t>
            </a:r>
            <a:endParaRPr lang="ru-RU" sz="1100" dirty="0"/>
          </a:p>
        </p:txBody>
      </p:sp>
      <p:pic>
        <p:nvPicPr>
          <p:cNvPr id="13" name="Рисунок 12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23355" y="558544"/>
            <a:ext cx="2102065" cy="29730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531829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82D743-4282-4860-9AE2-FAD442C19B6D}" type="datetime1">
              <a:rPr lang="ru-RU" smtClean="0"/>
              <a:t>02.12.2025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22</a:t>
            </a:fld>
            <a:endParaRPr lang="ru-RU"/>
          </a:p>
        </p:txBody>
      </p:sp>
      <p:sp>
        <p:nvSpPr>
          <p:cNvPr id="9" name="Заголовок 1"/>
          <p:cNvSpPr txBox="1">
            <a:spLocks/>
          </p:cNvSpPr>
          <p:nvPr/>
        </p:nvSpPr>
        <p:spPr>
          <a:xfrm>
            <a:off x="959629" y="114734"/>
            <a:ext cx="10058400" cy="588936"/>
          </a:xfrm>
          <a:prstGeom prst="rect">
            <a:avLst/>
          </a:prstGeom>
        </p:spPr>
        <p:txBody>
          <a:bodyPr>
            <a:normAutofit fontScale="90000" lnSpcReduction="100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dirty="0" smtClean="0"/>
              <a:t>Процессы</a:t>
            </a:r>
            <a:endParaRPr lang="ru-RU" dirty="0"/>
          </a:p>
        </p:txBody>
      </p:sp>
      <p:cxnSp>
        <p:nvCxnSpPr>
          <p:cNvPr id="18" name="Прямая соединительная линия 17"/>
          <p:cNvCxnSpPr/>
          <p:nvPr/>
        </p:nvCxnSpPr>
        <p:spPr>
          <a:xfrm>
            <a:off x="342900" y="1268730"/>
            <a:ext cx="0" cy="4935138"/>
          </a:xfrm>
          <a:prstGeom prst="line">
            <a:avLst/>
          </a:prstGeom>
          <a:ln w="63500">
            <a:solidFill>
              <a:schemeClr val="accent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Прямая соединительная линия 18"/>
          <p:cNvCxnSpPr/>
          <p:nvPr/>
        </p:nvCxnSpPr>
        <p:spPr>
          <a:xfrm>
            <a:off x="6169256" y="1266519"/>
            <a:ext cx="7621" cy="4937349"/>
          </a:xfrm>
          <a:prstGeom prst="line">
            <a:avLst/>
          </a:prstGeom>
          <a:ln w="63500">
            <a:solidFill>
              <a:schemeClr val="accent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Прямая соединительная линия 20"/>
          <p:cNvCxnSpPr/>
          <p:nvPr/>
        </p:nvCxnSpPr>
        <p:spPr>
          <a:xfrm flipV="1">
            <a:off x="342900" y="1266519"/>
            <a:ext cx="5826356" cy="6021"/>
          </a:xfrm>
          <a:prstGeom prst="line">
            <a:avLst/>
          </a:prstGeom>
          <a:ln w="63500">
            <a:solidFill>
              <a:schemeClr val="accent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Прямая соединительная линия 21"/>
          <p:cNvCxnSpPr/>
          <p:nvPr/>
        </p:nvCxnSpPr>
        <p:spPr>
          <a:xfrm>
            <a:off x="342901" y="6203868"/>
            <a:ext cx="5826355" cy="11000"/>
          </a:xfrm>
          <a:prstGeom prst="line">
            <a:avLst/>
          </a:prstGeom>
          <a:ln w="63500">
            <a:solidFill>
              <a:schemeClr val="accent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Прямая соединительная линия 22"/>
          <p:cNvCxnSpPr/>
          <p:nvPr/>
        </p:nvCxnSpPr>
        <p:spPr>
          <a:xfrm flipH="1">
            <a:off x="8250747" y="1268730"/>
            <a:ext cx="1" cy="4946138"/>
          </a:xfrm>
          <a:prstGeom prst="line">
            <a:avLst/>
          </a:prstGeom>
          <a:ln w="63500">
            <a:solidFill>
              <a:schemeClr val="accent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Прямая соединительная линия 23"/>
          <p:cNvCxnSpPr/>
          <p:nvPr/>
        </p:nvCxnSpPr>
        <p:spPr>
          <a:xfrm>
            <a:off x="11855008" y="1268730"/>
            <a:ext cx="0" cy="4946138"/>
          </a:xfrm>
          <a:prstGeom prst="line">
            <a:avLst/>
          </a:prstGeom>
          <a:ln w="63500">
            <a:solidFill>
              <a:schemeClr val="accent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Прямая соединительная линия 24"/>
          <p:cNvCxnSpPr/>
          <p:nvPr/>
        </p:nvCxnSpPr>
        <p:spPr>
          <a:xfrm>
            <a:off x="8250748" y="1272540"/>
            <a:ext cx="3604260" cy="0"/>
          </a:xfrm>
          <a:prstGeom prst="line">
            <a:avLst/>
          </a:prstGeom>
          <a:ln w="63500">
            <a:solidFill>
              <a:schemeClr val="accent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Прямая соединительная линия 25"/>
          <p:cNvCxnSpPr/>
          <p:nvPr/>
        </p:nvCxnSpPr>
        <p:spPr>
          <a:xfrm>
            <a:off x="8277013" y="6215605"/>
            <a:ext cx="3604260" cy="0"/>
          </a:xfrm>
          <a:prstGeom prst="line">
            <a:avLst/>
          </a:prstGeom>
          <a:ln w="63500">
            <a:solidFill>
              <a:schemeClr val="accent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Стрелка вправо 26"/>
          <p:cNvSpPr/>
          <p:nvPr/>
        </p:nvSpPr>
        <p:spPr>
          <a:xfrm>
            <a:off x="6176877" y="5463993"/>
            <a:ext cx="2094858" cy="484632"/>
          </a:xfrm>
          <a:prstGeom prst="rightArrow">
            <a:avLst/>
          </a:prstGeom>
          <a:solidFill>
            <a:schemeClr val="accent2">
              <a:lumMod val="75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8" name="TextBox 27"/>
          <p:cNvSpPr txBox="1"/>
          <p:nvPr/>
        </p:nvSpPr>
        <p:spPr>
          <a:xfrm>
            <a:off x="6038212" y="5142477"/>
            <a:ext cx="22206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b="1" dirty="0" smtClean="0"/>
              <a:t>boost::interprocess::</a:t>
            </a:r>
            <a:endParaRPr lang="ru-RU" sz="1600" b="1" dirty="0"/>
          </a:p>
        </p:txBody>
      </p:sp>
      <p:sp>
        <p:nvSpPr>
          <p:cNvPr id="34" name="TextBox 33"/>
          <p:cNvSpPr txBox="1"/>
          <p:nvPr/>
        </p:nvSpPr>
        <p:spPr>
          <a:xfrm>
            <a:off x="772777" y="1276351"/>
            <a:ext cx="27556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Процесс </a:t>
            </a:r>
            <a:r>
              <a:rPr lang="en-US" dirty="0" smtClean="0"/>
              <a:t>search-engine.exe</a:t>
            </a:r>
            <a:endParaRPr lang="ru-RU" dirty="0"/>
          </a:p>
        </p:txBody>
      </p:sp>
      <p:sp>
        <p:nvSpPr>
          <p:cNvPr id="35" name="TextBox 34"/>
          <p:cNvSpPr txBox="1"/>
          <p:nvPr/>
        </p:nvSpPr>
        <p:spPr>
          <a:xfrm>
            <a:off x="8645527" y="1283287"/>
            <a:ext cx="28299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Процесс </a:t>
            </a:r>
            <a:r>
              <a:rPr lang="en-US" dirty="0" smtClean="0"/>
              <a:t>logger-monitor.exe</a:t>
            </a:r>
            <a:endParaRPr lang="ru-RU" dirty="0"/>
          </a:p>
        </p:txBody>
      </p:sp>
      <p:grpSp>
        <p:nvGrpSpPr>
          <p:cNvPr id="36" name="Группа 35"/>
          <p:cNvGrpSpPr/>
          <p:nvPr/>
        </p:nvGrpSpPr>
        <p:grpSpPr>
          <a:xfrm>
            <a:off x="3977974" y="4130531"/>
            <a:ext cx="1800000" cy="1800000"/>
            <a:chOff x="6093193" y="1986699"/>
            <a:chExt cx="1440000" cy="1442301"/>
          </a:xfrm>
        </p:grpSpPr>
        <p:grpSp>
          <p:nvGrpSpPr>
            <p:cNvPr id="37" name="Группа 36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39" name="Скругленный прямоугольник 38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40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dirty="0" smtClean="0"/>
                  <a:t>MonitorSender</a:t>
                </a:r>
                <a:endParaRPr lang="ru-RU" sz="1100" b="1" kern="1200" dirty="0"/>
              </a:p>
            </p:txBody>
          </p:sp>
        </p:grpSp>
        <p:sp>
          <p:nvSpPr>
            <p:cNvPr id="38" name="Прямоугольник 37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r>
                <a:rPr lang="ru-RU" sz="1100" dirty="0">
                  <a:solidFill>
                    <a:schemeClr val="tx1"/>
                  </a:solidFill>
                </a:rPr>
                <a:t>Отправить сообщение в очередь сообщений</a:t>
              </a:r>
            </a:p>
          </p:txBody>
        </p:sp>
      </p:grpSp>
      <p:grpSp>
        <p:nvGrpSpPr>
          <p:cNvPr id="44" name="Группа 43"/>
          <p:cNvGrpSpPr/>
          <p:nvPr/>
        </p:nvGrpSpPr>
        <p:grpSpPr>
          <a:xfrm>
            <a:off x="8437646" y="4130531"/>
            <a:ext cx="1800000" cy="1800000"/>
            <a:chOff x="6093193" y="1986699"/>
            <a:chExt cx="1440000" cy="1442301"/>
          </a:xfrm>
        </p:grpSpPr>
        <p:grpSp>
          <p:nvGrpSpPr>
            <p:cNvPr id="45" name="Группа 44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47" name="Скругленный прямоугольник 46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48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dirty="0" smtClean="0"/>
                  <a:t>MonitorReceiver</a:t>
                </a:r>
                <a:endParaRPr lang="en-US" sz="1100" dirty="0"/>
              </a:p>
            </p:txBody>
          </p:sp>
        </p:grpSp>
        <p:sp>
          <p:nvSpPr>
            <p:cNvPr id="46" name="Прямоугольник 45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r>
                <a:rPr lang="ru-RU" sz="1100" dirty="0">
                  <a:solidFill>
                    <a:schemeClr val="tx1"/>
                  </a:solidFill>
                </a:rPr>
                <a:t>Получить сообщение из очереди </a:t>
              </a:r>
              <a:r>
                <a:rPr lang="ru-RU" sz="1100" dirty="0" smtClean="0">
                  <a:solidFill>
                    <a:schemeClr val="tx1"/>
                  </a:solidFill>
                </a:rPr>
                <a:t>сообщений</a:t>
              </a:r>
              <a:endParaRPr lang="ru-RU" sz="11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49" name="Группа 48"/>
          <p:cNvGrpSpPr/>
          <p:nvPr/>
        </p:nvGrpSpPr>
        <p:grpSpPr>
          <a:xfrm>
            <a:off x="9104548" y="1616960"/>
            <a:ext cx="1800000" cy="1800000"/>
            <a:chOff x="6093193" y="1986699"/>
            <a:chExt cx="1440000" cy="1442301"/>
          </a:xfrm>
        </p:grpSpPr>
        <p:grpSp>
          <p:nvGrpSpPr>
            <p:cNvPr id="50" name="Группа 49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52" name="Скругленный прямоугольник 51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53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dirty="0"/>
                  <a:t>LoggerMonitor</a:t>
                </a:r>
              </a:p>
              <a:p>
                <a:pPr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en-US" sz="1100" dirty="0"/>
              </a:p>
            </p:txBody>
          </p:sp>
        </p:grpSp>
        <p:sp>
          <p:nvSpPr>
            <p:cNvPr id="51" name="Прямоугольник 50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r>
                <a:rPr lang="ru-RU" sz="1100" dirty="0">
                  <a:solidFill>
                    <a:schemeClr val="tx1"/>
                  </a:solidFill>
                </a:rPr>
                <a:t>Вывод сообщения на консоль</a:t>
              </a:r>
            </a:p>
          </p:txBody>
        </p:sp>
      </p:grpSp>
      <p:grpSp>
        <p:nvGrpSpPr>
          <p:cNvPr id="54" name="Группа 53"/>
          <p:cNvGrpSpPr/>
          <p:nvPr/>
        </p:nvGrpSpPr>
        <p:grpSpPr>
          <a:xfrm>
            <a:off x="3289362" y="2011432"/>
            <a:ext cx="1800000" cy="1800000"/>
            <a:chOff x="6093193" y="1986699"/>
            <a:chExt cx="1440000" cy="1442301"/>
          </a:xfrm>
        </p:grpSpPr>
        <p:grpSp>
          <p:nvGrpSpPr>
            <p:cNvPr id="55" name="Группа 54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57" name="Скругленный прямоугольник 56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58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dirty="0"/>
                  <a:t>WriterMessage</a:t>
                </a:r>
              </a:p>
              <a:p>
                <a:pPr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ru-RU" sz="1100" b="1" kern="1200" dirty="0"/>
              </a:p>
            </p:txBody>
          </p:sp>
        </p:grpSp>
        <p:sp>
          <p:nvSpPr>
            <p:cNvPr id="56" name="Прямоугольник 55"/>
            <p:cNvSpPr/>
            <p:nvPr/>
          </p:nvSpPr>
          <p:spPr>
            <a:xfrm>
              <a:off x="6096000" y="2857234"/>
              <a:ext cx="1437193" cy="571766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r>
                <a:rPr lang="ru-RU" sz="1100" dirty="0" smtClean="0">
                  <a:solidFill>
                    <a:schemeClr val="tx1"/>
                  </a:solidFill>
                </a:rPr>
                <a:t>Записать сообщение в лог-файл </a:t>
              </a:r>
              <a:r>
                <a:rPr lang="ru-RU" sz="1100" dirty="0">
                  <a:solidFill>
                    <a:schemeClr val="tx1"/>
                  </a:solidFill>
                </a:rPr>
                <a:t>и отправить в монитор</a:t>
              </a:r>
            </a:p>
          </p:txBody>
        </p:sp>
      </p:grpSp>
      <p:grpSp>
        <p:nvGrpSpPr>
          <p:cNvPr id="61" name="Группа 60"/>
          <p:cNvGrpSpPr/>
          <p:nvPr/>
        </p:nvGrpSpPr>
        <p:grpSpPr>
          <a:xfrm>
            <a:off x="582624" y="2011432"/>
            <a:ext cx="1267113" cy="1997692"/>
            <a:chOff x="6093193" y="1986699"/>
            <a:chExt cx="1440000" cy="1442302"/>
          </a:xfrm>
        </p:grpSpPr>
        <p:grpSp>
          <p:nvGrpSpPr>
            <p:cNvPr id="62" name="Группа 61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64" name="Скругленный прямоугольник 63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65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100" dirty="0"/>
                  <a:t>Logger</a:t>
                </a:r>
              </a:p>
              <a:p>
                <a:pPr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en-US" sz="1100" dirty="0"/>
              </a:p>
              <a:p>
                <a:pPr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ru-RU" sz="1100" b="1" kern="1200" dirty="0"/>
              </a:p>
            </p:txBody>
          </p:sp>
        </p:grpSp>
        <p:sp>
          <p:nvSpPr>
            <p:cNvPr id="63" name="Прямоугольник 62"/>
            <p:cNvSpPr/>
            <p:nvPr/>
          </p:nvSpPr>
          <p:spPr>
            <a:xfrm>
              <a:off x="6096000" y="2608957"/>
              <a:ext cx="1437193" cy="820044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r>
                <a:rPr lang="ru-RU" sz="1100" dirty="0">
                  <a:solidFill>
                    <a:schemeClr val="tx1"/>
                  </a:solidFill>
                </a:rPr>
                <a:t>Записать сообщение уровня debug … fatal</a:t>
              </a:r>
            </a:p>
          </p:txBody>
        </p:sp>
      </p:grpSp>
      <p:pic>
        <p:nvPicPr>
          <p:cNvPr id="66" name="Рисунок 65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03673" y="3848600"/>
            <a:ext cx="973401" cy="1376738"/>
          </a:xfrm>
          <a:prstGeom prst="rect">
            <a:avLst/>
          </a:prstGeom>
        </p:spPr>
      </p:pic>
      <p:cxnSp>
        <p:nvCxnSpPr>
          <p:cNvPr id="72" name="Прямая соединительная линия 71"/>
          <p:cNvCxnSpPr/>
          <p:nvPr/>
        </p:nvCxnSpPr>
        <p:spPr>
          <a:xfrm>
            <a:off x="2637315" y="1711681"/>
            <a:ext cx="17804" cy="4344990"/>
          </a:xfrm>
          <a:prstGeom prst="line">
            <a:avLst/>
          </a:prstGeom>
          <a:ln w="63500"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Прямая соединительная линия 76"/>
          <p:cNvCxnSpPr/>
          <p:nvPr/>
        </p:nvCxnSpPr>
        <p:spPr>
          <a:xfrm>
            <a:off x="5936048" y="1706767"/>
            <a:ext cx="17804" cy="4344990"/>
          </a:xfrm>
          <a:prstGeom prst="line">
            <a:avLst/>
          </a:prstGeom>
          <a:ln w="63500"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Прямая соединительная линия 77"/>
          <p:cNvCxnSpPr/>
          <p:nvPr/>
        </p:nvCxnSpPr>
        <p:spPr>
          <a:xfrm>
            <a:off x="2635231" y="1680882"/>
            <a:ext cx="3309719" cy="11120"/>
          </a:xfrm>
          <a:prstGeom prst="line">
            <a:avLst/>
          </a:prstGeom>
          <a:ln w="63500"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Прямая соединительная линия 79"/>
          <p:cNvCxnSpPr/>
          <p:nvPr/>
        </p:nvCxnSpPr>
        <p:spPr>
          <a:xfrm>
            <a:off x="2661965" y="6073136"/>
            <a:ext cx="3309545" cy="6221"/>
          </a:xfrm>
          <a:prstGeom prst="line">
            <a:avLst/>
          </a:prstGeom>
          <a:ln w="63500"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TextBox 80"/>
          <p:cNvSpPr txBox="1"/>
          <p:nvPr/>
        </p:nvSpPr>
        <p:spPr>
          <a:xfrm>
            <a:off x="2940434" y="1685372"/>
            <a:ext cx="26725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Поток записи сообщений</a:t>
            </a:r>
            <a:endParaRPr lang="ru-RU" dirty="0"/>
          </a:p>
        </p:txBody>
      </p:sp>
      <p:cxnSp>
        <p:nvCxnSpPr>
          <p:cNvPr id="89" name="Соединительная линия уступом 88"/>
          <p:cNvCxnSpPr>
            <a:endCxn id="38" idx="1"/>
          </p:cNvCxnSpPr>
          <p:nvPr/>
        </p:nvCxnSpPr>
        <p:spPr>
          <a:xfrm rot="5400000">
            <a:off x="3470392" y="3948334"/>
            <a:ext cx="2267430" cy="1245248"/>
          </a:xfrm>
          <a:prstGeom prst="bentConnector4">
            <a:avLst>
              <a:gd name="adj1" fmla="val 23338"/>
              <a:gd name="adj2" fmla="val 149152"/>
            </a:avLst>
          </a:prstGeom>
          <a:ln w="1270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TextBox 96"/>
          <p:cNvSpPr txBox="1"/>
          <p:nvPr/>
        </p:nvSpPr>
        <p:spPr>
          <a:xfrm>
            <a:off x="6041328" y="5886350"/>
            <a:ext cx="22206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b="1" dirty="0"/>
              <a:t>message_queue</a:t>
            </a:r>
          </a:p>
        </p:txBody>
      </p:sp>
      <p:cxnSp>
        <p:nvCxnSpPr>
          <p:cNvPr id="99" name="Соединительная линия уступом 98"/>
          <p:cNvCxnSpPr>
            <a:stCxn id="51" idx="3"/>
          </p:cNvCxnSpPr>
          <p:nvPr/>
        </p:nvCxnSpPr>
        <p:spPr>
          <a:xfrm>
            <a:off x="10904548" y="3191102"/>
            <a:ext cx="371402" cy="963893"/>
          </a:xfrm>
          <a:prstGeom prst="bentConnector2">
            <a:avLst/>
          </a:prstGeom>
          <a:ln w="1270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Соединительная линия уступом 101"/>
          <p:cNvCxnSpPr>
            <a:stCxn id="46" idx="3"/>
            <a:endCxn id="51" idx="1"/>
          </p:cNvCxnSpPr>
          <p:nvPr/>
        </p:nvCxnSpPr>
        <p:spPr>
          <a:xfrm flipH="1" flipV="1">
            <a:off x="9108057" y="3191102"/>
            <a:ext cx="1129589" cy="2513571"/>
          </a:xfrm>
          <a:prstGeom prst="bentConnector5">
            <a:avLst>
              <a:gd name="adj1" fmla="val -20237"/>
              <a:gd name="adj2" fmla="val 75035"/>
              <a:gd name="adj3" fmla="val 159406"/>
            </a:avLst>
          </a:prstGeom>
          <a:ln w="1270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Прямая соединительная линия 116"/>
          <p:cNvCxnSpPr/>
          <p:nvPr/>
        </p:nvCxnSpPr>
        <p:spPr>
          <a:xfrm>
            <a:off x="2298107" y="1677270"/>
            <a:ext cx="17804" cy="4344990"/>
          </a:xfrm>
          <a:prstGeom prst="line">
            <a:avLst/>
          </a:prstGeom>
          <a:ln w="63500"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Прямая соединительная линия 117"/>
          <p:cNvCxnSpPr/>
          <p:nvPr/>
        </p:nvCxnSpPr>
        <p:spPr>
          <a:xfrm>
            <a:off x="454557" y="1682184"/>
            <a:ext cx="17804" cy="4344990"/>
          </a:xfrm>
          <a:prstGeom prst="line">
            <a:avLst/>
          </a:prstGeom>
          <a:ln w="63500"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Прямая соединительная линия 118"/>
          <p:cNvCxnSpPr/>
          <p:nvPr/>
        </p:nvCxnSpPr>
        <p:spPr>
          <a:xfrm>
            <a:off x="453478" y="1671184"/>
            <a:ext cx="1835278" cy="7170"/>
          </a:xfrm>
          <a:prstGeom prst="line">
            <a:avLst/>
          </a:prstGeom>
          <a:ln w="63500"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Прямая соединительная линия 120"/>
          <p:cNvCxnSpPr/>
          <p:nvPr/>
        </p:nvCxnSpPr>
        <p:spPr>
          <a:xfrm>
            <a:off x="478056" y="6051463"/>
            <a:ext cx="1835278" cy="7170"/>
          </a:xfrm>
          <a:prstGeom prst="line">
            <a:avLst/>
          </a:prstGeom>
          <a:ln w="63500"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2" name="TextBox 121"/>
          <p:cNvSpPr txBox="1"/>
          <p:nvPr/>
        </p:nvSpPr>
        <p:spPr>
          <a:xfrm>
            <a:off x="487282" y="1641129"/>
            <a:ext cx="17706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Основной поток</a:t>
            </a:r>
            <a:endParaRPr lang="ru-RU" dirty="0"/>
          </a:p>
        </p:txBody>
      </p:sp>
      <p:pic>
        <p:nvPicPr>
          <p:cNvPr id="123" name="Рисунок 122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5317" y="4795932"/>
            <a:ext cx="629776" cy="890728"/>
          </a:xfrm>
          <a:prstGeom prst="rect">
            <a:avLst/>
          </a:prstGeom>
        </p:spPr>
      </p:pic>
      <p:cxnSp>
        <p:nvCxnSpPr>
          <p:cNvPr id="125" name="Соединительная линия уступом 124"/>
          <p:cNvCxnSpPr>
            <a:stCxn id="63" idx="3"/>
            <a:endCxn id="123" idx="1"/>
          </p:cNvCxnSpPr>
          <p:nvPr/>
        </p:nvCxnSpPr>
        <p:spPr>
          <a:xfrm flipH="1">
            <a:off x="1105317" y="3441214"/>
            <a:ext cx="744420" cy="1800082"/>
          </a:xfrm>
          <a:prstGeom prst="bentConnector5">
            <a:avLst>
              <a:gd name="adj1" fmla="val -30708"/>
              <a:gd name="adj2" fmla="val 53404"/>
              <a:gd name="adj3" fmla="val 165049"/>
            </a:avLst>
          </a:prstGeom>
          <a:ln w="1270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9" name="Соединительная линия уступом 128"/>
          <p:cNvCxnSpPr>
            <a:stCxn id="123" idx="3"/>
            <a:endCxn id="56" idx="1"/>
          </p:cNvCxnSpPr>
          <p:nvPr/>
        </p:nvCxnSpPr>
        <p:spPr>
          <a:xfrm flipV="1">
            <a:off x="1735093" y="3454649"/>
            <a:ext cx="1557778" cy="1786647"/>
          </a:xfrm>
          <a:prstGeom prst="bentConnector3">
            <a:avLst/>
          </a:prstGeom>
          <a:ln w="1270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2" name="TextBox 131"/>
          <p:cNvSpPr txBox="1"/>
          <p:nvPr/>
        </p:nvSpPr>
        <p:spPr>
          <a:xfrm>
            <a:off x="770617" y="5568244"/>
            <a:ext cx="1552028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100" dirty="0" smtClean="0"/>
              <a:t>Контейнер сообщений</a:t>
            </a:r>
            <a:endParaRPr lang="ru-RU" sz="1100" dirty="0"/>
          </a:p>
        </p:txBody>
      </p:sp>
      <p:pic>
        <p:nvPicPr>
          <p:cNvPr id="133" name="Рисунок 132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81878" y="1886974"/>
            <a:ext cx="732558" cy="1036099"/>
          </a:xfrm>
          <a:prstGeom prst="rect">
            <a:avLst/>
          </a:prstGeom>
        </p:spPr>
      </p:pic>
      <p:cxnSp>
        <p:nvCxnSpPr>
          <p:cNvPr id="136" name="Соединительная линия уступом 135"/>
          <p:cNvCxnSpPr>
            <a:endCxn id="133" idx="2"/>
          </p:cNvCxnSpPr>
          <p:nvPr/>
        </p:nvCxnSpPr>
        <p:spPr>
          <a:xfrm flipV="1">
            <a:off x="5099195" y="2923073"/>
            <a:ext cx="548962" cy="531576"/>
          </a:xfrm>
          <a:prstGeom prst="bentConnector2">
            <a:avLst/>
          </a:prstGeom>
          <a:ln w="1270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" name="Рисунок 1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94977" y="3677411"/>
            <a:ext cx="1418509" cy="20062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236023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Библиотека </a:t>
            </a:r>
            <a:r>
              <a:rPr lang="en-US" dirty="0" smtClean="0"/>
              <a:t>kav_check</a:t>
            </a:r>
            <a:endParaRPr lang="ru-RU" dirty="0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15850B-FCCB-4950-8D75-8D81D52F3FBD}" type="datetime1">
              <a:rPr lang="ru-RU" smtClean="0"/>
              <a:t>02.12.2025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23</a:t>
            </a:fld>
            <a:endParaRPr lang="ru-RU"/>
          </a:p>
        </p:txBody>
      </p:sp>
      <p:graphicFrame>
        <p:nvGraphicFramePr>
          <p:cNvPr id="6" name="Схема 5"/>
          <p:cNvGraphicFramePr/>
          <p:nvPr>
            <p:extLst>
              <p:ext uri="{D42A27DB-BD31-4B8C-83A1-F6EECF244321}">
                <p14:modId xmlns:p14="http://schemas.microsoft.com/office/powerpoint/2010/main" val="2216395055"/>
              </p:ext>
            </p:extLst>
          </p:nvPr>
        </p:nvGraphicFramePr>
        <p:xfrm>
          <a:off x="2947595" y="1855694"/>
          <a:ext cx="8208085" cy="398717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pic>
        <p:nvPicPr>
          <p:cNvPr id="14" name="Рисунок 13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19876" y="2374677"/>
            <a:ext cx="936594" cy="662204"/>
          </a:xfrm>
          <a:prstGeom prst="rect">
            <a:avLst/>
          </a:prstGeom>
        </p:spPr>
      </p:pic>
      <p:pic>
        <p:nvPicPr>
          <p:cNvPr id="16" name="Рисунок 15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89542" y="2846389"/>
            <a:ext cx="1048549" cy="741361"/>
          </a:xfrm>
          <a:prstGeom prst="rect">
            <a:avLst/>
          </a:prstGeom>
        </p:spPr>
      </p:pic>
      <p:pic>
        <p:nvPicPr>
          <p:cNvPr id="18" name="Рисунок 17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52884" y="3057282"/>
            <a:ext cx="634067" cy="896797"/>
          </a:xfrm>
          <a:prstGeom prst="rect">
            <a:avLst/>
          </a:prstGeom>
        </p:spPr>
      </p:pic>
      <p:pic>
        <p:nvPicPr>
          <p:cNvPr id="19" name="Рисунок 18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85809" y="3310985"/>
            <a:ext cx="634067" cy="896797"/>
          </a:xfrm>
          <a:prstGeom prst="rect">
            <a:avLst/>
          </a:prstGeom>
        </p:spPr>
      </p:pic>
      <p:pic>
        <p:nvPicPr>
          <p:cNvPr id="7" name="Рисунок 6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08988" y="2256685"/>
            <a:ext cx="815715" cy="576739"/>
          </a:xfrm>
          <a:prstGeom prst="rect">
            <a:avLst/>
          </a:prstGeom>
        </p:spPr>
      </p:pic>
      <p:pic>
        <p:nvPicPr>
          <p:cNvPr id="8" name="Рисунок 7"/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81965" y="2738718"/>
            <a:ext cx="976306" cy="690282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15371" y="5287093"/>
            <a:ext cx="722720" cy="510988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16684" y="5392897"/>
            <a:ext cx="636421" cy="449972"/>
          </a:xfrm>
          <a:prstGeom prst="rect">
            <a:avLst/>
          </a:prstGeom>
        </p:spPr>
      </p:pic>
      <p:pic>
        <p:nvPicPr>
          <p:cNvPr id="11" name="Рисунок 10"/>
          <p:cNvPicPr>
            <a:picLocks noChangeAspect="1"/>
          </p:cNvPicPr>
          <p:nvPr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25599" y="5029826"/>
            <a:ext cx="362540" cy="512761"/>
          </a:xfrm>
          <a:prstGeom prst="rect">
            <a:avLst/>
          </a:prstGeom>
        </p:spPr>
      </p:pic>
      <p:pic>
        <p:nvPicPr>
          <p:cNvPr id="12" name="Рисунок 11"/>
          <p:cNvPicPr>
            <a:picLocks noChangeAspect="1"/>
          </p:cNvPicPr>
          <p:nvPr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02350" y="4482354"/>
            <a:ext cx="479615" cy="6783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365115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735373"/>
          </a:xfrm>
        </p:spPr>
        <p:txBody>
          <a:bodyPr/>
          <a:lstStyle/>
          <a:p>
            <a:r>
              <a:rPr lang="ru-RU" dirty="0" smtClean="0"/>
              <a:t>Библиотека </a:t>
            </a:r>
            <a:r>
              <a:rPr lang="en-US" dirty="0" smtClean="0"/>
              <a:t>kav_logger</a:t>
            </a:r>
            <a:endParaRPr lang="ru-RU" dirty="0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15850B-FCCB-4950-8D75-8D81D52F3FBD}" type="datetime1">
              <a:rPr lang="ru-RU" smtClean="0"/>
              <a:t>02.12.2025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24</a:t>
            </a:fld>
            <a:endParaRPr lang="ru-RU"/>
          </a:p>
        </p:txBody>
      </p:sp>
      <p:graphicFrame>
        <p:nvGraphicFramePr>
          <p:cNvPr id="6" name="Схема 5"/>
          <p:cNvGraphicFramePr/>
          <p:nvPr>
            <p:extLst>
              <p:ext uri="{D42A27DB-BD31-4B8C-83A1-F6EECF244321}">
                <p14:modId xmlns:p14="http://schemas.microsoft.com/office/powerpoint/2010/main" val="694041457"/>
              </p:ext>
            </p:extLst>
          </p:nvPr>
        </p:nvGraphicFramePr>
        <p:xfrm>
          <a:off x="3287222" y="1104599"/>
          <a:ext cx="7868458" cy="390144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pic>
        <p:nvPicPr>
          <p:cNvPr id="8" name="Рисунок 7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33415" y="3658628"/>
            <a:ext cx="436621" cy="617538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67477" y="3928461"/>
            <a:ext cx="519745" cy="735106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38932" y="2823814"/>
            <a:ext cx="457089" cy="646487"/>
          </a:xfrm>
          <a:prstGeom prst="rect">
            <a:avLst/>
          </a:prstGeom>
        </p:spPr>
      </p:pic>
      <p:pic>
        <p:nvPicPr>
          <p:cNvPr id="11" name="Рисунок 10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20644" y="3204883"/>
            <a:ext cx="475377" cy="672353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3203" y="1910582"/>
            <a:ext cx="32040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>
                <a:solidFill>
                  <a:schemeClr val="accent5">
                    <a:lumMod val="40000"/>
                    <a:lumOff val="60000"/>
                  </a:schemeClr>
                </a:solidFill>
              </a:rPr>
              <a:t>debug</a:t>
            </a:r>
            <a:r>
              <a:rPr lang="en-US" dirty="0" smtClean="0"/>
              <a:t>, </a:t>
            </a:r>
            <a:r>
              <a:rPr lang="en-US" dirty="0" smtClean="0">
                <a:solidFill>
                  <a:schemeClr val="bg1"/>
                </a:solidFill>
              </a:rPr>
              <a:t>info</a:t>
            </a:r>
            <a:r>
              <a:rPr lang="en-US" dirty="0" smtClean="0"/>
              <a:t>, </a:t>
            </a:r>
            <a:r>
              <a:rPr lang="en-US" dirty="0" smtClean="0">
                <a:solidFill>
                  <a:srgbClr val="FFFF00"/>
                </a:solidFill>
              </a:rPr>
              <a:t>warning</a:t>
            </a:r>
            <a:r>
              <a:rPr lang="en-US" dirty="0" smtClean="0"/>
              <a:t>, </a:t>
            </a:r>
            <a:r>
              <a:rPr lang="en-US" dirty="0" smtClean="0">
                <a:solidFill>
                  <a:srgbClr val="FF0000"/>
                </a:solidFill>
              </a:rPr>
              <a:t>error</a:t>
            </a:r>
            <a:r>
              <a:rPr lang="en-US" dirty="0" smtClean="0"/>
              <a:t>, </a:t>
            </a:r>
            <a:r>
              <a:rPr lang="en-US" dirty="0" smtClean="0">
                <a:solidFill>
                  <a:srgbClr val="C00000"/>
                </a:solidFill>
              </a:rPr>
              <a:t>fatal</a:t>
            </a:r>
            <a:endParaRPr lang="ru-RU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808325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097280" y="286604"/>
            <a:ext cx="10058400" cy="1076684"/>
          </a:xfrm>
        </p:spPr>
        <p:txBody>
          <a:bodyPr/>
          <a:lstStyle/>
          <a:p>
            <a:endParaRPr lang="ru-RU" dirty="0"/>
          </a:p>
        </p:txBody>
      </p:sp>
      <p:graphicFrame>
        <p:nvGraphicFramePr>
          <p:cNvPr id="10" name="Объект 9"/>
          <p:cNvGraphicFramePr>
            <a:graphicFrameLocks noGrp="1"/>
          </p:cNvGraphicFramePr>
          <p:nvPr>
            <p:ph sz="half" idx="1"/>
            <p:extLst>
              <p:ext uri="{D42A27DB-BD31-4B8C-83A1-F6EECF244321}">
                <p14:modId xmlns:p14="http://schemas.microsoft.com/office/powerpoint/2010/main" val="4290389295"/>
              </p:ext>
            </p:extLst>
          </p:nvPr>
        </p:nvGraphicFramePr>
        <p:xfrm>
          <a:off x="1096963" y="1846263"/>
          <a:ext cx="4938712" cy="304993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13" name="Объект 12"/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3593486488"/>
              </p:ext>
            </p:extLst>
          </p:nvPr>
        </p:nvGraphicFramePr>
        <p:xfrm>
          <a:off x="6218238" y="1846264"/>
          <a:ext cx="4937125" cy="287536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9F477-1E06-42B9-98CE-724D285F544D}" type="datetime1">
              <a:rPr lang="ru-RU" smtClean="0"/>
              <a:t>02.12.2025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411046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02.12.2025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26</a:t>
            </a:fld>
            <a:endParaRPr lang="ru-RU"/>
          </a:p>
        </p:txBody>
      </p:sp>
      <p:sp>
        <p:nvSpPr>
          <p:cNvPr id="5" name="TextBox 4"/>
          <p:cNvSpPr txBox="1"/>
          <p:nvPr/>
        </p:nvSpPr>
        <p:spPr>
          <a:xfrm>
            <a:off x="2005781" y="1061884"/>
            <a:ext cx="5557483" cy="20313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Ключи запуска приложения:</a:t>
            </a:r>
          </a:p>
          <a:p>
            <a:pPr marL="285750" indent="-285750">
              <a:buFontTx/>
              <a:buChar char="-"/>
            </a:pPr>
            <a:r>
              <a:rPr lang="ru-RU" dirty="0" smtClean="0"/>
              <a:t>пути файлов конфигурации, запросов и ответов;</a:t>
            </a:r>
          </a:p>
          <a:p>
            <a:pPr marL="285750" indent="-285750">
              <a:buFontTx/>
              <a:buChar char="-"/>
            </a:pPr>
            <a:r>
              <a:rPr lang="ru-RU" dirty="0"/>
              <a:t>п</a:t>
            </a:r>
            <a:r>
              <a:rPr lang="ru-RU" dirty="0" smtClean="0"/>
              <a:t>ути файлов конфигурации логгера;</a:t>
            </a:r>
          </a:p>
          <a:p>
            <a:pPr marL="285750" indent="-285750">
              <a:buFontTx/>
              <a:buChar char="-"/>
            </a:pPr>
            <a:r>
              <a:rPr lang="ru-RU" dirty="0"/>
              <a:t>п</a:t>
            </a:r>
            <a:r>
              <a:rPr lang="ru-RU" dirty="0" smtClean="0"/>
              <a:t>оказывать консоль сообщений;</a:t>
            </a:r>
          </a:p>
          <a:p>
            <a:pPr marL="285750" indent="-285750">
              <a:buFontTx/>
              <a:buChar char="-"/>
            </a:pPr>
            <a:r>
              <a:rPr lang="ru-RU" dirty="0"/>
              <a:t>ж</a:t>
            </a:r>
            <a:r>
              <a:rPr lang="ru-RU" dirty="0" smtClean="0"/>
              <a:t>елаемое количество потоков;</a:t>
            </a:r>
          </a:p>
          <a:p>
            <a:pPr marL="285750" indent="-285750">
              <a:buFontTx/>
              <a:buChar char="-"/>
            </a:pPr>
            <a:r>
              <a:rPr lang="ru-RU" dirty="0"/>
              <a:t>м</a:t>
            </a:r>
            <a:r>
              <a:rPr lang="ru-RU" dirty="0" smtClean="0"/>
              <a:t>аксимальное количество непрочитанных файлов;</a:t>
            </a:r>
          </a:p>
          <a:p>
            <a:pPr marL="285750" indent="-285750">
              <a:buFontTx/>
              <a:buChar char="-"/>
            </a:pPr>
            <a:r>
              <a:rPr lang="ru-RU" dirty="0"/>
              <a:t>п</a:t>
            </a:r>
            <a:r>
              <a:rPr lang="ru-RU" dirty="0" smtClean="0"/>
              <a:t>омощь;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201808047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png"/></Relationships>
</file>

<file path=ppt/theme/theme1.xml><?xml version="1.0" encoding="utf-8"?>
<a:theme xmlns:a="http://schemas.openxmlformats.org/drawingml/2006/main" name="Ретро">
  <a:themeElements>
    <a:clrScheme name="Ретро">
      <a:dk1>
        <a:sysClr val="windowText" lastClr="000000"/>
      </a:dk1>
      <a:lt1>
        <a:sysClr val="window" lastClr="FFFFFF"/>
      </a:lt1>
      <a:dk2>
        <a:srgbClr val="514949"/>
      </a:dk2>
      <a:lt2>
        <a:srgbClr val="E1E1DB"/>
      </a:lt2>
      <a:accent1>
        <a:srgbClr val="9DBFBE"/>
      </a:accent1>
      <a:accent2>
        <a:srgbClr val="DB8631"/>
      </a:accent2>
      <a:accent3>
        <a:srgbClr val="E3CC5A"/>
      </a:accent3>
      <a:accent4>
        <a:srgbClr val="ACADA8"/>
      </a:accent4>
      <a:accent5>
        <a:srgbClr val="927C61"/>
      </a:accent5>
      <a:accent6>
        <a:srgbClr val="B3B435"/>
      </a:accent6>
      <a:hlink>
        <a:srgbClr val="0000FF"/>
      </a:hlink>
      <a:folHlink>
        <a:srgbClr val="800080"/>
      </a:folHlink>
    </a:clrScheme>
    <a:fontScheme name="Ретро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Ретро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>
    <a:spDef>
      <a:spPr>
        <a:blipFill>
          <a:blip xmlns:r="http://schemas.openxmlformats.org/officeDocument/2006/relationships" r:embed="rId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 t="-21000" b="-21000"/>
          </a:stretch>
        </a:blipFill>
      </a:spPr>
      <a:bodyPr/>
      <a:lstStyle/>
      <a:style>
        <a:lnRef idx="2">
          <a:schemeClr val="lt1">
            <a:hueOff val="0"/>
            <a:satOff val="0"/>
            <a:lumOff val="0"/>
            <a:alphaOff val="0"/>
          </a:schemeClr>
        </a:lnRef>
        <a:fillRef idx="1">
          <a:scrgbClr r="0" g="0" b="0"/>
        </a:fillRef>
        <a:effectRef idx="0">
          <a:schemeClr val="accent1">
            <a:tint val="50000"/>
            <a:hueOff val="0"/>
            <a:satOff val="0"/>
            <a:lumOff val="0"/>
            <a:alphaOff val="0"/>
          </a:schemeClr>
        </a:effectRef>
        <a:fontRef idx="minor">
          <a:schemeClr val="lt1">
            <a:hueOff val="0"/>
            <a:satOff val="0"/>
            <a:lumOff val="0"/>
            <a:alphaOff val="0"/>
          </a:schemeClr>
        </a:fontRef>
      </a:style>
    </a:spDef>
  </a:objectDefaults>
  <a:extraClrSchemeLst/>
  <a:extLst>
    <a:ext uri="{05A4C25C-085E-4340-85A3-A5531E510DB2}">
      <thm15:themeFamily xmlns:thm15="http://schemas.microsoft.com/office/thememl/2012/main" name="Retrospect" id="{5F128B03-DCCA-4EEB-AB3B-CF2899314A46}" vid="{243AF7DC-D15B-41C0-AE81-23980D1B9FC4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10816</TotalTime>
  <Words>978</Words>
  <Application>Microsoft Office PowerPoint</Application>
  <PresentationFormat>Широкоэкранный</PresentationFormat>
  <Paragraphs>367</Paragraphs>
  <Slides>26</Slides>
  <Notes>1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2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26</vt:i4>
      </vt:variant>
    </vt:vector>
  </HeadingPairs>
  <TitlesOfParts>
    <vt:vector size="29" baseType="lpstr">
      <vt:lpstr>Calibri</vt:lpstr>
      <vt:lpstr>Calibri Light</vt:lpstr>
      <vt:lpstr>Ретро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Чтение и запись документов в отдельных потоках без использования мьютексов</vt:lpstr>
      <vt:lpstr>Инвертированная индексация документов в отдельных потоках без использования мьютексов</vt:lpstr>
      <vt:lpstr>Инвертированная индексация документов в отдельных потоках без использования мьютексов</vt:lpstr>
      <vt:lpstr>Презентация PowerPoint</vt:lpstr>
      <vt:lpstr>Презентация PowerPoint</vt:lpstr>
      <vt:lpstr>Библиотека kav_check</vt:lpstr>
      <vt:lpstr>Библиотека kav_logger</vt:lpstr>
      <vt:lpstr>Презентация PowerPoint</vt:lpstr>
      <vt:lpstr>Презентация PowerPoint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Казмирчук Александр Владимирович</dc:creator>
  <cp:lastModifiedBy>Казмирчук Александр Владимирович</cp:lastModifiedBy>
  <cp:revision>292</cp:revision>
  <dcterms:created xsi:type="dcterms:W3CDTF">2025-10-14T05:54:15Z</dcterms:created>
  <dcterms:modified xsi:type="dcterms:W3CDTF">2025-12-02T13:45:59Z</dcterms:modified>
</cp:coreProperties>
</file>
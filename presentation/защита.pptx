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84" y="31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4018184"/>
        <c:axId val="414021320"/>
      </c:barChart>
      <c:catAx>
        <c:axId val="414018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021320"/>
        <c:crosses val="autoZero"/>
        <c:auto val="1"/>
        <c:lblAlgn val="ctr"/>
        <c:lblOffset val="100"/>
        <c:noMultiLvlLbl val="0"/>
      </c:catAx>
      <c:valAx>
        <c:axId val="414021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0181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8002192"/>
        <c:axId val="467434312"/>
      </c:barChart>
      <c:catAx>
        <c:axId val="468002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7434312"/>
        <c:crosses val="autoZero"/>
        <c:auto val="1"/>
        <c:lblAlgn val="ctr"/>
        <c:lblOffset val="100"/>
        <c:noMultiLvlLbl val="0"/>
      </c:catAx>
      <c:valAx>
        <c:axId val="4674343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002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err="1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 custLinFactY="100000" custLinFactNeighborX="-5017" custLinFactNeighborY="11301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653206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список путей файлов документов</a:t>
          </a:r>
          <a:endParaRPr lang="ru-RU" sz="1600" kern="1200" dirty="0"/>
        </a:p>
      </dsp:txBody>
      <dsp:txXfrm>
        <a:off x="1301501" y="445228"/>
        <a:ext cx="1264175" cy="1586736"/>
      </dsp:txXfrm>
    </dsp:sp>
    <dsp:sp modelId="{E644A287-01BC-4CF5-B466-30846E7BBA7F}">
      <dsp:nvSpPr>
        <dsp:cNvPr id="0" name=""/>
        <dsp:cNvSpPr/>
      </dsp:nvSpPr>
      <dsp:spPr>
        <a:xfrm>
          <a:off x="0" y="1180602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Converter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JSON</a:t>
          </a:r>
          <a:endParaRPr lang="ru-RU" sz="1900" kern="1200" dirty="0"/>
        </a:p>
      </dsp:txBody>
      <dsp:txXfrm>
        <a:off x="63294" y="1243896"/>
        <a:ext cx="1170002" cy="1170002"/>
      </dsp:txXfrm>
    </dsp:sp>
    <dsp:sp modelId="{1FA1B9C7-0E34-4A44-A18B-216DF888F0C5}">
      <dsp:nvSpPr>
        <dsp:cNvPr id="0" name=""/>
        <dsp:cNvSpPr/>
      </dsp:nvSpPr>
      <dsp:spPr>
        <a:xfrm>
          <a:off x="405675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прочитанные документы</a:t>
          </a:r>
          <a:endParaRPr lang="ru-RU" sz="1600" kern="1200" dirty="0"/>
        </a:p>
      </dsp:txBody>
      <dsp:txXfrm>
        <a:off x="4705052" y="445228"/>
        <a:ext cx="1264175" cy="1586736"/>
      </dsp:txXfrm>
    </dsp:sp>
    <dsp:sp modelId="{0A88A3E8-7701-48D6-969C-59DBA88CA534}">
      <dsp:nvSpPr>
        <dsp:cNvPr id="0" name=""/>
        <dsp:cNvSpPr/>
      </dsp:nvSpPr>
      <dsp:spPr>
        <a:xfrm>
          <a:off x="340846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Dispatcher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Operations</a:t>
          </a:r>
          <a:endParaRPr lang="ru-RU" sz="1900" kern="1200" dirty="0"/>
        </a:p>
      </dsp:txBody>
      <dsp:txXfrm>
        <a:off x="3471755" y="653595"/>
        <a:ext cx="1170002" cy="1170002"/>
      </dsp:txXfrm>
    </dsp:sp>
    <dsp:sp modelId="{DD91B7DA-3D09-40A2-870E-D63ED550DC00}">
      <dsp:nvSpPr>
        <dsp:cNvPr id="0" name=""/>
        <dsp:cNvSpPr/>
      </dsp:nvSpPr>
      <dsp:spPr>
        <a:xfrm>
          <a:off x="746030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базу документов</a:t>
          </a:r>
          <a:endParaRPr lang="ru-RU" sz="1600" kern="1200" dirty="0"/>
        </a:p>
      </dsp:txBody>
      <dsp:txXfrm>
        <a:off x="8108602" y="445228"/>
        <a:ext cx="1264175" cy="1586736"/>
      </dsp:txXfrm>
    </dsp:sp>
    <dsp:sp modelId="{18B87B03-25AC-4DAC-8711-93139D44A946}">
      <dsp:nvSpPr>
        <dsp:cNvPr id="0" name=""/>
        <dsp:cNvSpPr/>
      </dsp:nvSpPr>
      <dsp:spPr>
        <a:xfrm>
          <a:off x="6812012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Documents</a:t>
          </a:r>
          <a:endParaRPr lang="ru-RU" sz="1900" kern="1200" dirty="0"/>
        </a:p>
      </dsp:txBody>
      <dsp:txXfrm>
        <a:off x="6875306" y="653595"/>
        <a:ext cx="1170002" cy="1170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804648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запросы</a:t>
          </a:r>
          <a:endParaRPr lang="ru-RU" sz="1900" kern="1200" dirty="0"/>
        </a:p>
      </dsp:txBody>
      <dsp:txXfrm>
        <a:off x="3330121" y="275598"/>
        <a:ext cx="1024671" cy="1286121"/>
      </dsp:txXfrm>
    </dsp:sp>
    <dsp:sp modelId="{E644A287-01BC-4CF5-B466-30846E7BBA7F}">
      <dsp:nvSpPr>
        <dsp:cNvPr id="0" name=""/>
        <dsp:cNvSpPr/>
      </dsp:nvSpPr>
      <dsp:spPr>
        <a:xfrm>
          <a:off x="2279176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Converter</a:t>
          </a:r>
          <a:endParaRPr lang="ru-RU" sz="1800" kern="1200" dirty="0" smtClean="0"/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JSON</a:t>
          </a:r>
          <a:endParaRPr lang="ru-RU" sz="1800" kern="1200" dirty="0"/>
        </a:p>
      </dsp:txBody>
      <dsp:txXfrm>
        <a:off x="2330479" y="444488"/>
        <a:ext cx="948339" cy="948339"/>
      </dsp:txXfrm>
    </dsp:sp>
    <dsp:sp modelId="{1FA1B9C7-0E34-4A44-A18B-216DF888F0C5}">
      <dsp:nvSpPr>
        <dsp:cNvPr id="0" name=""/>
        <dsp:cNvSpPr/>
      </dsp:nvSpPr>
      <dsp:spPr>
        <a:xfrm>
          <a:off x="5677333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ссылка на базу запросов</a:t>
          </a:r>
          <a:endParaRPr lang="ru-RU" sz="1900" kern="1200" dirty="0"/>
        </a:p>
      </dsp:txBody>
      <dsp:txXfrm>
        <a:off x="6202805" y="275598"/>
        <a:ext cx="1024671" cy="1286121"/>
      </dsp:txXfrm>
    </dsp:sp>
    <dsp:sp modelId="{0A88A3E8-7701-48D6-969C-59DBA88CA534}">
      <dsp:nvSpPr>
        <dsp:cNvPr id="0" name=""/>
        <dsp:cNvSpPr/>
      </dsp:nvSpPr>
      <dsp:spPr>
        <a:xfrm>
          <a:off x="5151860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Requests</a:t>
          </a:r>
          <a:endParaRPr lang="ru-RU" sz="1800" kern="1200" dirty="0"/>
        </a:p>
      </dsp:txBody>
      <dsp:txXfrm>
        <a:off x="5203163" y="444488"/>
        <a:ext cx="948339" cy="9483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6661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рассчитать релевантность ответов</a:t>
          </a:r>
          <a:endParaRPr lang="ru-RU" sz="1200" kern="1200" dirty="0"/>
        </a:p>
      </dsp:txBody>
      <dsp:txXfrm>
        <a:off x="3301593" y="280585"/>
        <a:ext cx="1043214" cy="1309396"/>
      </dsp:txXfrm>
    </dsp:sp>
    <dsp:sp modelId="{E644A287-01BC-4CF5-B466-30846E7BBA7F}">
      <dsp:nvSpPr>
        <dsp:cNvPr id="0" name=""/>
        <dsp:cNvSpPr/>
      </dsp:nvSpPr>
      <dsp:spPr>
        <a:xfrm>
          <a:off x="223163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Search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Engine</a:t>
          </a:r>
          <a:endParaRPr lang="ru-RU" sz="1400" kern="1200" dirty="0"/>
        </a:p>
      </dsp:txBody>
      <dsp:txXfrm>
        <a:off x="2388322" y="556993"/>
        <a:ext cx="756579" cy="756579"/>
      </dsp:txXfrm>
    </dsp:sp>
    <dsp:sp modelId="{1FA1B9C7-0E34-4A44-A18B-216DF888F0C5}">
      <dsp:nvSpPr>
        <dsp:cNvPr id="0" name=""/>
        <dsp:cNvSpPr/>
      </dsp:nvSpPr>
      <dsp:spPr>
        <a:xfrm>
          <a:off x="568684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ссылка на базу релевантности ответов</a:t>
          </a:r>
          <a:endParaRPr lang="ru-RU" sz="1200" kern="1200" dirty="0"/>
        </a:p>
      </dsp:txBody>
      <dsp:txXfrm>
        <a:off x="6221824" y="280585"/>
        <a:ext cx="1043214" cy="1309396"/>
      </dsp:txXfrm>
    </dsp:sp>
    <dsp:sp modelId="{0A88A3E8-7701-48D6-969C-59DBA88CA534}">
      <dsp:nvSpPr>
        <dsp:cNvPr id="0" name=""/>
        <dsp:cNvSpPr/>
      </dsp:nvSpPr>
      <dsp:spPr>
        <a:xfrm>
          <a:off x="515186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Relevant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Response</a:t>
          </a:r>
          <a:endParaRPr lang="ru-RU" sz="1400" kern="1200" dirty="0"/>
        </a:p>
      </dsp:txBody>
      <dsp:txXfrm>
        <a:off x="5308552" y="556993"/>
        <a:ext cx="756579" cy="7565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39272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обновить базу инвертированных индексов</a:t>
          </a:r>
          <a:endParaRPr lang="ru-RU" sz="1000" kern="1200" dirty="0"/>
        </a:p>
      </dsp:txBody>
      <dsp:txXfrm>
        <a:off x="3281089" y="284170"/>
        <a:ext cx="1056543" cy="1326124"/>
      </dsp:txXfrm>
    </dsp:sp>
    <dsp:sp modelId="{E644A287-01BC-4CF5-B466-30846E7BBA7F}">
      <dsp:nvSpPr>
        <dsp:cNvPr id="0" name=""/>
        <dsp:cNvSpPr/>
      </dsp:nvSpPr>
      <dsp:spPr>
        <a:xfrm>
          <a:off x="2197456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Search</a:t>
          </a:r>
          <a:endParaRPr lang="ru-RU" sz="1700" kern="1200" dirty="0" smtClean="0"/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Engine</a:t>
          </a:r>
          <a:endParaRPr lang="ru-RU" sz="1700" kern="1200" dirty="0"/>
        </a:p>
      </dsp:txBody>
      <dsp:txXfrm>
        <a:off x="2356150" y="564109"/>
        <a:ext cx="766245" cy="766245"/>
      </dsp:txXfrm>
    </dsp:sp>
    <dsp:sp modelId="{1FA1B9C7-0E34-4A44-A18B-216DF888F0C5}">
      <dsp:nvSpPr>
        <dsp:cNvPr id="0" name=""/>
        <dsp:cNvSpPr/>
      </dsp:nvSpPr>
      <dsp:spPr>
        <a:xfrm>
          <a:off x="5693677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ссылка на базу инвертированных индексов</a:t>
          </a:r>
          <a:endParaRPr lang="ru-RU" sz="1000" kern="1200" dirty="0"/>
        </a:p>
      </dsp:txBody>
      <dsp:txXfrm>
        <a:off x="6235493" y="284170"/>
        <a:ext cx="1056543" cy="1326124"/>
      </dsp:txXfrm>
    </dsp:sp>
    <dsp:sp modelId="{0A88A3E8-7701-48D6-969C-59DBA88CA534}">
      <dsp:nvSpPr>
        <dsp:cNvPr id="0" name=""/>
        <dsp:cNvSpPr/>
      </dsp:nvSpPr>
      <dsp:spPr>
        <a:xfrm>
          <a:off x="5151860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Inverted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Index</a:t>
          </a:r>
          <a:endParaRPr lang="ru-RU" sz="1700" kern="1200" dirty="0"/>
        </a:p>
      </dsp:txBody>
      <dsp:txXfrm>
        <a:off x="5310554" y="564109"/>
        <a:ext cx="766245" cy="76624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1930764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получить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2382535" y="236943"/>
        <a:ext cx="880954" cy="1105735"/>
      </dsp:txXfrm>
    </dsp:sp>
    <dsp:sp modelId="{E644A287-01BC-4CF5-B466-30846E7BBA7F}">
      <dsp:nvSpPr>
        <dsp:cNvPr id="0" name=""/>
        <dsp:cNvSpPr/>
      </dsp:nvSpPr>
      <dsp:spPr>
        <a:xfrm>
          <a:off x="1478992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Search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Engine</a:t>
          </a:r>
          <a:endParaRPr lang="ru-RU" sz="1100" kern="1200" dirty="0"/>
        </a:p>
      </dsp:txBody>
      <dsp:txXfrm>
        <a:off x="1611313" y="470359"/>
        <a:ext cx="638901" cy="638901"/>
      </dsp:txXfrm>
    </dsp:sp>
    <dsp:sp modelId="{1FA1B9C7-0E34-4A44-A18B-216DF888F0C5}">
      <dsp:nvSpPr>
        <dsp:cNvPr id="0" name=""/>
        <dsp:cNvSpPr/>
      </dsp:nvSpPr>
      <dsp:spPr>
        <a:xfrm>
          <a:off x="4351701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4803472" y="236943"/>
        <a:ext cx="880954" cy="1105735"/>
      </dsp:txXfrm>
    </dsp:sp>
    <dsp:sp modelId="{0A88A3E8-7701-48D6-969C-59DBA88CA534}">
      <dsp:nvSpPr>
        <dsp:cNvPr id="0" name=""/>
        <dsp:cNvSpPr/>
      </dsp:nvSpPr>
      <dsp:spPr>
        <a:xfrm>
          <a:off x="3899929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Converter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JSON</a:t>
          </a:r>
          <a:endParaRPr lang="ru-RU" sz="1100" kern="1200" dirty="0"/>
        </a:p>
      </dsp:txBody>
      <dsp:txXfrm>
        <a:off x="4032250" y="470359"/>
        <a:ext cx="638901" cy="638901"/>
      </dsp:txXfrm>
    </dsp:sp>
    <dsp:sp modelId="{DD91B7DA-3D09-40A2-870E-D63ED550DC00}">
      <dsp:nvSpPr>
        <dsp:cNvPr id="0" name=""/>
        <dsp:cNvSpPr/>
      </dsp:nvSpPr>
      <dsp:spPr>
        <a:xfrm>
          <a:off x="6846837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bg2"/>
        </a:solidFill>
        <a:ln w="15875" cap="flat" cmpd="sng" algn="ctr">
          <a:solidFill>
            <a:schemeClr val="bg2"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B87B03-25AC-4DAC-8711-93139D44A946}">
      <dsp:nvSpPr>
        <dsp:cNvPr id="0" name=""/>
        <dsp:cNvSpPr/>
      </dsp:nvSpPr>
      <dsp:spPr>
        <a:xfrm>
          <a:off x="6320866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Dispatcher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Operation</a:t>
          </a:r>
          <a:endParaRPr lang="ru-RU" sz="1100" kern="1200" dirty="0"/>
        </a:p>
      </dsp:txBody>
      <dsp:txXfrm>
        <a:off x="6453187" y="470359"/>
        <a:ext cx="638901" cy="63890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3005545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записать в JSON-объект результаты поиска</a:t>
          </a:r>
          <a:endParaRPr lang="ru-RU" sz="1400" kern="1200" dirty="0"/>
        </a:p>
      </dsp:txBody>
      <dsp:txXfrm>
        <a:off x="3480794" y="249256"/>
        <a:ext cx="926734" cy="1163196"/>
      </dsp:txXfrm>
    </dsp:sp>
    <dsp:sp modelId="{E644A287-01BC-4CF5-B466-30846E7BBA7F}">
      <dsp:nvSpPr>
        <dsp:cNvPr id="0" name=""/>
        <dsp:cNvSpPr/>
      </dsp:nvSpPr>
      <dsp:spPr>
        <a:xfrm>
          <a:off x="2530297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Search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Engine</a:t>
          </a:r>
          <a:endParaRPr lang="ru-RU" sz="1200" kern="1200" dirty="0"/>
        </a:p>
      </dsp:txBody>
      <dsp:txXfrm>
        <a:off x="2669494" y="494802"/>
        <a:ext cx="672102" cy="672102"/>
      </dsp:txXfrm>
    </dsp:sp>
    <dsp:sp modelId="{1FA1B9C7-0E34-4A44-A18B-216DF888F0C5}">
      <dsp:nvSpPr>
        <dsp:cNvPr id="0" name=""/>
        <dsp:cNvSpPr/>
      </dsp:nvSpPr>
      <dsp:spPr>
        <a:xfrm>
          <a:off x="5627108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Ссылка на  </a:t>
          </a:r>
          <a:r>
            <a:rPr lang="en-US" sz="1400" kern="1200" dirty="0" smtClean="0"/>
            <a:t>JSON-</a:t>
          </a:r>
          <a:r>
            <a:rPr lang="ru-RU" sz="1400" kern="1200" dirty="0" smtClean="0"/>
            <a:t>объект ответов</a:t>
          </a:r>
          <a:endParaRPr lang="ru-RU" sz="1400" kern="1200" dirty="0"/>
        </a:p>
      </dsp:txBody>
      <dsp:txXfrm>
        <a:off x="6102357" y="249256"/>
        <a:ext cx="926734" cy="1163196"/>
      </dsp:txXfrm>
    </dsp:sp>
    <dsp:sp modelId="{0A88A3E8-7701-48D6-969C-59DBA88CA534}">
      <dsp:nvSpPr>
        <dsp:cNvPr id="0" name=""/>
        <dsp:cNvSpPr/>
      </dsp:nvSpPr>
      <dsp:spPr>
        <a:xfrm>
          <a:off x="5151860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Converter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JSON</a:t>
          </a:r>
          <a:endParaRPr lang="ru-RU" sz="1200" kern="1200" dirty="0"/>
        </a:p>
      </dsp:txBody>
      <dsp:txXfrm>
        <a:off x="5291057" y="494802"/>
        <a:ext cx="672102" cy="67210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18.11.2025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18.11.2025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46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diagramLayout" Target="../diagrams/layout9.xml"/><Relationship Id="rId7" Type="http://schemas.openxmlformats.org/officeDocument/2006/relationships/image" Target="../media/image16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Relationship Id="rId9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image" Target="../media/image47.png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diagramLayout" Target="../diagrams/layout11.xml"/><Relationship Id="rId7" Type="http://schemas.openxmlformats.org/officeDocument/2006/relationships/image" Target="../media/image49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Relationship Id="rId9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341305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591122" y="1949789"/>
            <a:ext cx="1083633" cy="1083633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Search</a:t>
              </a:r>
              <a:endParaRPr lang="ru-RU" sz="1700" kern="1200" dirty="0" smtClean="0"/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Engine</a:t>
              </a:r>
              <a:endParaRPr lang="ru-RU" sz="17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-25301" y="2186720"/>
            <a:ext cx="3004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 конфигурации, </a:t>
            </a:r>
          </a:p>
          <a:p>
            <a:r>
              <a:rPr lang="ru-RU" dirty="0" smtClean="0"/>
              <a:t>запросов и ответов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>
            <a:off x="2885847" y="222988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6921422" y="204757"/>
            <a:ext cx="903543" cy="903543"/>
            <a:chOff x="3899929" y="338038"/>
            <a:chExt cx="903543" cy="903543"/>
          </a:xfrm>
        </p:grpSpPr>
        <p:sp>
          <p:nvSpPr>
            <p:cNvPr id="17" name="Овал 16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8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Converter</a:t>
              </a:r>
              <a:endParaRPr lang="ru-RU" sz="1100" kern="1200" dirty="0" smtClean="0"/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JSON</a:t>
              </a:r>
              <a:endParaRPr lang="ru-RU" sz="1100" kern="12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4560365" y="1322509"/>
            <a:ext cx="3004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 конфигурации,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grpSp>
        <p:nvGrpSpPr>
          <p:cNvPr id="21" name="Группа 20"/>
          <p:cNvGrpSpPr/>
          <p:nvPr/>
        </p:nvGrpSpPr>
        <p:grpSpPr>
          <a:xfrm>
            <a:off x="5540200" y="2106765"/>
            <a:ext cx="903543" cy="903543"/>
            <a:chOff x="3899929" y="338038"/>
            <a:chExt cx="903543" cy="903543"/>
          </a:xfrm>
        </p:grpSpPr>
        <p:sp>
          <p:nvSpPr>
            <p:cNvPr id="22" name="Овал 2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grpSp>
        <p:nvGrpSpPr>
          <p:cNvPr id="24" name="Группа 23"/>
          <p:cNvGrpSpPr/>
          <p:nvPr/>
        </p:nvGrpSpPr>
        <p:grpSpPr>
          <a:xfrm>
            <a:off x="7022832" y="3488045"/>
            <a:ext cx="1083633" cy="1083633"/>
            <a:chOff x="5151860" y="405415"/>
            <a:chExt cx="1083633" cy="1083633"/>
          </a:xfrm>
        </p:grpSpPr>
        <p:sp>
          <p:nvSpPr>
            <p:cNvPr id="25" name="Овал 24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Index</a:t>
              </a:r>
              <a:endParaRPr lang="ru-RU" sz="1700" kern="1200" dirty="0"/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284" y="3351785"/>
            <a:ext cx="944416" cy="1335742"/>
          </a:xfrm>
          <a:prstGeom prst="rect">
            <a:avLst/>
          </a:prstGeom>
        </p:spPr>
      </p:pic>
      <p:grpSp>
        <p:nvGrpSpPr>
          <p:cNvPr id="33" name="Группа 32"/>
          <p:cNvGrpSpPr/>
          <p:nvPr/>
        </p:nvGrpSpPr>
        <p:grpSpPr>
          <a:xfrm>
            <a:off x="5466824" y="4522151"/>
            <a:ext cx="1083633" cy="1083633"/>
            <a:chOff x="5151860" y="405415"/>
            <a:chExt cx="1083633" cy="1083633"/>
          </a:xfrm>
        </p:grpSpPr>
        <p:sp>
          <p:nvSpPr>
            <p:cNvPr id="34" name="Овал 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Requests</a:t>
              </a:r>
              <a:endParaRPr lang="ru-RU" sz="1700" kern="1200" dirty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845519" y="5745191"/>
            <a:ext cx="1069963" cy="1069963"/>
            <a:chOff x="5088827" y="511488"/>
            <a:chExt cx="1069963" cy="1069963"/>
          </a:xfrm>
        </p:grpSpPr>
        <p:sp>
          <p:nvSpPr>
            <p:cNvPr id="37" name="Овал 36"/>
            <p:cNvSpPr/>
            <p:nvPr/>
          </p:nvSpPr>
          <p:spPr>
            <a:xfrm>
              <a:off x="5088827" y="511488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8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kern="1200" dirty="0" smtClean="0"/>
                <a:t>Relevant</a:t>
              </a:r>
              <a:endParaRPr lang="ru-RU" sz="14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400" kern="1200" dirty="0" smtClean="0"/>
                <a:t>Response</a:t>
              </a:r>
              <a:endParaRPr lang="ru-RU" sz="1400" kern="1200" dirty="0"/>
            </a:p>
          </p:txBody>
        </p:sp>
      </p:grpSp>
      <p:sp>
        <p:nvSpPr>
          <p:cNvPr id="42" name="Стрелка вправо 41"/>
          <p:cNvSpPr/>
          <p:nvPr/>
        </p:nvSpPr>
        <p:spPr>
          <a:xfrm>
            <a:off x="11056123" y="6233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749" y="4570264"/>
            <a:ext cx="948137" cy="1341005"/>
          </a:xfrm>
          <a:prstGeom prst="rect">
            <a:avLst/>
          </a:prstGeom>
        </p:spPr>
      </p:pic>
      <p:sp>
        <p:nvSpPr>
          <p:cNvPr id="44" name="Стрелка вправо 43"/>
          <p:cNvSpPr/>
          <p:nvPr/>
        </p:nvSpPr>
        <p:spPr>
          <a:xfrm>
            <a:off x="7262792" y="59763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472" y="5364585"/>
            <a:ext cx="1002898" cy="1418457"/>
          </a:xfrm>
          <a:prstGeom prst="rect">
            <a:avLst/>
          </a:prstGeom>
        </p:spPr>
      </p:pic>
      <p:sp>
        <p:nvSpPr>
          <p:cNvPr id="52" name="Стрелка вправо 51"/>
          <p:cNvSpPr/>
          <p:nvPr/>
        </p:nvSpPr>
        <p:spPr>
          <a:xfrm rot="5400000">
            <a:off x="5729464" y="315568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 rot="7865662">
            <a:off x="11340456" y="373219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 rot="7865662">
            <a:off x="11372884" y="444640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 rot="5400000">
            <a:off x="8257316" y="554814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трелка вправо 55"/>
          <p:cNvSpPr/>
          <p:nvPr/>
        </p:nvSpPr>
        <p:spPr>
          <a:xfrm rot="5400000">
            <a:off x="11451421" y="201440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7865662">
            <a:off x="11438655" y="310946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трелка вправо 57"/>
          <p:cNvSpPr/>
          <p:nvPr/>
        </p:nvSpPr>
        <p:spPr>
          <a:xfrm>
            <a:off x="11368041" y="258532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 rot="18900000">
            <a:off x="4639966" y="18227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Стрелка вправо 59"/>
          <p:cNvSpPr/>
          <p:nvPr/>
        </p:nvSpPr>
        <p:spPr>
          <a:xfrm rot="18900000">
            <a:off x="6426844" y="80575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4761880" y="23162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трелка вправо 61"/>
          <p:cNvSpPr/>
          <p:nvPr/>
        </p:nvSpPr>
        <p:spPr>
          <a:xfrm rot="2700000">
            <a:off x="4570942" y="294228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трелка вправо 62"/>
          <p:cNvSpPr/>
          <p:nvPr/>
        </p:nvSpPr>
        <p:spPr>
          <a:xfrm rot="2700000">
            <a:off x="6167174" y="557189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6406851" y="378755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Стрелка вправо 64"/>
          <p:cNvSpPr/>
          <p:nvPr/>
        </p:nvSpPr>
        <p:spPr>
          <a:xfrm rot="5400000">
            <a:off x="11367271" y="120608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2700000">
            <a:off x="7839347" y="433509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8393861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5625</TotalTime>
  <Words>626</Words>
  <Application>Microsoft Office PowerPoint</Application>
  <PresentationFormat>Широкоэкранный</PresentationFormat>
  <Paragraphs>266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150</cp:revision>
  <dcterms:created xsi:type="dcterms:W3CDTF">2025-10-14T05:54:15Z</dcterms:created>
  <dcterms:modified xsi:type="dcterms:W3CDTF">2025-11-18T17:00:07Z</dcterms:modified>
</cp:coreProperties>
</file>